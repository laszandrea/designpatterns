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2"/>
  </p:notesMasterIdLst>
  <p:sldIdLst>
    <p:sldId id="256" r:id="rId3"/>
    <p:sldId id="257" r:id="rId4"/>
    <p:sldId id="263" r:id="rId5"/>
    <p:sldId id="259" r:id="rId6"/>
    <p:sldId id="269" r:id="rId7"/>
    <p:sldId id="278" r:id="rId8"/>
    <p:sldId id="268" r:id="rId9"/>
    <p:sldId id="267" r:id="rId10"/>
    <p:sldId id="287" r:id="rId11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pos="283">
          <p15:clr>
            <a:srgbClr val="9AA0A6"/>
          </p15:clr>
        </p15:guide>
        <p15:guide id="3" orient="horz" pos="262">
          <p15:clr>
            <a:srgbClr val="9AA0A6"/>
          </p15:clr>
        </p15:guide>
        <p15:guide id="4" orient="horz" pos="2978">
          <p15:clr>
            <a:srgbClr val="9AA0A6"/>
          </p15:clr>
        </p15:guide>
        <p15:guide id="5" pos="5477">
          <p15:clr>
            <a:srgbClr val="9AA0A6"/>
          </p15:clr>
        </p15:guide>
        <p15:guide id="6" orient="horz" pos="73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3500EA-1756-4AB6-A055-12A26BF61181}">
  <a:tblStyle styleId="{843500EA-1756-4AB6-A055-12A26BF611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35" y="77"/>
      </p:cViewPr>
      <p:guideLst>
        <p:guide pos="2880"/>
        <p:guide pos="283"/>
        <p:guide orient="horz" pos="262"/>
        <p:guide orient="horz" pos="2978"/>
        <p:guide pos="5477"/>
        <p:guide orient="horz" pos="7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9a059561c3_0_3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9a059561c3_0_3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9a059561c3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9a059561c3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g9a059561c3_0_1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" name="Google Shape;1676;g9a059561c3_0_1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9a059561c3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9a059561c3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Google Shape;2577;g9a059561c3_0_2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8" name="Google Shape;2578;g9a059561c3_0_2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7" name="Google Shape;3447;g42c663f82a594803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8" name="Google Shape;3448;g42c663f82a594803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g42c663f82a594803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1" name="Google Shape;2381;g42c663f82a594803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g42c663f82a594803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1" name="Google Shape;2301;g42c663f82a594803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0ACB9343-09B4-9BA7-8BFB-F84A1912F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9a059561c3_0_3400:notes">
            <a:extLst>
              <a:ext uri="{FF2B5EF4-FFF2-40B4-BE49-F238E27FC236}">
                <a16:creationId xmlns:a16="http://schemas.microsoft.com/office/drawing/2014/main" id="{40715BB6-3A79-869F-9072-65D82FA0EC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9a059561c3_0_3400:notes">
            <a:extLst>
              <a:ext uri="{FF2B5EF4-FFF2-40B4-BE49-F238E27FC236}">
                <a16:creationId xmlns:a16="http://schemas.microsoft.com/office/drawing/2014/main" id="{AA200AB2-9B66-26AA-1518-DBD8B1EAB4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1719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/>
          <p:nvPr/>
        </p:nvSpPr>
        <p:spPr>
          <a:xfrm>
            <a:off x="4857082" y="1632150"/>
            <a:ext cx="3690843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36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Programtervezési minták</a:t>
            </a:r>
            <a:endParaRPr sz="36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4" name="Google Shape;104;p27"/>
          <p:cNvSpPr txBox="1"/>
          <p:nvPr/>
        </p:nvSpPr>
        <p:spPr>
          <a:xfrm>
            <a:off x="6164276" y="3072525"/>
            <a:ext cx="2383800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Kávékészítő</a:t>
            </a:r>
            <a:endParaRPr sz="20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27"/>
          <p:cNvSpPr/>
          <p:nvPr/>
        </p:nvSpPr>
        <p:spPr>
          <a:xfrm>
            <a:off x="1036462" y="864248"/>
            <a:ext cx="3967516" cy="3811216"/>
          </a:xfrm>
          <a:custGeom>
            <a:avLst/>
            <a:gdLst/>
            <a:ahLst/>
            <a:cxnLst/>
            <a:rect l="l" t="t" r="r" b="b"/>
            <a:pathLst>
              <a:path w="5915" h="5682" extrusionOk="0">
                <a:moveTo>
                  <a:pt x="2687" y="0"/>
                </a:moveTo>
                <a:cubicBezTo>
                  <a:pt x="1204" y="0"/>
                  <a:pt x="1" y="1204"/>
                  <a:pt x="1" y="2687"/>
                </a:cubicBezTo>
                <a:cubicBezTo>
                  <a:pt x="1" y="4173"/>
                  <a:pt x="1204" y="5375"/>
                  <a:pt x="2687" y="5375"/>
                </a:cubicBezTo>
                <a:cubicBezTo>
                  <a:pt x="3347" y="5375"/>
                  <a:pt x="3951" y="5137"/>
                  <a:pt x="4420" y="4742"/>
                </a:cubicBezTo>
                <a:lnTo>
                  <a:pt x="5264" y="5597"/>
                </a:lnTo>
                <a:cubicBezTo>
                  <a:pt x="5319" y="5654"/>
                  <a:pt x="5394" y="5682"/>
                  <a:pt x="5472" y="5682"/>
                </a:cubicBezTo>
                <a:cubicBezTo>
                  <a:pt x="5569" y="5682"/>
                  <a:pt x="5671" y="5640"/>
                  <a:pt x="5752" y="5559"/>
                </a:cubicBezTo>
                <a:cubicBezTo>
                  <a:pt x="5898" y="5412"/>
                  <a:pt x="5915" y="5191"/>
                  <a:pt x="5791" y="5064"/>
                </a:cubicBezTo>
                <a:lnTo>
                  <a:pt x="4919" y="4184"/>
                </a:lnTo>
                <a:cubicBezTo>
                  <a:pt x="5206" y="3756"/>
                  <a:pt x="5374" y="3242"/>
                  <a:pt x="5374" y="2687"/>
                </a:cubicBezTo>
                <a:cubicBezTo>
                  <a:pt x="5374" y="1203"/>
                  <a:pt x="4171" y="0"/>
                  <a:pt x="2687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7"/>
          <p:cNvSpPr/>
          <p:nvPr/>
        </p:nvSpPr>
        <p:spPr>
          <a:xfrm>
            <a:off x="3647703" y="3152852"/>
            <a:ext cx="1282484" cy="1244246"/>
          </a:xfrm>
          <a:custGeom>
            <a:avLst/>
            <a:gdLst/>
            <a:ahLst/>
            <a:cxnLst/>
            <a:rect l="l" t="t" r="r" b="b"/>
            <a:pathLst>
              <a:path w="1912" h="1855" extrusionOk="0">
                <a:moveTo>
                  <a:pt x="442" y="1"/>
                </a:moveTo>
                <a:cubicBezTo>
                  <a:pt x="346" y="1"/>
                  <a:pt x="243" y="42"/>
                  <a:pt x="164" y="123"/>
                </a:cubicBezTo>
                <a:cubicBezTo>
                  <a:pt x="17" y="271"/>
                  <a:pt x="1" y="492"/>
                  <a:pt x="125" y="619"/>
                </a:cubicBezTo>
                <a:lnTo>
                  <a:pt x="1260" y="1770"/>
                </a:lnTo>
                <a:cubicBezTo>
                  <a:pt x="1316" y="1827"/>
                  <a:pt x="1390" y="1854"/>
                  <a:pt x="1469" y="1854"/>
                </a:cubicBezTo>
                <a:cubicBezTo>
                  <a:pt x="1566" y="1854"/>
                  <a:pt x="1669" y="1812"/>
                  <a:pt x="1749" y="1731"/>
                </a:cubicBezTo>
                <a:cubicBezTo>
                  <a:pt x="1895" y="1585"/>
                  <a:pt x="1911" y="1363"/>
                  <a:pt x="1787" y="1237"/>
                </a:cubicBezTo>
                <a:lnTo>
                  <a:pt x="652" y="86"/>
                </a:lnTo>
                <a:cubicBezTo>
                  <a:pt x="596" y="29"/>
                  <a:pt x="521" y="1"/>
                  <a:pt x="442" y="1"/>
                </a:cubicBezTo>
                <a:close/>
              </a:path>
            </a:pathLst>
          </a:custGeom>
          <a:solidFill>
            <a:srgbClr val="F9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7"/>
          <p:cNvSpPr/>
          <p:nvPr/>
        </p:nvSpPr>
        <p:spPr>
          <a:xfrm>
            <a:off x="3704717" y="3211208"/>
            <a:ext cx="568800" cy="741852"/>
          </a:xfrm>
          <a:custGeom>
            <a:avLst/>
            <a:gdLst/>
            <a:ahLst/>
            <a:cxnLst/>
            <a:rect l="l" t="t" r="r" b="b"/>
            <a:pathLst>
              <a:path w="848" h="1106" extrusionOk="0">
                <a:moveTo>
                  <a:pt x="444" y="1"/>
                </a:moveTo>
                <a:cubicBezTo>
                  <a:pt x="347" y="1"/>
                  <a:pt x="245" y="42"/>
                  <a:pt x="163" y="122"/>
                </a:cubicBezTo>
                <a:cubicBezTo>
                  <a:pt x="18" y="270"/>
                  <a:pt x="1" y="491"/>
                  <a:pt x="126" y="618"/>
                </a:cubicBezTo>
                <a:lnTo>
                  <a:pt x="608" y="1106"/>
                </a:lnTo>
                <a:cubicBezTo>
                  <a:pt x="848" y="672"/>
                  <a:pt x="834" y="269"/>
                  <a:pt x="834" y="269"/>
                </a:cubicBezTo>
                <a:lnTo>
                  <a:pt x="470" y="2"/>
                </a:lnTo>
                <a:cubicBezTo>
                  <a:pt x="462" y="1"/>
                  <a:pt x="453" y="1"/>
                  <a:pt x="444" y="1"/>
                </a:cubicBezTo>
                <a:close/>
              </a:path>
            </a:pathLst>
          </a:custGeom>
          <a:solidFill>
            <a:srgbClr val="CCD9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7"/>
          <p:cNvSpPr/>
          <p:nvPr/>
        </p:nvSpPr>
        <p:spPr>
          <a:xfrm>
            <a:off x="963350" y="585216"/>
            <a:ext cx="3605308" cy="3605295"/>
          </a:xfrm>
          <a:custGeom>
            <a:avLst/>
            <a:gdLst/>
            <a:ahLst/>
            <a:cxnLst/>
            <a:rect l="l" t="t" r="r" b="b"/>
            <a:pathLst>
              <a:path w="5375" h="5375" extrusionOk="0">
                <a:moveTo>
                  <a:pt x="2688" y="1"/>
                </a:moveTo>
                <a:cubicBezTo>
                  <a:pt x="1203" y="1"/>
                  <a:pt x="0" y="1204"/>
                  <a:pt x="0" y="2688"/>
                </a:cubicBezTo>
                <a:cubicBezTo>
                  <a:pt x="0" y="4171"/>
                  <a:pt x="1203" y="5375"/>
                  <a:pt x="2688" y="5375"/>
                </a:cubicBezTo>
                <a:cubicBezTo>
                  <a:pt x="4172" y="5375"/>
                  <a:pt x="5375" y="4171"/>
                  <a:pt x="5375" y="2688"/>
                </a:cubicBezTo>
                <a:cubicBezTo>
                  <a:pt x="5375" y="1204"/>
                  <a:pt x="4172" y="1"/>
                  <a:pt x="2688" y="1"/>
                </a:cubicBezTo>
                <a:close/>
              </a:path>
            </a:pathLst>
          </a:custGeom>
          <a:solidFill>
            <a:srgbClr val="F9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7"/>
          <p:cNvSpPr/>
          <p:nvPr/>
        </p:nvSpPr>
        <p:spPr>
          <a:xfrm>
            <a:off x="1185369" y="807235"/>
            <a:ext cx="3161268" cy="3161257"/>
          </a:xfrm>
          <a:custGeom>
            <a:avLst/>
            <a:gdLst/>
            <a:ahLst/>
            <a:cxnLst/>
            <a:rect l="l" t="t" r="r" b="b"/>
            <a:pathLst>
              <a:path w="4713" h="4713" extrusionOk="0">
                <a:moveTo>
                  <a:pt x="2357" y="0"/>
                </a:moveTo>
                <a:cubicBezTo>
                  <a:pt x="1056" y="0"/>
                  <a:pt x="1" y="1055"/>
                  <a:pt x="1" y="2357"/>
                </a:cubicBezTo>
                <a:cubicBezTo>
                  <a:pt x="1" y="3658"/>
                  <a:pt x="1056" y="4712"/>
                  <a:pt x="2357" y="4712"/>
                </a:cubicBezTo>
                <a:cubicBezTo>
                  <a:pt x="3658" y="4712"/>
                  <a:pt x="4712" y="3658"/>
                  <a:pt x="4712" y="2357"/>
                </a:cubicBezTo>
                <a:cubicBezTo>
                  <a:pt x="4712" y="1055"/>
                  <a:pt x="3658" y="0"/>
                  <a:pt x="23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7"/>
          <p:cNvSpPr/>
          <p:nvPr/>
        </p:nvSpPr>
        <p:spPr>
          <a:xfrm>
            <a:off x="1795083" y="1073523"/>
            <a:ext cx="2551552" cy="2895639"/>
          </a:xfrm>
          <a:custGeom>
            <a:avLst/>
            <a:gdLst/>
            <a:ahLst/>
            <a:cxnLst/>
            <a:rect l="l" t="t" r="r" b="b"/>
            <a:pathLst>
              <a:path w="3804" h="4317" extrusionOk="0">
                <a:moveTo>
                  <a:pt x="2757" y="0"/>
                </a:moveTo>
                <a:lnTo>
                  <a:pt x="2757" y="0"/>
                </a:lnTo>
                <a:cubicBezTo>
                  <a:pt x="3309" y="431"/>
                  <a:pt x="3664" y="1102"/>
                  <a:pt x="3664" y="1859"/>
                </a:cubicBezTo>
                <a:cubicBezTo>
                  <a:pt x="3664" y="3160"/>
                  <a:pt x="2609" y="4215"/>
                  <a:pt x="1308" y="4215"/>
                </a:cubicBezTo>
                <a:cubicBezTo>
                  <a:pt x="824" y="4215"/>
                  <a:pt x="374" y="4069"/>
                  <a:pt x="0" y="3818"/>
                </a:cubicBezTo>
                <a:lnTo>
                  <a:pt x="0" y="3818"/>
                </a:lnTo>
                <a:cubicBezTo>
                  <a:pt x="399" y="4130"/>
                  <a:pt x="902" y="4316"/>
                  <a:pt x="1448" y="4316"/>
                </a:cubicBezTo>
                <a:cubicBezTo>
                  <a:pt x="2749" y="4316"/>
                  <a:pt x="3803" y="3260"/>
                  <a:pt x="3803" y="1960"/>
                </a:cubicBezTo>
                <a:cubicBezTo>
                  <a:pt x="3803" y="1142"/>
                  <a:pt x="3388" y="424"/>
                  <a:pt x="2757" y="0"/>
                </a:cubicBezTo>
                <a:close/>
              </a:path>
            </a:pathLst>
          </a:custGeom>
          <a:solidFill>
            <a:srgbClr val="8F54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7"/>
          <p:cNvSpPr/>
          <p:nvPr/>
        </p:nvSpPr>
        <p:spPr>
          <a:xfrm>
            <a:off x="1185369" y="808576"/>
            <a:ext cx="2856075" cy="2663558"/>
          </a:xfrm>
          <a:custGeom>
            <a:avLst/>
            <a:gdLst/>
            <a:ahLst/>
            <a:cxnLst/>
            <a:rect l="l" t="t" r="r" b="b"/>
            <a:pathLst>
              <a:path w="4258" h="3971" extrusionOk="0">
                <a:moveTo>
                  <a:pt x="2357" y="0"/>
                </a:moveTo>
                <a:cubicBezTo>
                  <a:pt x="1057" y="0"/>
                  <a:pt x="1" y="1055"/>
                  <a:pt x="1" y="2356"/>
                </a:cubicBezTo>
                <a:cubicBezTo>
                  <a:pt x="1" y="2980"/>
                  <a:pt x="244" y="3548"/>
                  <a:pt x="640" y="3970"/>
                </a:cubicBezTo>
                <a:cubicBezTo>
                  <a:pt x="354" y="3579"/>
                  <a:pt x="185" y="3097"/>
                  <a:pt x="185" y="2576"/>
                </a:cubicBezTo>
                <a:cubicBezTo>
                  <a:pt x="185" y="1275"/>
                  <a:pt x="1240" y="220"/>
                  <a:pt x="2541" y="220"/>
                </a:cubicBezTo>
                <a:cubicBezTo>
                  <a:pt x="3218" y="220"/>
                  <a:pt x="3827" y="506"/>
                  <a:pt x="4257" y="963"/>
                </a:cubicBezTo>
                <a:cubicBezTo>
                  <a:pt x="3829" y="379"/>
                  <a:pt x="3137" y="0"/>
                  <a:pt x="23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7"/>
          <p:cNvSpPr/>
          <p:nvPr/>
        </p:nvSpPr>
        <p:spPr>
          <a:xfrm>
            <a:off x="1473793" y="1151330"/>
            <a:ext cx="1250287" cy="1102717"/>
          </a:xfrm>
          <a:custGeom>
            <a:avLst/>
            <a:gdLst/>
            <a:ahLst/>
            <a:cxnLst/>
            <a:rect l="l" t="t" r="r" b="b"/>
            <a:pathLst>
              <a:path w="1864" h="1644" extrusionOk="0">
                <a:moveTo>
                  <a:pt x="1515" y="0"/>
                </a:moveTo>
                <a:cubicBezTo>
                  <a:pt x="1315" y="0"/>
                  <a:pt x="1035" y="104"/>
                  <a:pt x="746" y="312"/>
                </a:cubicBezTo>
                <a:cubicBezTo>
                  <a:pt x="24" y="832"/>
                  <a:pt x="0" y="1643"/>
                  <a:pt x="300" y="1643"/>
                </a:cubicBezTo>
                <a:cubicBezTo>
                  <a:pt x="306" y="1643"/>
                  <a:pt x="312" y="1643"/>
                  <a:pt x="318" y="1642"/>
                </a:cubicBezTo>
                <a:cubicBezTo>
                  <a:pt x="652" y="1609"/>
                  <a:pt x="485" y="1061"/>
                  <a:pt x="1068" y="784"/>
                </a:cubicBezTo>
                <a:cubicBezTo>
                  <a:pt x="1650" y="507"/>
                  <a:pt x="1864" y="476"/>
                  <a:pt x="1805" y="189"/>
                </a:cubicBezTo>
                <a:cubicBezTo>
                  <a:pt x="1780" y="64"/>
                  <a:pt x="1672" y="0"/>
                  <a:pt x="15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7"/>
          <p:cNvSpPr/>
          <p:nvPr/>
        </p:nvSpPr>
        <p:spPr>
          <a:xfrm>
            <a:off x="2748894" y="1251272"/>
            <a:ext cx="81161" cy="81161"/>
          </a:xfrm>
          <a:custGeom>
            <a:avLst/>
            <a:gdLst/>
            <a:ahLst/>
            <a:cxnLst/>
            <a:rect l="l" t="t" r="r" b="b"/>
            <a:pathLst>
              <a:path w="121" h="121" extrusionOk="0">
                <a:moveTo>
                  <a:pt x="60" y="0"/>
                </a:moveTo>
                <a:cubicBezTo>
                  <a:pt x="27" y="0"/>
                  <a:pt x="0" y="27"/>
                  <a:pt x="0" y="61"/>
                </a:cubicBezTo>
                <a:cubicBezTo>
                  <a:pt x="0" y="94"/>
                  <a:pt x="27" y="120"/>
                  <a:pt x="60" y="120"/>
                </a:cubicBezTo>
                <a:cubicBezTo>
                  <a:pt x="94" y="120"/>
                  <a:pt x="120" y="94"/>
                  <a:pt x="120" y="61"/>
                </a:cubicBezTo>
                <a:cubicBezTo>
                  <a:pt x="120" y="27"/>
                  <a:pt x="94" y="0"/>
                  <a:pt x="60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7"/>
          <p:cNvSpPr/>
          <p:nvPr/>
        </p:nvSpPr>
        <p:spPr>
          <a:xfrm>
            <a:off x="1404705" y="2150079"/>
            <a:ext cx="93235" cy="93235"/>
          </a:xfrm>
          <a:custGeom>
            <a:avLst/>
            <a:gdLst/>
            <a:ahLst/>
            <a:cxnLst/>
            <a:rect l="l" t="t" r="r" b="b"/>
            <a:pathLst>
              <a:path w="139" h="139" extrusionOk="0">
                <a:moveTo>
                  <a:pt x="69" y="1"/>
                </a:moveTo>
                <a:cubicBezTo>
                  <a:pt x="31" y="1"/>
                  <a:pt x="0" y="32"/>
                  <a:pt x="0" y="69"/>
                </a:cubicBezTo>
                <a:cubicBezTo>
                  <a:pt x="0" y="108"/>
                  <a:pt x="31" y="139"/>
                  <a:pt x="69" y="139"/>
                </a:cubicBezTo>
                <a:cubicBezTo>
                  <a:pt x="107" y="139"/>
                  <a:pt x="138" y="108"/>
                  <a:pt x="138" y="69"/>
                </a:cubicBezTo>
                <a:cubicBezTo>
                  <a:pt x="138" y="32"/>
                  <a:pt x="107" y="1"/>
                  <a:pt x="69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7"/>
          <p:cNvSpPr/>
          <p:nvPr/>
        </p:nvSpPr>
        <p:spPr>
          <a:xfrm>
            <a:off x="1404035" y="2374781"/>
            <a:ext cx="70429" cy="71100"/>
          </a:xfrm>
          <a:custGeom>
            <a:avLst/>
            <a:gdLst/>
            <a:ahLst/>
            <a:cxnLst/>
            <a:rect l="l" t="t" r="r" b="b"/>
            <a:pathLst>
              <a:path w="105" h="106" extrusionOk="0">
                <a:moveTo>
                  <a:pt x="52" y="0"/>
                </a:moveTo>
                <a:cubicBezTo>
                  <a:pt x="24" y="0"/>
                  <a:pt x="0" y="24"/>
                  <a:pt x="0" y="54"/>
                </a:cubicBezTo>
                <a:cubicBezTo>
                  <a:pt x="0" y="82"/>
                  <a:pt x="24" y="106"/>
                  <a:pt x="52" y="106"/>
                </a:cubicBezTo>
                <a:cubicBezTo>
                  <a:pt x="81" y="106"/>
                  <a:pt x="104" y="82"/>
                  <a:pt x="104" y="54"/>
                </a:cubicBezTo>
                <a:cubicBezTo>
                  <a:pt x="104" y="24"/>
                  <a:pt x="81" y="0"/>
                  <a:pt x="52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7"/>
          <p:cNvSpPr/>
          <p:nvPr/>
        </p:nvSpPr>
        <p:spPr>
          <a:xfrm>
            <a:off x="1528124" y="2300998"/>
            <a:ext cx="107992" cy="108662"/>
          </a:xfrm>
          <a:custGeom>
            <a:avLst/>
            <a:gdLst/>
            <a:ahLst/>
            <a:cxnLst/>
            <a:rect l="l" t="t" r="r" b="b"/>
            <a:pathLst>
              <a:path w="161" h="162" extrusionOk="0">
                <a:moveTo>
                  <a:pt x="81" y="1"/>
                </a:moveTo>
                <a:cubicBezTo>
                  <a:pt x="36" y="1"/>
                  <a:pt x="0" y="37"/>
                  <a:pt x="0" y="82"/>
                </a:cubicBezTo>
                <a:cubicBezTo>
                  <a:pt x="0" y="126"/>
                  <a:pt x="36" y="162"/>
                  <a:pt x="81" y="162"/>
                </a:cubicBezTo>
                <a:cubicBezTo>
                  <a:pt x="125" y="162"/>
                  <a:pt x="161" y="126"/>
                  <a:pt x="161" y="82"/>
                </a:cubicBezTo>
                <a:cubicBezTo>
                  <a:pt x="161" y="37"/>
                  <a:pt x="125" y="1"/>
                  <a:pt x="81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1450317" y="2518322"/>
            <a:ext cx="78478" cy="77807"/>
          </a:xfrm>
          <a:custGeom>
            <a:avLst/>
            <a:gdLst/>
            <a:ahLst/>
            <a:cxnLst/>
            <a:rect l="l" t="t" r="r" b="b"/>
            <a:pathLst>
              <a:path w="117" h="116" extrusionOk="0">
                <a:moveTo>
                  <a:pt x="59" y="0"/>
                </a:moveTo>
                <a:cubicBezTo>
                  <a:pt x="27" y="0"/>
                  <a:pt x="1" y="26"/>
                  <a:pt x="1" y="58"/>
                </a:cubicBezTo>
                <a:cubicBezTo>
                  <a:pt x="1" y="89"/>
                  <a:pt x="27" y="116"/>
                  <a:pt x="59" y="116"/>
                </a:cubicBezTo>
                <a:cubicBezTo>
                  <a:pt x="91" y="116"/>
                  <a:pt x="116" y="89"/>
                  <a:pt x="116" y="58"/>
                </a:cubicBezTo>
                <a:cubicBezTo>
                  <a:pt x="116" y="26"/>
                  <a:pt x="91" y="0"/>
                  <a:pt x="59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7"/>
          <p:cNvSpPr/>
          <p:nvPr/>
        </p:nvSpPr>
        <p:spPr>
          <a:xfrm>
            <a:off x="2347784" y="1244565"/>
            <a:ext cx="71100" cy="70429"/>
          </a:xfrm>
          <a:custGeom>
            <a:avLst/>
            <a:gdLst/>
            <a:ahLst/>
            <a:cxnLst/>
            <a:rect l="l" t="t" r="r" b="b"/>
            <a:pathLst>
              <a:path w="106" h="105" extrusionOk="0">
                <a:moveTo>
                  <a:pt x="53" y="0"/>
                </a:moveTo>
                <a:cubicBezTo>
                  <a:pt x="24" y="0"/>
                  <a:pt x="1" y="24"/>
                  <a:pt x="1" y="52"/>
                </a:cubicBezTo>
                <a:cubicBezTo>
                  <a:pt x="1" y="81"/>
                  <a:pt x="24" y="105"/>
                  <a:pt x="53" y="105"/>
                </a:cubicBezTo>
                <a:cubicBezTo>
                  <a:pt x="83" y="105"/>
                  <a:pt x="105" y="81"/>
                  <a:pt x="105" y="52"/>
                </a:cubicBezTo>
                <a:cubicBezTo>
                  <a:pt x="105" y="24"/>
                  <a:pt x="83" y="0"/>
                  <a:pt x="53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7"/>
          <p:cNvSpPr/>
          <p:nvPr/>
        </p:nvSpPr>
        <p:spPr>
          <a:xfrm>
            <a:off x="1616663" y="2060869"/>
            <a:ext cx="70429" cy="71100"/>
          </a:xfrm>
          <a:custGeom>
            <a:avLst/>
            <a:gdLst/>
            <a:ahLst/>
            <a:cxnLst/>
            <a:rect l="l" t="t" r="r" b="b"/>
            <a:pathLst>
              <a:path w="105" h="106" extrusionOk="0">
                <a:moveTo>
                  <a:pt x="52" y="1"/>
                </a:moveTo>
                <a:cubicBezTo>
                  <a:pt x="24" y="1"/>
                  <a:pt x="0" y="24"/>
                  <a:pt x="0" y="53"/>
                </a:cubicBezTo>
                <a:cubicBezTo>
                  <a:pt x="0" y="82"/>
                  <a:pt x="24" y="105"/>
                  <a:pt x="52" y="105"/>
                </a:cubicBezTo>
                <a:cubicBezTo>
                  <a:pt x="81" y="105"/>
                  <a:pt x="105" y="82"/>
                  <a:pt x="105" y="53"/>
                </a:cubicBezTo>
                <a:cubicBezTo>
                  <a:pt x="105" y="24"/>
                  <a:pt x="81" y="1"/>
                  <a:pt x="52" y="1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7"/>
          <p:cNvSpPr/>
          <p:nvPr/>
        </p:nvSpPr>
        <p:spPr>
          <a:xfrm>
            <a:off x="1721971" y="2014587"/>
            <a:ext cx="31525" cy="31525"/>
          </a:xfrm>
          <a:custGeom>
            <a:avLst/>
            <a:gdLst/>
            <a:ahLst/>
            <a:cxnLst/>
            <a:rect l="l" t="t" r="r" b="b"/>
            <a:pathLst>
              <a:path w="47" h="47" extrusionOk="0">
                <a:moveTo>
                  <a:pt x="23" y="0"/>
                </a:moveTo>
                <a:cubicBezTo>
                  <a:pt x="11" y="0"/>
                  <a:pt x="1" y="10"/>
                  <a:pt x="1" y="24"/>
                </a:cubicBezTo>
                <a:cubicBezTo>
                  <a:pt x="1" y="36"/>
                  <a:pt x="11" y="46"/>
                  <a:pt x="23" y="46"/>
                </a:cubicBezTo>
                <a:cubicBezTo>
                  <a:pt x="36" y="46"/>
                  <a:pt x="47" y="36"/>
                  <a:pt x="47" y="24"/>
                </a:cubicBezTo>
                <a:cubicBezTo>
                  <a:pt x="47" y="10"/>
                  <a:pt x="36" y="0"/>
                  <a:pt x="23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7"/>
          <p:cNvSpPr/>
          <p:nvPr/>
        </p:nvSpPr>
        <p:spPr>
          <a:xfrm>
            <a:off x="1655567" y="1860314"/>
            <a:ext cx="62380" cy="62380"/>
          </a:xfrm>
          <a:custGeom>
            <a:avLst/>
            <a:gdLst/>
            <a:ahLst/>
            <a:cxnLst/>
            <a:rect l="l" t="t" r="r" b="b"/>
            <a:pathLst>
              <a:path w="93" h="93" extrusionOk="0">
                <a:moveTo>
                  <a:pt x="47" y="0"/>
                </a:moveTo>
                <a:cubicBezTo>
                  <a:pt x="21" y="0"/>
                  <a:pt x="1" y="20"/>
                  <a:pt x="1" y="46"/>
                </a:cubicBezTo>
                <a:cubicBezTo>
                  <a:pt x="1" y="72"/>
                  <a:pt x="21" y="92"/>
                  <a:pt x="47" y="92"/>
                </a:cubicBezTo>
                <a:cubicBezTo>
                  <a:pt x="72" y="92"/>
                  <a:pt x="93" y="72"/>
                  <a:pt x="93" y="46"/>
                </a:cubicBezTo>
                <a:cubicBezTo>
                  <a:pt x="93" y="20"/>
                  <a:pt x="72" y="0"/>
                  <a:pt x="47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7"/>
          <p:cNvSpPr/>
          <p:nvPr/>
        </p:nvSpPr>
        <p:spPr>
          <a:xfrm>
            <a:off x="1805816" y="1577257"/>
            <a:ext cx="117382" cy="117382"/>
          </a:xfrm>
          <a:custGeom>
            <a:avLst/>
            <a:gdLst/>
            <a:ahLst/>
            <a:cxnLst/>
            <a:rect l="l" t="t" r="r" b="b"/>
            <a:pathLst>
              <a:path w="175" h="175" extrusionOk="0">
                <a:moveTo>
                  <a:pt x="88" y="0"/>
                </a:moveTo>
                <a:cubicBezTo>
                  <a:pt x="39" y="0"/>
                  <a:pt x="1" y="39"/>
                  <a:pt x="1" y="87"/>
                </a:cubicBezTo>
                <a:cubicBezTo>
                  <a:pt x="1" y="136"/>
                  <a:pt x="39" y="174"/>
                  <a:pt x="88" y="174"/>
                </a:cubicBezTo>
                <a:cubicBezTo>
                  <a:pt x="136" y="174"/>
                  <a:pt x="175" y="136"/>
                  <a:pt x="175" y="87"/>
                </a:cubicBezTo>
                <a:cubicBezTo>
                  <a:pt x="175" y="39"/>
                  <a:pt x="136" y="0"/>
                  <a:pt x="88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7"/>
          <p:cNvSpPr/>
          <p:nvPr/>
        </p:nvSpPr>
        <p:spPr>
          <a:xfrm>
            <a:off x="2486630" y="1302920"/>
            <a:ext cx="86527" cy="86527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5" y="0"/>
                </a:moveTo>
                <a:cubicBezTo>
                  <a:pt x="29" y="0"/>
                  <a:pt x="1" y="29"/>
                  <a:pt x="1" y="64"/>
                </a:cubicBezTo>
                <a:cubicBezTo>
                  <a:pt x="1" y="99"/>
                  <a:pt x="29" y="128"/>
                  <a:pt x="65" y="128"/>
                </a:cubicBezTo>
                <a:cubicBezTo>
                  <a:pt x="101" y="128"/>
                  <a:pt x="128" y="99"/>
                  <a:pt x="128" y="64"/>
                </a:cubicBezTo>
                <a:cubicBezTo>
                  <a:pt x="128" y="29"/>
                  <a:pt x="101" y="0"/>
                  <a:pt x="65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7"/>
          <p:cNvSpPr/>
          <p:nvPr/>
        </p:nvSpPr>
        <p:spPr>
          <a:xfrm>
            <a:off x="1999663" y="1635613"/>
            <a:ext cx="40245" cy="39574"/>
          </a:xfrm>
          <a:custGeom>
            <a:avLst/>
            <a:gdLst/>
            <a:ahLst/>
            <a:cxnLst/>
            <a:rect l="l" t="t" r="r" b="b"/>
            <a:pathLst>
              <a:path w="60" h="59" extrusionOk="0">
                <a:moveTo>
                  <a:pt x="30" y="0"/>
                </a:moveTo>
                <a:cubicBezTo>
                  <a:pt x="13" y="0"/>
                  <a:pt x="0" y="14"/>
                  <a:pt x="0" y="30"/>
                </a:cubicBezTo>
                <a:cubicBezTo>
                  <a:pt x="0" y="45"/>
                  <a:pt x="13" y="59"/>
                  <a:pt x="30" y="59"/>
                </a:cubicBezTo>
                <a:cubicBezTo>
                  <a:pt x="46" y="59"/>
                  <a:pt x="59" y="45"/>
                  <a:pt x="59" y="30"/>
                </a:cubicBezTo>
                <a:cubicBezTo>
                  <a:pt x="59" y="14"/>
                  <a:pt x="46" y="0"/>
                  <a:pt x="30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7"/>
          <p:cNvSpPr/>
          <p:nvPr/>
        </p:nvSpPr>
        <p:spPr>
          <a:xfrm>
            <a:off x="1980211" y="1484694"/>
            <a:ext cx="86527" cy="86527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100"/>
                  <a:pt x="29" y="128"/>
                  <a:pt x="64" y="128"/>
                </a:cubicBezTo>
                <a:cubicBezTo>
                  <a:pt x="100" y="128"/>
                  <a:pt x="128" y="100"/>
                  <a:pt x="128" y="64"/>
                </a:cubicBezTo>
                <a:cubicBezTo>
                  <a:pt x="128" y="29"/>
                  <a:pt x="100" y="0"/>
                  <a:pt x="64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7"/>
          <p:cNvSpPr/>
          <p:nvPr/>
        </p:nvSpPr>
        <p:spPr>
          <a:xfrm>
            <a:off x="2115703" y="1553781"/>
            <a:ext cx="55002" cy="55672"/>
          </a:xfrm>
          <a:custGeom>
            <a:avLst/>
            <a:gdLst/>
            <a:ahLst/>
            <a:cxnLst/>
            <a:rect l="l" t="t" r="r" b="b"/>
            <a:pathLst>
              <a:path w="82" h="83" extrusionOk="0">
                <a:moveTo>
                  <a:pt x="41" y="1"/>
                </a:moveTo>
                <a:cubicBezTo>
                  <a:pt x="18" y="1"/>
                  <a:pt x="0" y="19"/>
                  <a:pt x="0" y="42"/>
                </a:cubicBezTo>
                <a:cubicBezTo>
                  <a:pt x="0" y="64"/>
                  <a:pt x="18" y="83"/>
                  <a:pt x="41" y="83"/>
                </a:cubicBezTo>
                <a:cubicBezTo>
                  <a:pt x="63" y="83"/>
                  <a:pt x="82" y="64"/>
                  <a:pt x="82" y="42"/>
                </a:cubicBezTo>
                <a:cubicBezTo>
                  <a:pt x="82" y="19"/>
                  <a:pt x="63" y="1"/>
                  <a:pt x="41" y="1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7"/>
          <p:cNvSpPr/>
          <p:nvPr/>
        </p:nvSpPr>
        <p:spPr>
          <a:xfrm>
            <a:off x="2119728" y="1433716"/>
            <a:ext cx="40245" cy="39574"/>
          </a:xfrm>
          <a:custGeom>
            <a:avLst/>
            <a:gdLst/>
            <a:ahLst/>
            <a:cxnLst/>
            <a:rect l="l" t="t" r="r" b="b"/>
            <a:pathLst>
              <a:path w="60" h="59" extrusionOk="0">
                <a:moveTo>
                  <a:pt x="30" y="1"/>
                </a:moveTo>
                <a:cubicBezTo>
                  <a:pt x="13" y="1"/>
                  <a:pt x="0" y="14"/>
                  <a:pt x="0" y="30"/>
                </a:cubicBezTo>
                <a:cubicBezTo>
                  <a:pt x="0" y="47"/>
                  <a:pt x="13" y="59"/>
                  <a:pt x="30" y="59"/>
                </a:cubicBezTo>
                <a:cubicBezTo>
                  <a:pt x="46" y="59"/>
                  <a:pt x="60" y="47"/>
                  <a:pt x="60" y="30"/>
                </a:cubicBezTo>
                <a:cubicBezTo>
                  <a:pt x="60" y="14"/>
                  <a:pt x="46" y="1"/>
                  <a:pt x="30" y="1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3221775" y="3654575"/>
            <a:ext cx="72442" cy="73112"/>
          </a:xfrm>
          <a:custGeom>
            <a:avLst/>
            <a:gdLst/>
            <a:ahLst/>
            <a:cxnLst/>
            <a:rect l="l" t="t" r="r" b="b"/>
            <a:pathLst>
              <a:path w="108" h="109" extrusionOk="0">
                <a:moveTo>
                  <a:pt x="54" y="1"/>
                </a:moveTo>
                <a:cubicBezTo>
                  <a:pt x="24" y="1"/>
                  <a:pt x="0" y="25"/>
                  <a:pt x="0" y="55"/>
                </a:cubicBezTo>
                <a:cubicBezTo>
                  <a:pt x="0" y="85"/>
                  <a:pt x="24" y="108"/>
                  <a:pt x="54" y="108"/>
                </a:cubicBezTo>
                <a:cubicBezTo>
                  <a:pt x="83" y="108"/>
                  <a:pt x="108" y="85"/>
                  <a:pt x="108" y="55"/>
                </a:cubicBezTo>
                <a:cubicBezTo>
                  <a:pt x="108" y="25"/>
                  <a:pt x="83" y="1"/>
                  <a:pt x="54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7"/>
          <p:cNvSpPr/>
          <p:nvPr/>
        </p:nvSpPr>
        <p:spPr>
          <a:xfrm>
            <a:off x="3294216" y="3494265"/>
            <a:ext cx="155615" cy="154944"/>
          </a:xfrm>
          <a:custGeom>
            <a:avLst/>
            <a:gdLst/>
            <a:ahLst/>
            <a:cxnLst/>
            <a:rect l="l" t="t" r="r" b="b"/>
            <a:pathLst>
              <a:path w="232" h="231" extrusionOk="0">
                <a:moveTo>
                  <a:pt x="115" y="0"/>
                </a:moveTo>
                <a:cubicBezTo>
                  <a:pt x="52" y="0"/>
                  <a:pt x="1" y="52"/>
                  <a:pt x="1" y="116"/>
                </a:cubicBezTo>
                <a:cubicBezTo>
                  <a:pt x="1" y="179"/>
                  <a:pt x="52" y="230"/>
                  <a:pt x="115" y="230"/>
                </a:cubicBezTo>
                <a:cubicBezTo>
                  <a:pt x="179" y="230"/>
                  <a:pt x="231" y="179"/>
                  <a:pt x="231" y="116"/>
                </a:cubicBezTo>
                <a:cubicBezTo>
                  <a:pt x="231" y="52"/>
                  <a:pt x="179" y="0"/>
                  <a:pt x="115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7"/>
          <p:cNvSpPr/>
          <p:nvPr/>
        </p:nvSpPr>
        <p:spPr>
          <a:xfrm>
            <a:off x="3494771" y="3478838"/>
            <a:ext cx="93235" cy="93235"/>
          </a:xfrm>
          <a:custGeom>
            <a:avLst/>
            <a:gdLst/>
            <a:ahLst/>
            <a:cxnLst/>
            <a:rect l="l" t="t" r="r" b="b"/>
            <a:pathLst>
              <a:path w="139" h="139" extrusionOk="0">
                <a:moveTo>
                  <a:pt x="70" y="1"/>
                </a:moveTo>
                <a:cubicBezTo>
                  <a:pt x="31" y="1"/>
                  <a:pt x="1" y="31"/>
                  <a:pt x="1" y="70"/>
                </a:cubicBezTo>
                <a:cubicBezTo>
                  <a:pt x="1" y="108"/>
                  <a:pt x="31" y="139"/>
                  <a:pt x="70" y="139"/>
                </a:cubicBezTo>
                <a:cubicBezTo>
                  <a:pt x="108" y="139"/>
                  <a:pt x="139" y="108"/>
                  <a:pt x="139" y="70"/>
                </a:cubicBezTo>
                <a:cubicBezTo>
                  <a:pt x="139" y="31"/>
                  <a:pt x="108" y="1"/>
                  <a:pt x="70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7"/>
          <p:cNvSpPr/>
          <p:nvPr/>
        </p:nvSpPr>
        <p:spPr>
          <a:xfrm>
            <a:off x="3645020" y="3242062"/>
            <a:ext cx="175738" cy="175737"/>
          </a:xfrm>
          <a:custGeom>
            <a:avLst/>
            <a:gdLst/>
            <a:ahLst/>
            <a:cxnLst/>
            <a:rect l="l" t="t" r="r" b="b"/>
            <a:pathLst>
              <a:path w="262" h="262" extrusionOk="0">
                <a:moveTo>
                  <a:pt x="131" y="1"/>
                </a:moveTo>
                <a:cubicBezTo>
                  <a:pt x="59" y="1"/>
                  <a:pt x="1" y="60"/>
                  <a:pt x="1" y="132"/>
                </a:cubicBezTo>
                <a:cubicBezTo>
                  <a:pt x="1" y="203"/>
                  <a:pt x="59" y="262"/>
                  <a:pt x="131" y="262"/>
                </a:cubicBezTo>
                <a:cubicBezTo>
                  <a:pt x="203" y="262"/>
                  <a:pt x="262" y="203"/>
                  <a:pt x="262" y="132"/>
                </a:cubicBezTo>
                <a:cubicBezTo>
                  <a:pt x="262" y="58"/>
                  <a:pt x="203" y="1"/>
                  <a:pt x="131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7"/>
          <p:cNvSpPr/>
          <p:nvPr/>
        </p:nvSpPr>
        <p:spPr>
          <a:xfrm>
            <a:off x="3881796" y="3158889"/>
            <a:ext cx="52319" cy="52319"/>
          </a:xfrm>
          <a:custGeom>
            <a:avLst/>
            <a:gdLst/>
            <a:ahLst/>
            <a:cxnLst/>
            <a:rect l="l" t="t" r="r" b="b"/>
            <a:pathLst>
              <a:path w="78" h="78" extrusionOk="0">
                <a:moveTo>
                  <a:pt x="40" y="1"/>
                </a:moveTo>
                <a:cubicBezTo>
                  <a:pt x="17" y="1"/>
                  <a:pt x="1" y="17"/>
                  <a:pt x="1" y="39"/>
                </a:cubicBezTo>
                <a:cubicBezTo>
                  <a:pt x="1" y="61"/>
                  <a:pt x="17" y="78"/>
                  <a:pt x="40" y="78"/>
                </a:cubicBezTo>
                <a:cubicBezTo>
                  <a:pt x="61" y="78"/>
                  <a:pt x="77" y="61"/>
                  <a:pt x="77" y="39"/>
                </a:cubicBezTo>
                <a:cubicBezTo>
                  <a:pt x="77" y="18"/>
                  <a:pt x="61" y="1"/>
                  <a:pt x="40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7"/>
          <p:cNvSpPr/>
          <p:nvPr/>
        </p:nvSpPr>
        <p:spPr>
          <a:xfrm>
            <a:off x="4032044" y="2792659"/>
            <a:ext cx="73112" cy="72441"/>
          </a:xfrm>
          <a:custGeom>
            <a:avLst/>
            <a:gdLst/>
            <a:ahLst/>
            <a:cxnLst/>
            <a:rect l="l" t="t" r="r" b="b"/>
            <a:pathLst>
              <a:path w="109" h="108" extrusionOk="0">
                <a:moveTo>
                  <a:pt x="54" y="1"/>
                </a:moveTo>
                <a:cubicBezTo>
                  <a:pt x="24" y="1"/>
                  <a:pt x="1" y="25"/>
                  <a:pt x="1" y="55"/>
                </a:cubicBezTo>
                <a:cubicBezTo>
                  <a:pt x="1" y="83"/>
                  <a:pt x="24" y="108"/>
                  <a:pt x="54" y="108"/>
                </a:cubicBezTo>
                <a:cubicBezTo>
                  <a:pt x="84" y="108"/>
                  <a:pt x="108" y="83"/>
                  <a:pt x="108" y="55"/>
                </a:cubicBezTo>
                <a:cubicBezTo>
                  <a:pt x="108" y="25"/>
                  <a:pt x="84" y="1"/>
                  <a:pt x="54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7"/>
          <p:cNvSpPr/>
          <p:nvPr/>
        </p:nvSpPr>
        <p:spPr>
          <a:xfrm>
            <a:off x="4057533" y="2535090"/>
            <a:ext cx="103967" cy="103967"/>
          </a:xfrm>
          <a:custGeom>
            <a:avLst/>
            <a:gdLst/>
            <a:ahLst/>
            <a:cxnLst/>
            <a:rect l="l" t="t" r="r" b="b"/>
            <a:pathLst>
              <a:path w="155" h="155" extrusionOk="0">
                <a:moveTo>
                  <a:pt x="79" y="1"/>
                </a:moveTo>
                <a:cubicBezTo>
                  <a:pt x="79" y="1"/>
                  <a:pt x="78" y="1"/>
                  <a:pt x="77" y="1"/>
                </a:cubicBezTo>
                <a:cubicBezTo>
                  <a:pt x="35" y="1"/>
                  <a:pt x="1" y="36"/>
                  <a:pt x="1" y="78"/>
                </a:cubicBezTo>
                <a:cubicBezTo>
                  <a:pt x="1" y="120"/>
                  <a:pt x="35" y="154"/>
                  <a:pt x="77" y="154"/>
                </a:cubicBezTo>
                <a:cubicBezTo>
                  <a:pt x="120" y="154"/>
                  <a:pt x="154" y="120"/>
                  <a:pt x="154" y="78"/>
                </a:cubicBezTo>
                <a:cubicBezTo>
                  <a:pt x="154" y="35"/>
                  <a:pt x="121" y="1"/>
                  <a:pt x="79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7"/>
          <p:cNvSpPr/>
          <p:nvPr/>
        </p:nvSpPr>
        <p:spPr>
          <a:xfrm>
            <a:off x="4068265" y="2251362"/>
            <a:ext cx="154944" cy="154944"/>
          </a:xfrm>
          <a:custGeom>
            <a:avLst/>
            <a:gdLst/>
            <a:ahLst/>
            <a:cxnLst/>
            <a:rect l="l" t="t" r="r" b="b"/>
            <a:pathLst>
              <a:path w="231" h="231" extrusionOk="0">
                <a:moveTo>
                  <a:pt x="116" y="0"/>
                </a:moveTo>
                <a:cubicBezTo>
                  <a:pt x="52" y="0"/>
                  <a:pt x="0" y="52"/>
                  <a:pt x="0" y="116"/>
                </a:cubicBezTo>
                <a:cubicBezTo>
                  <a:pt x="0" y="179"/>
                  <a:pt x="52" y="230"/>
                  <a:pt x="116" y="230"/>
                </a:cubicBezTo>
                <a:cubicBezTo>
                  <a:pt x="179" y="230"/>
                  <a:pt x="230" y="179"/>
                  <a:pt x="230" y="116"/>
                </a:cubicBezTo>
                <a:cubicBezTo>
                  <a:pt x="230" y="52"/>
                  <a:pt x="179" y="0"/>
                  <a:pt x="116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7"/>
          <p:cNvSpPr/>
          <p:nvPr/>
        </p:nvSpPr>
        <p:spPr>
          <a:xfrm>
            <a:off x="4124608" y="2075626"/>
            <a:ext cx="42258" cy="41587"/>
          </a:xfrm>
          <a:custGeom>
            <a:avLst/>
            <a:gdLst/>
            <a:ahLst/>
            <a:cxnLst/>
            <a:rect l="l" t="t" r="r" b="b"/>
            <a:pathLst>
              <a:path w="63" h="62" extrusionOk="0">
                <a:moveTo>
                  <a:pt x="32" y="0"/>
                </a:moveTo>
                <a:cubicBezTo>
                  <a:pt x="15" y="0"/>
                  <a:pt x="1" y="15"/>
                  <a:pt x="1" y="31"/>
                </a:cubicBezTo>
                <a:cubicBezTo>
                  <a:pt x="1" y="47"/>
                  <a:pt x="15" y="62"/>
                  <a:pt x="32" y="62"/>
                </a:cubicBezTo>
                <a:cubicBezTo>
                  <a:pt x="48" y="62"/>
                  <a:pt x="62" y="47"/>
                  <a:pt x="62" y="31"/>
                </a:cubicBezTo>
                <a:cubicBezTo>
                  <a:pt x="62" y="15"/>
                  <a:pt x="48" y="0"/>
                  <a:pt x="32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7"/>
          <p:cNvSpPr/>
          <p:nvPr/>
        </p:nvSpPr>
        <p:spPr>
          <a:xfrm>
            <a:off x="3990458" y="1729518"/>
            <a:ext cx="123419" cy="124089"/>
          </a:xfrm>
          <a:custGeom>
            <a:avLst/>
            <a:gdLst/>
            <a:ahLst/>
            <a:cxnLst/>
            <a:rect l="l" t="t" r="r" b="b"/>
            <a:pathLst>
              <a:path w="184" h="185" extrusionOk="0">
                <a:moveTo>
                  <a:pt x="92" y="1"/>
                </a:moveTo>
                <a:cubicBezTo>
                  <a:pt x="41" y="1"/>
                  <a:pt x="0" y="43"/>
                  <a:pt x="0" y="93"/>
                </a:cubicBezTo>
                <a:cubicBezTo>
                  <a:pt x="0" y="144"/>
                  <a:pt x="41" y="185"/>
                  <a:pt x="92" y="185"/>
                </a:cubicBezTo>
                <a:cubicBezTo>
                  <a:pt x="143" y="185"/>
                  <a:pt x="184" y="144"/>
                  <a:pt x="184" y="93"/>
                </a:cubicBezTo>
                <a:cubicBezTo>
                  <a:pt x="184" y="43"/>
                  <a:pt x="143" y="1"/>
                  <a:pt x="92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/>
        </p:nvSpPr>
        <p:spPr>
          <a:xfrm>
            <a:off x="311700" y="287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sz="2800" b="1" cap="all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Felhasznált minták</a:t>
            </a:r>
            <a:endParaRPr sz="2800" b="1" cap="all" dirty="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50" name="Google Shape;150;p28"/>
          <p:cNvGrpSpPr/>
          <p:nvPr/>
        </p:nvGrpSpPr>
        <p:grpSpPr>
          <a:xfrm>
            <a:off x="4021178" y="2301575"/>
            <a:ext cx="1314702" cy="651175"/>
            <a:chOff x="2909350" y="1920575"/>
            <a:chExt cx="1314702" cy="651175"/>
          </a:xfrm>
        </p:grpSpPr>
        <p:grpSp>
          <p:nvGrpSpPr>
            <p:cNvPr id="151" name="Google Shape;151;p28"/>
            <p:cNvGrpSpPr/>
            <p:nvPr/>
          </p:nvGrpSpPr>
          <p:grpSpPr>
            <a:xfrm>
              <a:off x="2909350" y="1920575"/>
              <a:ext cx="1314702" cy="651175"/>
              <a:chOff x="2756950" y="1920575"/>
              <a:chExt cx="1314702" cy="651175"/>
            </a:xfrm>
          </p:grpSpPr>
          <p:sp>
            <p:nvSpPr>
              <p:cNvPr id="152" name="Google Shape;152;p28"/>
              <p:cNvSpPr/>
              <p:nvPr/>
            </p:nvSpPr>
            <p:spPr>
              <a:xfrm>
                <a:off x="2776841" y="1920575"/>
                <a:ext cx="1089417" cy="600083"/>
              </a:xfrm>
              <a:custGeom>
                <a:avLst/>
                <a:gdLst/>
                <a:ahLst/>
                <a:cxnLst/>
                <a:rect l="l" t="t" r="r" b="b"/>
                <a:pathLst>
                  <a:path w="5203" h="2866" extrusionOk="0">
                    <a:moveTo>
                      <a:pt x="0" y="0"/>
                    </a:moveTo>
                    <a:cubicBezTo>
                      <a:pt x="0" y="0"/>
                      <a:pt x="249" y="1985"/>
                      <a:pt x="1579" y="2865"/>
                    </a:cubicBezTo>
                    <a:lnTo>
                      <a:pt x="3625" y="2865"/>
                    </a:lnTo>
                    <a:cubicBezTo>
                      <a:pt x="4955" y="1985"/>
                      <a:pt x="5203" y="0"/>
                      <a:pt x="5203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8"/>
              <p:cNvSpPr/>
              <p:nvPr/>
            </p:nvSpPr>
            <p:spPr>
              <a:xfrm>
                <a:off x="3709211" y="1973339"/>
                <a:ext cx="362441" cy="375209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792" extrusionOk="0">
                    <a:moveTo>
                      <a:pt x="713" y="0"/>
                    </a:moveTo>
                    <a:lnTo>
                      <a:pt x="649" y="268"/>
                    </a:lnTo>
                    <a:cubicBezTo>
                      <a:pt x="654" y="268"/>
                      <a:pt x="660" y="268"/>
                      <a:pt x="666" y="268"/>
                    </a:cubicBezTo>
                    <a:cubicBezTo>
                      <a:pt x="867" y="268"/>
                      <a:pt x="1139" y="304"/>
                      <a:pt x="1293" y="443"/>
                    </a:cubicBezTo>
                    <a:cubicBezTo>
                      <a:pt x="1405" y="544"/>
                      <a:pt x="1454" y="690"/>
                      <a:pt x="1442" y="887"/>
                    </a:cubicBezTo>
                    <a:cubicBezTo>
                      <a:pt x="1432" y="1059"/>
                      <a:pt x="1367" y="1192"/>
                      <a:pt x="1244" y="1294"/>
                    </a:cubicBezTo>
                    <a:cubicBezTo>
                      <a:pt x="1011" y="1487"/>
                      <a:pt x="636" y="1523"/>
                      <a:pt x="383" y="1523"/>
                    </a:cubicBezTo>
                    <a:cubicBezTo>
                      <a:pt x="281" y="1523"/>
                      <a:pt x="199" y="1517"/>
                      <a:pt x="154" y="1513"/>
                    </a:cubicBezTo>
                    <a:lnTo>
                      <a:pt x="1" y="1765"/>
                    </a:lnTo>
                    <a:cubicBezTo>
                      <a:pt x="14" y="1767"/>
                      <a:pt x="195" y="1792"/>
                      <a:pt x="413" y="1792"/>
                    </a:cubicBezTo>
                    <a:cubicBezTo>
                      <a:pt x="494" y="1792"/>
                      <a:pt x="580" y="1789"/>
                      <a:pt x="664" y="1779"/>
                    </a:cubicBezTo>
                    <a:cubicBezTo>
                      <a:pt x="920" y="1752"/>
                      <a:pt x="1206" y="1678"/>
                      <a:pt x="1416" y="1506"/>
                    </a:cubicBezTo>
                    <a:cubicBezTo>
                      <a:pt x="1598" y="1356"/>
                      <a:pt x="1697" y="1154"/>
                      <a:pt x="1713" y="905"/>
                    </a:cubicBezTo>
                    <a:cubicBezTo>
                      <a:pt x="1730" y="623"/>
                      <a:pt x="1650" y="402"/>
                      <a:pt x="1476" y="244"/>
                    </a:cubicBezTo>
                    <a:cubicBezTo>
                      <a:pt x="1256" y="44"/>
                      <a:pt x="937" y="2"/>
                      <a:pt x="713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8"/>
              <p:cNvSpPr/>
              <p:nvPr/>
            </p:nvSpPr>
            <p:spPr>
              <a:xfrm>
                <a:off x="2756950" y="2555000"/>
                <a:ext cx="11292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80" extrusionOk="0">
                    <a:moveTo>
                      <a:pt x="41" y="0"/>
                    </a:moveTo>
                    <a:cubicBezTo>
                      <a:pt x="18" y="0"/>
                      <a:pt x="1" y="18"/>
                      <a:pt x="1" y="40"/>
                    </a:cubicBezTo>
                    <a:cubicBezTo>
                      <a:pt x="1" y="61"/>
                      <a:pt x="18" y="80"/>
                      <a:pt x="41" y="80"/>
                    </a:cubicBezTo>
                    <a:lnTo>
                      <a:pt x="5352" y="80"/>
                    </a:lnTo>
                    <a:cubicBezTo>
                      <a:pt x="5374" y="80"/>
                      <a:pt x="5392" y="61"/>
                      <a:pt x="5392" y="40"/>
                    </a:cubicBezTo>
                    <a:cubicBezTo>
                      <a:pt x="5392" y="18"/>
                      <a:pt x="5374" y="0"/>
                      <a:pt x="5352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5" name="Google Shape;155;p28"/>
            <p:cNvSpPr/>
            <p:nvPr/>
          </p:nvSpPr>
          <p:spPr>
            <a:xfrm>
              <a:off x="3045238" y="2091849"/>
              <a:ext cx="857421" cy="356365"/>
            </a:xfrm>
            <a:custGeom>
              <a:avLst/>
              <a:gdLst/>
              <a:ahLst/>
              <a:cxnLst/>
              <a:rect l="l" t="t" r="r" b="b"/>
              <a:pathLst>
                <a:path w="4095" h="1702" extrusionOk="0">
                  <a:moveTo>
                    <a:pt x="1" y="1"/>
                  </a:moveTo>
                  <a:cubicBezTo>
                    <a:pt x="190" y="561"/>
                    <a:pt x="533" y="1266"/>
                    <a:pt x="1132" y="1701"/>
                  </a:cubicBezTo>
                  <a:lnTo>
                    <a:pt x="2964" y="1701"/>
                  </a:lnTo>
                  <a:cubicBezTo>
                    <a:pt x="3561" y="1267"/>
                    <a:pt x="3905" y="561"/>
                    <a:pt x="40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" name="Google Shape;156;p28"/>
          <p:cNvGrpSpPr/>
          <p:nvPr/>
        </p:nvGrpSpPr>
        <p:grpSpPr>
          <a:xfrm>
            <a:off x="1814400" y="2301575"/>
            <a:ext cx="1314492" cy="651175"/>
            <a:chOff x="450000" y="1920575"/>
            <a:chExt cx="1314492" cy="651175"/>
          </a:xfrm>
        </p:grpSpPr>
        <p:grpSp>
          <p:nvGrpSpPr>
            <p:cNvPr id="157" name="Google Shape;157;p28"/>
            <p:cNvGrpSpPr/>
            <p:nvPr/>
          </p:nvGrpSpPr>
          <p:grpSpPr>
            <a:xfrm>
              <a:off x="450000" y="1920575"/>
              <a:ext cx="1314492" cy="651175"/>
              <a:chOff x="450000" y="1920575"/>
              <a:chExt cx="1314492" cy="651175"/>
            </a:xfrm>
          </p:grpSpPr>
          <p:sp>
            <p:nvSpPr>
              <p:cNvPr id="158" name="Google Shape;158;p28"/>
              <p:cNvSpPr/>
              <p:nvPr/>
            </p:nvSpPr>
            <p:spPr>
              <a:xfrm>
                <a:off x="469472" y="1920575"/>
                <a:ext cx="1089627" cy="600083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2866" extrusionOk="0">
                    <a:moveTo>
                      <a:pt x="0" y="0"/>
                    </a:moveTo>
                    <a:cubicBezTo>
                      <a:pt x="0" y="0"/>
                      <a:pt x="249" y="1985"/>
                      <a:pt x="1579" y="2865"/>
                    </a:cubicBezTo>
                    <a:lnTo>
                      <a:pt x="3625" y="2865"/>
                    </a:lnTo>
                    <a:cubicBezTo>
                      <a:pt x="4956" y="1985"/>
                      <a:pt x="5203" y="0"/>
                      <a:pt x="5203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8"/>
              <p:cNvSpPr/>
              <p:nvPr/>
            </p:nvSpPr>
            <p:spPr>
              <a:xfrm>
                <a:off x="1402261" y="1973339"/>
                <a:ext cx="362232" cy="375209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792" extrusionOk="0">
                    <a:moveTo>
                      <a:pt x="712" y="0"/>
                    </a:moveTo>
                    <a:lnTo>
                      <a:pt x="649" y="268"/>
                    </a:lnTo>
                    <a:cubicBezTo>
                      <a:pt x="655" y="268"/>
                      <a:pt x="660" y="268"/>
                      <a:pt x="666" y="268"/>
                    </a:cubicBezTo>
                    <a:cubicBezTo>
                      <a:pt x="866" y="268"/>
                      <a:pt x="1139" y="304"/>
                      <a:pt x="1294" y="443"/>
                    </a:cubicBezTo>
                    <a:cubicBezTo>
                      <a:pt x="1405" y="544"/>
                      <a:pt x="1453" y="690"/>
                      <a:pt x="1442" y="887"/>
                    </a:cubicBezTo>
                    <a:cubicBezTo>
                      <a:pt x="1432" y="1059"/>
                      <a:pt x="1366" y="1192"/>
                      <a:pt x="1243" y="1294"/>
                    </a:cubicBezTo>
                    <a:cubicBezTo>
                      <a:pt x="1010" y="1487"/>
                      <a:pt x="636" y="1523"/>
                      <a:pt x="383" y="1523"/>
                    </a:cubicBezTo>
                    <a:cubicBezTo>
                      <a:pt x="281" y="1523"/>
                      <a:pt x="199" y="1517"/>
                      <a:pt x="154" y="1513"/>
                    </a:cubicBezTo>
                    <a:lnTo>
                      <a:pt x="0" y="1765"/>
                    </a:lnTo>
                    <a:cubicBezTo>
                      <a:pt x="14" y="1767"/>
                      <a:pt x="195" y="1792"/>
                      <a:pt x="413" y="1792"/>
                    </a:cubicBezTo>
                    <a:cubicBezTo>
                      <a:pt x="494" y="1792"/>
                      <a:pt x="580" y="1789"/>
                      <a:pt x="664" y="1779"/>
                    </a:cubicBezTo>
                    <a:cubicBezTo>
                      <a:pt x="920" y="1752"/>
                      <a:pt x="1207" y="1678"/>
                      <a:pt x="1416" y="1506"/>
                    </a:cubicBezTo>
                    <a:cubicBezTo>
                      <a:pt x="1597" y="1356"/>
                      <a:pt x="1698" y="1154"/>
                      <a:pt x="1713" y="905"/>
                    </a:cubicBezTo>
                    <a:cubicBezTo>
                      <a:pt x="1729" y="623"/>
                      <a:pt x="1651" y="402"/>
                      <a:pt x="1477" y="244"/>
                    </a:cubicBezTo>
                    <a:cubicBezTo>
                      <a:pt x="1257" y="44"/>
                      <a:pt x="936" y="2"/>
                      <a:pt x="712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8"/>
              <p:cNvSpPr/>
              <p:nvPr/>
            </p:nvSpPr>
            <p:spPr>
              <a:xfrm>
                <a:off x="450000" y="2555000"/>
                <a:ext cx="112899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5392" h="80" extrusionOk="0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61"/>
                      <a:pt x="19" y="80"/>
                      <a:pt x="40" y="80"/>
                    </a:cubicBezTo>
                    <a:lnTo>
                      <a:pt x="5351" y="80"/>
                    </a:lnTo>
                    <a:cubicBezTo>
                      <a:pt x="5373" y="80"/>
                      <a:pt x="5391" y="61"/>
                      <a:pt x="5391" y="40"/>
                    </a:cubicBezTo>
                    <a:cubicBezTo>
                      <a:pt x="5391" y="18"/>
                      <a:pt x="5373" y="0"/>
                      <a:pt x="5351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1" name="Google Shape;161;p28"/>
            <p:cNvSpPr/>
            <p:nvPr/>
          </p:nvSpPr>
          <p:spPr>
            <a:xfrm>
              <a:off x="625251" y="2190467"/>
              <a:ext cx="778903" cy="257956"/>
            </a:xfrm>
            <a:custGeom>
              <a:avLst/>
              <a:gdLst/>
              <a:ahLst/>
              <a:cxnLst/>
              <a:rect l="l" t="t" r="r" b="b"/>
              <a:pathLst>
                <a:path w="3720" h="1232" extrusionOk="0">
                  <a:moveTo>
                    <a:pt x="0" y="1"/>
                  </a:moveTo>
                  <a:cubicBezTo>
                    <a:pt x="205" y="447"/>
                    <a:pt x="507" y="911"/>
                    <a:pt x="944" y="1231"/>
                  </a:cubicBezTo>
                  <a:lnTo>
                    <a:pt x="2775" y="1231"/>
                  </a:lnTo>
                  <a:cubicBezTo>
                    <a:pt x="3214" y="911"/>
                    <a:pt x="3515" y="447"/>
                    <a:pt x="3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" name="Google Shape;162;p28"/>
          <p:cNvGrpSpPr/>
          <p:nvPr/>
        </p:nvGrpSpPr>
        <p:grpSpPr>
          <a:xfrm>
            <a:off x="6228166" y="2301575"/>
            <a:ext cx="1314492" cy="651175"/>
            <a:chOff x="5064319" y="1920575"/>
            <a:chExt cx="1314492" cy="651175"/>
          </a:xfrm>
        </p:grpSpPr>
        <p:grpSp>
          <p:nvGrpSpPr>
            <p:cNvPr id="163" name="Google Shape;163;p28"/>
            <p:cNvGrpSpPr/>
            <p:nvPr/>
          </p:nvGrpSpPr>
          <p:grpSpPr>
            <a:xfrm>
              <a:off x="5064319" y="1920575"/>
              <a:ext cx="1314492" cy="651175"/>
              <a:chOff x="5064319" y="1920575"/>
              <a:chExt cx="1314492" cy="651175"/>
            </a:xfrm>
          </p:grpSpPr>
          <p:sp>
            <p:nvSpPr>
              <p:cNvPr id="164" name="Google Shape;164;p28"/>
              <p:cNvSpPr/>
              <p:nvPr/>
            </p:nvSpPr>
            <p:spPr>
              <a:xfrm>
                <a:off x="5083791" y="1920575"/>
                <a:ext cx="1089627" cy="600083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2866" extrusionOk="0">
                    <a:moveTo>
                      <a:pt x="1" y="0"/>
                    </a:moveTo>
                    <a:cubicBezTo>
                      <a:pt x="1" y="0"/>
                      <a:pt x="248" y="1985"/>
                      <a:pt x="1578" y="2865"/>
                    </a:cubicBezTo>
                    <a:lnTo>
                      <a:pt x="3625" y="2865"/>
                    </a:lnTo>
                    <a:cubicBezTo>
                      <a:pt x="4955" y="1985"/>
                      <a:pt x="5204" y="0"/>
                      <a:pt x="5204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8"/>
              <p:cNvSpPr/>
              <p:nvPr/>
            </p:nvSpPr>
            <p:spPr>
              <a:xfrm>
                <a:off x="6016580" y="1973339"/>
                <a:ext cx="362232" cy="375209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792" extrusionOk="0">
                    <a:moveTo>
                      <a:pt x="713" y="0"/>
                    </a:moveTo>
                    <a:lnTo>
                      <a:pt x="649" y="268"/>
                    </a:lnTo>
                    <a:cubicBezTo>
                      <a:pt x="655" y="268"/>
                      <a:pt x="661" y="268"/>
                      <a:pt x="666" y="268"/>
                    </a:cubicBezTo>
                    <a:cubicBezTo>
                      <a:pt x="867" y="268"/>
                      <a:pt x="1140" y="304"/>
                      <a:pt x="1293" y="443"/>
                    </a:cubicBezTo>
                    <a:cubicBezTo>
                      <a:pt x="1405" y="544"/>
                      <a:pt x="1454" y="690"/>
                      <a:pt x="1442" y="887"/>
                    </a:cubicBezTo>
                    <a:cubicBezTo>
                      <a:pt x="1432" y="1059"/>
                      <a:pt x="1367" y="1192"/>
                      <a:pt x="1244" y="1294"/>
                    </a:cubicBezTo>
                    <a:cubicBezTo>
                      <a:pt x="1011" y="1487"/>
                      <a:pt x="636" y="1523"/>
                      <a:pt x="383" y="1523"/>
                    </a:cubicBezTo>
                    <a:cubicBezTo>
                      <a:pt x="281" y="1523"/>
                      <a:pt x="199" y="1517"/>
                      <a:pt x="154" y="1513"/>
                    </a:cubicBezTo>
                    <a:lnTo>
                      <a:pt x="1" y="1765"/>
                    </a:lnTo>
                    <a:cubicBezTo>
                      <a:pt x="14" y="1767"/>
                      <a:pt x="195" y="1792"/>
                      <a:pt x="413" y="1792"/>
                    </a:cubicBezTo>
                    <a:cubicBezTo>
                      <a:pt x="494" y="1792"/>
                      <a:pt x="579" y="1789"/>
                      <a:pt x="664" y="1779"/>
                    </a:cubicBezTo>
                    <a:cubicBezTo>
                      <a:pt x="920" y="1752"/>
                      <a:pt x="1206" y="1678"/>
                      <a:pt x="1416" y="1506"/>
                    </a:cubicBezTo>
                    <a:cubicBezTo>
                      <a:pt x="1598" y="1356"/>
                      <a:pt x="1697" y="1154"/>
                      <a:pt x="1712" y="905"/>
                    </a:cubicBezTo>
                    <a:cubicBezTo>
                      <a:pt x="1730" y="623"/>
                      <a:pt x="1650" y="402"/>
                      <a:pt x="1476" y="244"/>
                    </a:cubicBezTo>
                    <a:cubicBezTo>
                      <a:pt x="1256" y="44"/>
                      <a:pt x="937" y="2"/>
                      <a:pt x="713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8"/>
              <p:cNvSpPr/>
              <p:nvPr/>
            </p:nvSpPr>
            <p:spPr>
              <a:xfrm>
                <a:off x="5064319" y="2555000"/>
                <a:ext cx="112899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5392" h="80" extrusionOk="0">
                    <a:moveTo>
                      <a:pt x="41" y="0"/>
                    </a:moveTo>
                    <a:cubicBezTo>
                      <a:pt x="18" y="0"/>
                      <a:pt x="1" y="18"/>
                      <a:pt x="1" y="40"/>
                    </a:cubicBezTo>
                    <a:cubicBezTo>
                      <a:pt x="1" y="61"/>
                      <a:pt x="18" y="80"/>
                      <a:pt x="41" y="80"/>
                    </a:cubicBezTo>
                    <a:lnTo>
                      <a:pt x="5352" y="80"/>
                    </a:lnTo>
                    <a:cubicBezTo>
                      <a:pt x="5373" y="80"/>
                      <a:pt x="5392" y="61"/>
                      <a:pt x="5392" y="40"/>
                    </a:cubicBezTo>
                    <a:cubicBezTo>
                      <a:pt x="5392" y="18"/>
                      <a:pt x="5373" y="0"/>
                      <a:pt x="5352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7" name="Google Shape;167;p28"/>
            <p:cNvSpPr/>
            <p:nvPr/>
          </p:nvSpPr>
          <p:spPr>
            <a:xfrm>
              <a:off x="5282912" y="2271079"/>
              <a:ext cx="692219" cy="176507"/>
            </a:xfrm>
            <a:custGeom>
              <a:avLst/>
              <a:gdLst/>
              <a:ahLst/>
              <a:cxnLst/>
              <a:rect l="l" t="t" r="r" b="b"/>
              <a:pathLst>
                <a:path w="3306" h="843" extrusionOk="0">
                  <a:moveTo>
                    <a:pt x="0" y="0"/>
                  </a:moveTo>
                  <a:cubicBezTo>
                    <a:pt x="187" y="315"/>
                    <a:pt x="427" y="614"/>
                    <a:pt x="738" y="842"/>
                  </a:cubicBezTo>
                  <a:lnTo>
                    <a:pt x="2565" y="842"/>
                  </a:lnTo>
                  <a:cubicBezTo>
                    <a:pt x="2876" y="615"/>
                    <a:pt x="3117" y="315"/>
                    <a:pt x="33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28"/>
          <p:cNvSpPr txBox="1"/>
          <p:nvPr/>
        </p:nvSpPr>
        <p:spPr>
          <a:xfrm>
            <a:off x="6133422" y="320635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cap="all" dirty="0" err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Command</a:t>
            </a:r>
            <a:endParaRPr sz="1600" b="1" cap="all" dirty="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3932289" y="320635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cap="all" dirty="0" err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Decorator</a:t>
            </a:r>
            <a:endParaRPr sz="1600" b="1" cap="all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1583473" y="3206359"/>
            <a:ext cx="1731116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cap="all" dirty="0" err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Factory</a:t>
            </a:r>
            <a:r>
              <a:rPr lang="hu-HU" sz="1600" b="1" cap="all" dirty="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r>
              <a:rPr lang="hu-HU" sz="1600" b="1" cap="all" dirty="0" err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method</a:t>
            </a:r>
            <a:endParaRPr sz="1600" b="1" cap="all" dirty="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6122805" y="152995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33</a:t>
            </a:r>
            <a:r>
              <a:rPr lang="en" sz="1600"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1600" b="1" dirty="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3921672" y="152995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33</a:t>
            </a:r>
            <a:r>
              <a:rPr lang="en" sz="16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16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1806580" y="152995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33</a:t>
            </a:r>
            <a:r>
              <a:rPr lang="en" sz="1600" b="1" dirty="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1600" b="1" dirty="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34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sz="2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PROGRAM MŰKÖDÉSE</a:t>
            </a:r>
            <a:endParaRPr sz="2800" b="1" dirty="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695" name="Google Shape;1695;p34"/>
          <p:cNvGrpSpPr/>
          <p:nvPr/>
        </p:nvGrpSpPr>
        <p:grpSpPr>
          <a:xfrm rot="601196">
            <a:off x="1159782" y="1622666"/>
            <a:ext cx="697804" cy="601759"/>
            <a:chOff x="5930770" y="2672429"/>
            <a:chExt cx="697767" cy="601727"/>
          </a:xfrm>
        </p:grpSpPr>
        <p:sp>
          <p:nvSpPr>
            <p:cNvPr id="1696" name="Google Shape;1696;p34"/>
            <p:cNvSpPr/>
            <p:nvPr/>
          </p:nvSpPr>
          <p:spPr>
            <a:xfrm>
              <a:off x="5984074" y="2923892"/>
              <a:ext cx="624748" cy="350184"/>
            </a:xfrm>
            <a:custGeom>
              <a:avLst/>
              <a:gdLst/>
              <a:ahLst/>
              <a:cxnLst/>
              <a:rect l="l" t="t" r="r" b="b"/>
              <a:pathLst>
                <a:path w="7923" h="4441" extrusionOk="0">
                  <a:moveTo>
                    <a:pt x="4746" y="0"/>
                  </a:moveTo>
                  <a:cubicBezTo>
                    <a:pt x="4372" y="0"/>
                    <a:pt x="3979" y="35"/>
                    <a:pt x="3578" y="107"/>
                  </a:cubicBezTo>
                  <a:cubicBezTo>
                    <a:pt x="1508" y="483"/>
                    <a:pt x="1" y="1734"/>
                    <a:pt x="213" y="2901"/>
                  </a:cubicBezTo>
                  <a:cubicBezTo>
                    <a:pt x="383" y="3841"/>
                    <a:pt x="1619" y="4440"/>
                    <a:pt x="3177" y="4440"/>
                  </a:cubicBezTo>
                  <a:cubicBezTo>
                    <a:pt x="3551" y="4440"/>
                    <a:pt x="3944" y="4406"/>
                    <a:pt x="4345" y="4333"/>
                  </a:cubicBezTo>
                  <a:cubicBezTo>
                    <a:pt x="6415" y="3958"/>
                    <a:pt x="7922" y="2707"/>
                    <a:pt x="7711" y="1541"/>
                  </a:cubicBezTo>
                  <a:cubicBezTo>
                    <a:pt x="7540" y="600"/>
                    <a:pt x="6304" y="0"/>
                    <a:pt x="4746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4"/>
            <p:cNvSpPr/>
            <p:nvPr/>
          </p:nvSpPr>
          <p:spPr>
            <a:xfrm>
              <a:off x="6042662" y="2971756"/>
              <a:ext cx="585874" cy="302399"/>
            </a:xfrm>
            <a:custGeom>
              <a:avLst/>
              <a:gdLst/>
              <a:ahLst/>
              <a:cxnLst/>
              <a:rect l="l" t="t" r="r" b="b"/>
              <a:pathLst>
                <a:path w="7430" h="3835" extrusionOk="0">
                  <a:moveTo>
                    <a:pt x="6325" y="1"/>
                  </a:moveTo>
                  <a:lnTo>
                    <a:pt x="6325" y="1"/>
                  </a:lnTo>
                  <a:cubicBezTo>
                    <a:pt x="7429" y="1251"/>
                    <a:pt x="5615" y="3047"/>
                    <a:pt x="3533" y="3424"/>
                  </a:cubicBezTo>
                  <a:cubicBezTo>
                    <a:pt x="3096" y="3503"/>
                    <a:pt x="2624" y="3544"/>
                    <a:pt x="2160" y="3544"/>
                  </a:cubicBezTo>
                  <a:cubicBezTo>
                    <a:pt x="1319" y="3544"/>
                    <a:pt x="509" y="3411"/>
                    <a:pt x="1" y="3135"/>
                  </a:cubicBezTo>
                  <a:lnTo>
                    <a:pt x="1" y="3135"/>
                  </a:lnTo>
                  <a:cubicBezTo>
                    <a:pt x="536" y="3577"/>
                    <a:pt x="1419" y="3834"/>
                    <a:pt x="2440" y="3834"/>
                  </a:cubicBezTo>
                  <a:cubicBezTo>
                    <a:pt x="2814" y="3834"/>
                    <a:pt x="3207" y="3800"/>
                    <a:pt x="3607" y="3727"/>
                  </a:cubicBezTo>
                  <a:cubicBezTo>
                    <a:pt x="5677" y="3352"/>
                    <a:pt x="7186" y="2100"/>
                    <a:pt x="6974" y="934"/>
                  </a:cubicBezTo>
                  <a:cubicBezTo>
                    <a:pt x="6907" y="565"/>
                    <a:pt x="6675" y="248"/>
                    <a:pt x="632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4"/>
            <p:cNvSpPr/>
            <p:nvPr/>
          </p:nvSpPr>
          <p:spPr>
            <a:xfrm>
              <a:off x="6042662" y="2957010"/>
              <a:ext cx="504262" cy="265260"/>
            </a:xfrm>
            <a:custGeom>
              <a:avLst/>
              <a:gdLst/>
              <a:ahLst/>
              <a:cxnLst/>
              <a:rect l="l" t="t" r="r" b="b"/>
              <a:pathLst>
                <a:path w="6395" h="3364" extrusionOk="0">
                  <a:moveTo>
                    <a:pt x="3922" y="0"/>
                  </a:moveTo>
                  <a:cubicBezTo>
                    <a:pt x="3599" y="0"/>
                    <a:pt x="3259" y="30"/>
                    <a:pt x="2910" y="94"/>
                  </a:cubicBezTo>
                  <a:cubicBezTo>
                    <a:pt x="1233" y="399"/>
                    <a:pt x="1" y="1356"/>
                    <a:pt x="160" y="2233"/>
                  </a:cubicBezTo>
                  <a:cubicBezTo>
                    <a:pt x="286" y="2927"/>
                    <a:pt x="1246" y="3363"/>
                    <a:pt x="2473" y="3363"/>
                  </a:cubicBezTo>
                  <a:cubicBezTo>
                    <a:pt x="2796" y="3363"/>
                    <a:pt x="3137" y="3333"/>
                    <a:pt x="3486" y="3270"/>
                  </a:cubicBezTo>
                  <a:cubicBezTo>
                    <a:pt x="5164" y="2966"/>
                    <a:pt x="6395" y="2008"/>
                    <a:pt x="6236" y="1131"/>
                  </a:cubicBezTo>
                  <a:cubicBezTo>
                    <a:pt x="6110" y="436"/>
                    <a:pt x="5149" y="0"/>
                    <a:pt x="3922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4"/>
            <p:cNvSpPr/>
            <p:nvPr/>
          </p:nvSpPr>
          <p:spPr>
            <a:xfrm>
              <a:off x="6019085" y="3100681"/>
              <a:ext cx="77039" cy="117963"/>
            </a:xfrm>
            <a:custGeom>
              <a:avLst/>
              <a:gdLst/>
              <a:ahLst/>
              <a:cxnLst/>
              <a:rect l="l" t="t" r="r" b="b"/>
              <a:pathLst>
                <a:path w="977" h="1496" extrusionOk="0">
                  <a:moveTo>
                    <a:pt x="231" y="1"/>
                  </a:moveTo>
                  <a:lnTo>
                    <a:pt x="231" y="1"/>
                  </a:lnTo>
                  <a:cubicBezTo>
                    <a:pt x="102" y="105"/>
                    <a:pt x="18" y="270"/>
                    <a:pt x="6" y="446"/>
                  </a:cubicBezTo>
                  <a:cubicBezTo>
                    <a:pt x="1" y="490"/>
                    <a:pt x="6" y="535"/>
                    <a:pt x="9" y="579"/>
                  </a:cubicBezTo>
                  <a:cubicBezTo>
                    <a:pt x="16" y="623"/>
                    <a:pt x="28" y="666"/>
                    <a:pt x="38" y="710"/>
                  </a:cubicBezTo>
                  <a:cubicBezTo>
                    <a:pt x="52" y="752"/>
                    <a:pt x="73" y="791"/>
                    <a:pt x="91" y="832"/>
                  </a:cubicBezTo>
                  <a:cubicBezTo>
                    <a:pt x="108" y="872"/>
                    <a:pt x="135" y="905"/>
                    <a:pt x="159" y="942"/>
                  </a:cubicBezTo>
                  <a:cubicBezTo>
                    <a:pt x="170" y="960"/>
                    <a:pt x="183" y="978"/>
                    <a:pt x="195" y="995"/>
                  </a:cubicBezTo>
                  <a:lnTo>
                    <a:pt x="239" y="1042"/>
                  </a:lnTo>
                  <a:cubicBezTo>
                    <a:pt x="268" y="1074"/>
                    <a:pt x="297" y="1106"/>
                    <a:pt x="327" y="1136"/>
                  </a:cubicBezTo>
                  <a:lnTo>
                    <a:pt x="426" y="1215"/>
                  </a:lnTo>
                  <a:cubicBezTo>
                    <a:pt x="459" y="1241"/>
                    <a:pt x="491" y="1269"/>
                    <a:pt x="528" y="1288"/>
                  </a:cubicBezTo>
                  <a:cubicBezTo>
                    <a:pt x="600" y="1330"/>
                    <a:pt x="670" y="1375"/>
                    <a:pt x="746" y="1408"/>
                  </a:cubicBezTo>
                  <a:cubicBezTo>
                    <a:pt x="823" y="1439"/>
                    <a:pt x="897" y="1470"/>
                    <a:pt x="976" y="1496"/>
                  </a:cubicBezTo>
                  <a:cubicBezTo>
                    <a:pt x="913" y="1439"/>
                    <a:pt x="849" y="1391"/>
                    <a:pt x="785" y="1342"/>
                  </a:cubicBezTo>
                  <a:cubicBezTo>
                    <a:pt x="752" y="1321"/>
                    <a:pt x="722" y="1293"/>
                    <a:pt x="692" y="1268"/>
                  </a:cubicBezTo>
                  <a:cubicBezTo>
                    <a:pt x="661" y="1242"/>
                    <a:pt x="630" y="1217"/>
                    <a:pt x="600" y="1192"/>
                  </a:cubicBezTo>
                  <a:cubicBezTo>
                    <a:pt x="539" y="1141"/>
                    <a:pt x="486" y="1084"/>
                    <a:pt x="429" y="1032"/>
                  </a:cubicBezTo>
                  <a:lnTo>
                    <a:pt x="353" y="945"/>
                  </a:lnTo>
                  <a:lnTo>
                    <a:pt x="314" y="901"/>
                  </a:lnTo>
                  <a:cubicBezTo>
                    <a:pt x="305" y="886"/>
                    <a:pt x="295" y="869"/>
                    <a:pt x="284" y="854"/>
                  </a:cubicBezTo>
                  <a:cubicBezTo>
                    <a:pt x="194" y="732"/>
                    <a:pt x="134" y="594"/>
                    <a:pt x="126" y="448"/>
                  </a:cubicBezTo>
                  <a:cubicBezTo>
                    <a:pt x="117" y="301"/>
                    <a:pt x="152" y="146"/>
                    <a:pt x="2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4"/>
            <p:cNvSpPr/>
            <p:nvPr/>
          </p:nvSpPr>
          <p:spPr>
            <a:xfrm>
              <a:off x="6111816" y="2993362"/>
              <a:ext cx="365954" cy="192558"/>
            </a:xfrm>
            <a:custGeom>
              <a:avLst/>
              <a:gdLst/>
              <a:ahLst/>
              <a:cxnLst/>
              <a:rect l="l" t="t" r="r" b="b"/>
              <a:pathLst>
                <a:path w="4641" h="2442" extrusionOk="0">
                  <a:moveTo>
                    <a:pt x="2847" y="1"/>
                  </a:moveTo>
                  <a:cubicBezTo>
                    <a:pt x="2612" y="1"/>
                    <a:pt x="2365" y="22"/>
                    <a:pt x="2111" y="68"/>
                  </a:cubicBezTo>
                  <a:cubicBezTo>
                    <a:pt x="894" y="290"/>
                    <a:pt x="1" y="984"/>
                    <a:pt x="116" y="1621"/>
                  </a:cubicBezTo>
                  <a:cubicBezTo>
                    <a:pt x="208" y="2125"/>
                    <a:pt x="905" y="2441"/>
                    <a:pt x="1796" y="2441"/>
                  </a:cubicBezTo>
                  <a:cubicBezTo>
                    <a:pt x="2030" y="2441"/>
                    <a:pt x="2277" y="2420"/>
                    <a:pt x="2530" y="2374"/>
                  </a:cubicBezTo>
                  <a:cubicBezTo>
                    <a:pt x="3747" y="2153"/>
                    <a:pt x="4641" y="1458"/>
                    <a:pt x="4526" y="821"/>
                  </a:cubicBezTo>
                  <a:cubicBezTo>
                    <a:pt x="4435" y="317"/>
                    <a:pt x="3737" y="1"/>
                    <a:pt x="2847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4"/>
            <p:cNvSpPr/>
            <p:nvPr/>
          </p:nvSpPr>
          <p:spPr>
            <a:xfrm>
              <a:off x="6173795" y="3000932"/>
              <a:ext cx="236084" cy="140594"/>
            </a:xfrm>
            <a:custGeom>
              <a:avLst/>
              <a:gdLst/>
              <a:ahLst/>
              <a:cxnLst/>
              <a:rect l="l" t="t" r="r" b="b"/>
              <a:pathLst>
                <a:path w="2994" h="1783" extrusionOk="0">
                  <a:moveTo>
                    <a:pt x="1753" y="0"/>
                  </a:moveTo>
                  <a:cubicBezTo>
                    <a:pt x="1620" y="0"/>
                    <a:pt x="1482" y="13"/>
                    <a:pt x="1342" y="38"/>
                  </a:cubicBezTo>
                  <a:cubicBezTo>
                    <a:pt x="563" y="179"/>
                    <a:pt x="0" y="675"/>
                    <a:pt x="85" y="1147"/>
                  </a:cubicBezTo>
                  <a:cubicBezTo>
                    <a:pt x="146" y="1477"/>
                    <a:pt x="505" y="1706"/>
                    <a:pt x="984" y="1766"/>
                  </a:cubicBezTo>
                  <a:cubicBezTo>
                    <a:pt x="1066" y="1777"/>
                    <a:pt x="1151" y="1782"/>
                    <a:pt x="1239" y="1782"/>
                  </a:cubicBezTo>
                  <a:cubicBezTo>
                    <a:pt x="1372" y="1782"/>
                    <a:pt x="1511" y="1770"/>
                    <a:pt x="1651" y="1745"/>
                  </a:cubicBezTo>
                  <a:cubicBezTo>
                    <a:pt x="2430" y="1602"/>
                    <a:pt x="2993" y="1106"/>
                    <a:pt x="2907" y="636"/>
                  </a:cubicBezTo>
                  <a:cubicBezTo>
                    <a:pt x="2896" y="567"/>
                    <a:pt x="2870" y="503"/>
                    <a:pt x="2833" y="445"/>
                  </a:cubicBezTo>
                  <a:cubicBezTo>
                    <a:pt x="2663" y="170"/>
                    <a:pt x="2248" y="0"/>
                    <a:pt x="17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4"/>
            <p:cNvSpPr/>
            <p:nvPr/>
          </p:nvSpPr>
          <p:spPr>
            <a:xfrm>
              <a:off x="6251308" y="3036022"/>
              <a:ext cx="158572" cy="105505"/>
            </a:xfrm>
            <a:custGeom>
              <a:avLst/>
              <a:gdLst/>
              <a:ahLst/>
              <a:cxnLst/>
              <a:rect l="l" t="t" r="r" b="b"/>
              <a:pathLst>
                <a:path w="2011" h="1338" extrusionOk="0">
                  <a:moveTo>
                    <a:pt x="1850" y="0"/>
                  </a:moveTo>
                  <a:lnTo>
                    <a:pt x="1007" y="411"/>
                  </a:lnTo>
                  <a:cubicBezTo>
                    <a:pt x="1007" y="411"/>
                    <a:pt x="1178" y="1099"/>
                    <a:pt x="1" y="1321"/>
                  </a:cubicBezTo>
                  <a:cubicBezTo>
                    <a:pt x="83" y="1332"/>
                    <a:pt x="168" y="1337"/>
                    <a:pt x="256" y="1337"/>
                  </a:cubicBezTo>
                  <a:cubicBezTo>
                    <a:pt x="389" y="1337"/>
                    <a:pt x="528" y="1325"/>
                    <a:pt x="668" y="1300"/>
                  </a:cubicBezTo>
                  <a:cubicBezTo>
                    <a:pt x="1447" y="1157"/>
                    <a:pt x="2010" y="661"/>
                    <a:pt x="1924" y="191"/>
                  </a:cubicBezTo>
                  <a:cubicBezTo>
                    <a:pt x="1913" y="122"/>
                    <a:pt x="1887" y="58"/>
                    <a:pt x="185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4"/>
            <p:cNvSpPr/>
            <p:nvPr/>
          </p:nvSpPr>
          <p:spPr>
            <a:xfrm>
              <a:off x="5930770" y="2884860"/>
              <a:ext cx="320693" cy="158178"/>
            </a:xfrm>
            <a:custGeom>
              <a:avLst/>
              <a:gdLst/>
              <a:ahLst/>
              <a:cxnLst/>
              <a:rect l="l" t="t" r="r" b="b"/>
              <a:pathLst>
                <a:path w="4067" h="2006" extrusionOk="0">
                  <a:moveTo>
                    <a:pt x="1168" y="1"/>
                  </a:moveTo>
                  <a:cubicBezTo>
                    <a:pt x="940" y="1"/>
                    <a:pt x="706" y="19"/>
                    <a:pt x="468" y="95"/>
                  </a:cubicBezTo>
                  <a:cubicBezTo>
                    <a:pt x="379" y="126"/>
                    <a:pt x="290" y="164"/>
                    <a:pt x="207" y="234"/>
                  </a:cubicBezTo>
                  <a:cubicBezTo>
                    <a:pt x="166" y="269"/>
                    <a:pt x="126" y="310"/>
                    <a:pt x="96" y="359"/>
                  </a:cubicBezTo>
                  <a:cubicBezTo>
                    <a:pt x="64" y="412"/>
                    <a:pt x="45" y="459"/>
                    <a:pt x="30" y="510"/>
                  </a:cubicBezTo>
                  <a:cubicBezTo>
                    <a:pt x="1" y="614"/>
                    <a:pt x="3" y="734"/>
                    <a:pt x="39" y="839"/>
                  </a:cubicBezTo>
                  <a:cubicBezTo>
                    <a:pt x="76" y="945"/>
                    <a:pt x="138" y="1029"/>
                    <a:pt x="204" y="1100"/>
                  </a:cubicBezTo>
                  <a:cubicBezTo>
                    <a:pt x="340" y="1239"/>
                    <a:pt x="494" y="1330"/>
                    <a:pt x="648" y="1410"/>
                  </a:cubicBezTo>
                  <a:cubicBezTo>
                    <a:pt x="803" y="1488"/>
                    <a:pt x="961" y="1550"/>
                    <a:pt x="1121" y="1604"/>
                  </a:cubicBezTo>
                  <a:cubicBezTo>
                    <a:pt x="1280" y="1658"/>
                    <a:pt x="1441" y="1704"/>
                    <a:pt x="1599" y="1749"/>
                  </a:cubicBezTo>
                  <a:cubicBezTo>
                    <a:pt x="1677" y="1773"/>
                    <a:pt x="1762" y="1794"/>
                    <a:pt x="1842" y="1814"/>
                  </a:cubicBezTo>
                  <a:cubicBezTo>
                    <a:pt x="1924" y="1831"/>
                    <a:pt x="2006" y="1848"/>
                    <a:pt x="2088" y="1863"/>
                  </a:cubicBezTo>
                  <a:cubicBezTo>
                    <a:pt x="2414" y="1924"/>
                    <a:pt x="2743" y="1968"/>
                    <a:pt x="3074" y="1991"/>
                  </a:cubicBezTo>
                  <a:cubicBezTo>
                    <a:pt x="3199" y="2000"/>
                    <a:pt x="3326" y="2006"/>
                    <a:pt x="3452" y="2006"/>
                  </a:cubicBezTo>
                  <a:cubicBezTo>
                    <a:pt x="3492" y="2006"/>
                    <a:pt x="3532" y="2005"/>
                    <a:pt x="3571" y="2004"/>
                  </a:cubicBezTo>
                  <a:cubicBezTo>
                    <a:pt x="3738" y="2000"/>
                    <a:pt x="3907" y="1989"/>
                    <a:pt x="4067" y="1942"/>
                  </a:cubicBezTo>
                  <a:lnTo>
                    <a:pt x="4067" y="1942"/>
                  </a:lnTo>
                  <a:cubicBezTo>
                    <a:pt x="4060" y="1942"/>
                    <a:pt x="4054" y="1942"/>
                    <a:pt x="4047" y="1942"/>
                  </a:cubicBezTo>
                  <a:cubicBezTo>
                    <a:pt x="3889" y="1942"/>
                    <a:pt x="3734" y="1918"/>
                    <a:pt x="3580" y="1894"/>
                  </a:cubicBezTo>
                  <a:cubicBezTo>
                    <a:pt x="3499" y="1881"/>
                    <a:pt x="3418" y="1866"/>
                    <a:pt x="3339" y="1851"/>
                  </a:cubicBezTo>
                  <a:cubicBezTo>
                    <a:pt x="3259" y="1836"/>
                    <a:pt x="3180" y="1821"/>
                    <a:pt x="3100" y="1805"/>
                  </a:cubicBezTo>
                  <a:cubicBezTo>
                    <a:pt x="2782" y="1739"/>
                    <a:pt x="2464" y="1667"/>
                    <a:pt x="2149" y="1590"/>
                  </a:cubicBezTo>
                  <a:cubicBezTo>
                    <a:pt x="2070" y="1570"/>
                    <a:pt x="1993" y="1550"/>
                    <a:pt x="1916" y="1528"/>
                  </a:cubicBezTo>
                  <a:cubicBezTo>
                    <a:pt x="1837" y="1508"/>
                    <a:pt x="1765" y="1487"/>
                    <a:pt x="1686" y="1463"/>
                  </a:cubicBezTo>
                  <a:cubicBezTo>
                    <a:pt x="1528" y="1416"/>
                    <a:pt x="1375" y="1370"/>
                    <a:pt x="1223" y="1316"/>
                  </a:cubicBezTo>
                  <a:cubicBezTo>
                    <a:pt x="1074" y="1263"/>
                    <a:pt x="927" y="1205"/>
                    <a:pt x="787" y="1137"/>
                  </a:cubicBezTo>
                  <a:cubicBezTo>
                    <a:pt x="650" y="1069"/>
                    <a:pt x="519" y="988"/>
                    <a:pt x="424" y="893"/>
                  </a:cubicBezTo>
                  <a:cubicBezTo>
                    <a:pt x="378" y="844"/>
                    <a:pt x="342" y="793"/>
                    <a:pt x="325" y="743"/>
                  </a:cubicBezTo>
                  <a:cubicBezTo>
                    <a:pt x="306" y="691"/>
                    <a:pt x="303" y="642"/>
                    <a:pt x="318" y="587"/>
                  </a:cubicBezTo>
                  <a:cubicBezTo>
                    <a:pt x="333" y="525"/>
                    <a:pt x="352" y="492"/>
                    <a:pt x="394" y="453"/>
                  </a:cubicBezTo>
                  <a:cubicBezTo>
                    <a:pt x="437" y="415"/>
                    <a:pt x="497" y="383"/>
                    <a:pt x="563" y="358"/>
                  </a:cubicBezTo>
                  <a:cubicBezTo>
                    <a:pt x="696" y="308"/>
                    <a:pt x="853" y="282"/>
                    <a:pt x="1008" y="267"/>
                  </a:cubicBezTo>
                  <a:cubicBezTo>
                    <a:pt x="1166" y="251"/>
                    <a:pt x="1326" y="245"/>
                    <a:pt x="1488" y="244"/>
                  </a:cubicBezTo>
                  <a:cubicBezTo>
                    <a:pt x="1544" y="243"/>
                    <a:pt x="1600" y="242"/>
                    <a:pt x="1656" y="242"/>
                  </a:cubicBezTo>
                  <a:cubicBezTo>
                    <a:pt x="2244" y="242"/>
                    <a:pt x="2831" y="341"/>
                    <a:pt x="3390" y="566"/>
                  </a:cubicBezTo>
                  <a:cubicBezTo>
                    <a:pt x="2835" y="210"/>
                    <a:pt x="2158" y="34"/>
                    <a:pt x="1489" y="9"/>
                  </a:cubicBezTo>
                  <a:cubicBezTo>
                    <a:pt x="1383" y="5"/>
                    <a:pt x="1276" y="1"/>
                    <a:pt x="1168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4"/>
            <p:cNvSpPr/>
            <p:nvPr/>
          </p:nvSpPr>
          <p:spPr>
            <a:xfrm>
              <a:off x="6022082" y="2735748"/>
              <a:ext cx="454190" cy="358069"/>
            </a:xfrm>
            <a:custGeom>
              <a:avLst/>
              <a:gdLst/>
              <a:ahLst/>
              <a:cxnLst/>
              <a:rect l="l" t="t" r="r" b="b"/>
              <a:pathLst>
                <a:path w="5760" h="4541" extrusionOk="0">
                  <a:moveTo>
                    <a:pt x="5478" y="1"/>
                  </a:moveTo>
                  <a:lnTo>
                    <a:pt x="1" y="994"/>
                  </a:lnTo>
                  <a:cubicBezTo>
                    <a:pt x="4" y="1145"/>
                    <a:pt x="601" y="3398"/>
                    <a:pt x="1803" y="4230"/>
                  </a:cubicBezTo>
                  <a:cubicBezTo>
                    <a:pt x="1932" y="4320"/>
                    <a:pt x="2048" y="4385"/>
                    <a:pt x="2158" y="4432"/>
                  </a:cubicBezTo>
                  <a:cubicBezTo>
                    <a:pt x="2341" y="4512"/>
                    <a:pt x="2509" y="4540"/>
                    <a:pt x="2686" y="4540"/>
                  </a:cubicBezTo>
                  <a:cubicBezTo>
                    <a:pt x="2909" y="4540"/>
                    <a:pt x="3148" y="4495"/>
                    <a:pt x="3455" y="4450"/>
                  </a:cubicBezTo>
                  <a:lnTo>
                    <a:pt x="3457" y="4450"/>
                  </a:lnTo>
                  <a:cubicBezTo>
                    <a:pt x="3803" y="4376"/>
                    <a:pt x="4064" y="4332"/>
                    <a:pt x="4292" y="4230"/>
                  </a:cubicBezTo>
                  <a:cubicBezTo>
                    <a:pt x="4521" y="4129"/>
                    <a:pt x="4716" y="3969"/>
                    <a:pt x="4927" y="3665"/>
                  </a:cubicBezTo>
                  <a:cubicBezTo>
                    <a:pt x="5759" y="2464"/>
                    <a:pt x="5527" y="144"/>
                    <a:pt x="5478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4"/>
            <p:cNvSpPr/>
            <p:nvPr/>
          </p:nvSpPr>
          <p:spPr>
            <a:xfrm>
              <a:off x="6192168" y="2735748"/>
              <a:ext cx="284106" cy="358069"/>
            </a:xfrm>
            <a:custGeom>
              <a:avLst/>
              <a:gdLst/>
              <a:ahLst/>
              <a:cxnLst/>
              <a:rect l="l" t="t" r="r" b="b"/>
              <a:pathLst>
                <a:path w="3603" h="4541" extrusionOk="0">
                  <a:moveTo>
                    <a:pt x="3321" y="1"/>
                  </a:moveTo>
                  <a:lnTo>
                    <a:pt x="2852" y="86"/>
                  </a:lnTo>
                  <a:cubicBezTo>
                    <a:pt x="2439" y="590"/>
                    <a:pt x="1769" y="1588"/>
                    <a:pt x="1840" y="2684"/>
                  </a:cubicBezTo>
                  <a:cubicBezTo>
                    <a:pt x="1923" y="3959"/>
                    <a:pt x="847" y="4432"/>
                    <a:pt x="1" y="4432"/>
                  </a:cubicBezTo>
                  <a:cubicBezTo>
                    <a:pt x="184" y="4512"/>
                    <a:pt x="352" y="4540"/>
                    <a:pt x="529" y="4540"/>
                  </a:cubicBezTo>
                  <a:cubicBezTo>
                    <a:pt x="752" y="4540"/>
                    <a:pt x="991" y="4495"/>
                    <a:pt x="1298" y="4450"/>
                  </a:cubicBezTo>
                  <a:lnTo>
                    <a:pt x="1300" y="4450"/>
                  </a:lnTo>
                  <a:cubicBezTo>
                    <a:pt x="1646" y="4376"/>
                    <a:pt x="1907" y="4332"/>
                    <a:pt x="2135" y="4230"/>
                  </a:cubicBezTo>
                  <a:cubicBezTo>
                    <a:pt x="2364" y="4129"/>
                    <a:pt x="2559" y="3969"/>
                    <a:pt x="2770" y="3665"/>
                  </a:cubicBezTo>
                  <a:cubicBezTo>
                    <a:pt x="3602" y="2464"/>
                    <a:pt x="3370" y="144"/>
                    <a:pt x="3321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4"/>
            <p:cNvSpPr/>
            <p:nvPr/>
          </p:nvSpPr>
          <p:spPr>
            <a:xfrm>
              <a:off x="6099752" y="2919397"/>
              <a:ext cx="93125" cy="125927"/>
            </a:xfrm>
            <a:custGeom>
              <a:avLst/>
              <a:gdLst/>
              <a:ahLst/>
              <a:cxnLst/>
              <a:rect l="l" t="t" r="r" b="b"/>
              <a:pathLst>
                <a:path w="1181" h="1597" extrusionOk="0">
                  <a:moveTo>
                    <a:pt x="0" y="1"/>
                  </a:moveTo>
                  <a:lnTo>
                    <a:pt x="0" y="1"/>
                  </a:lnTo>
                  <a:cubicBezTo>
                    <a:pt x="37" y="170"/>
                    <a:pt x="96" y="329"/>
                    <a:pt x="164" y="486"/>
                  </a:cubicBezTo>
                  <a:cubicBezTo>
                    <a:pt x="232" y="641"/>
                    <a:pt x="316" y="791"/>
                    <a:pt x="408" y="936"/>
                  </a:cubicBezTo>
                  <a:cubicBezTo>
                    <a:pt x="502" y="1079"/>
                    <a:pt x="609" y="1217"/>
                    <a:pt x="736" y="1336"/>
                  </a:cubicBezTo>
                  <a:cubicBezTo>
                    <a:pt x="861" y="1454"/>
                    <a:pt x="1009" y="1563"/>
                    <a:pt x="1181" y="1597"/>
                  </a:cubicBezTo>
                  <a:cubicBezTo>
                    <a:pt x="1037" y="1505"/>
                    <a:pt x="927" y="1380"/>
                    <a:pt x="824" y="1254"/>
                  </a:cubicBezTo>
                  <a:cubicBezTo>
                    <a:pt x="721" y="1124"/>
                    <a:pt x="625" y="992"/>
                    <a:pt x="537" y="851"/>
                  </a:cubicBezTo>
                  <a:cubicBezTo>
                    <a:pt x="356" y="574"/>
                    <a:pt x="189" y="28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4"/>
            <p:cNvSpPr/>
            <p:nvPr/>
          </p:nvSpPr>
          <p:spPr>
            <a:xfrm>
              <a:off x="6194218" y="3049900"/>
              <a:ext cx="193741" cy="45577"/>
            </a:xfrm>
            <a:custGeom>
              <a:avLst/>
              <a:gdLst/>
              <a:ahLst/>
              <a:cxnLst/>
              <a:rect l="l" t="t" r="r" b="b"/>
              <a:pathLst>
                <a:path w="2457" h="578" extrusionOk="0">
                  <a:moveTo>
                    <a:pt x="2457" y="0"/>
                  </a:moveTo>
                  <a:lnTo>
                    <a:pt x="2457" y="0"/>
                  </a:lnTo>
                  <a:cubicBezTo>
                    <a:pt x="2259" y="86"/>
                    <a:pt x="2064" y="164"/>
                    <a:pt x="1865" y="229"/>
                  </a:cubicBezTo>
                  <a:cubicBezTo>
                    <a:pt x="1665" y="295"/>
                    <a:pt x="1462" y="346"/>
                    <a:pt x="1258" y="383"/>
                  </a:cubicBezTo>
                  <a:cubicBezTo>
                    <a:pt x="1053" y="422"/>
                    <a:pt x="845" y="443"/>
                    <a:pt x="637" y="453"/>
                  </a:cubicBezTo>
                  <a:cubicBezTo>
                    <a:pt x="557" y="457"/>
                    <a:pt x="476" y="459"/>
                    <a:pt x="395" y="459"/>
                  </a:cubicBezTo>
                  <a:cubicBezTo>
                    <a:pt x="265" y="459"/>
                    <a:pt x="133" y="455"/>
                    <a:pt x="0" y="448"/>
                  </a:cubicBezTo>
                  <a:lnTo>
                    <a:pt x="0" y="448"/>
                  </a:lnTo>
                  <a:cubicBezTo>
                    <a:pt x="204" y="521"/>
                    <a:pt x="419" y="561"/>
                    <a:pt x="634" y="572"/>
                  </a:cubicBezTo>
                  <a:cubicBezTo>
                    <a:pt x="688" y="576"/>
                    <a:pt x="743" y="577"/>
                    <a:pt x="797" y="577"/>
                  </a:cubicBezTo>
                  <a:cubicBezTo>
                    <a:pt x="960" y="577"/>
                    <a:pt x="1123" y="562"/>
                    <a:pt x="1284" y="534"/>
                  </a:cubicBezTo>
                  <a:cubicBezTo>
                    <a:pt x="1499" y="491"/>
                    <a:pt x="1709" y="430"/>
                    <a:pt x="1907" y="341"/>
                  </a:cubicBezTo>
                  <a:cubicBezTo>
                    <a:pt x="2106" y="253"/>
                    <a:pt x="2293" y="140"/>
                    <a:pt x="2457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4"/>
            <p:cNvSpPr/>
            <p:nvPr/>
          </p:nvSpPr>
          <p:spPr>
            <a:xfrm>
              <a:off x="6012698" y="2672429"/>
              <a:ext cx="444728" cy="219447"/>
            </a:xfrm>
            <a:custGeom>
              <a:avLst/>
              <a:gdLst/>
              <a:ahLst/>
              <a:cxnLst/>
              <a:rect l="l" t="t" r="r" b="b"/>
              <a:pathLst>
                <a:path w="5640" h="2783" extrusionOk="0">
                  <a:moveTo>
                    <a:pt x="3639" y="1"/>
                  </a:moveTo>
                  <a:cubicBezTo>
                    <a:pt x="3324" y="1"/>
                    <a:pt x="2988" y="30"/>
                    <a:pt x="2642" y="93"/>
                  </a:cubicBezTo>
                  <a:cubicBezTo>
                    <a:pt x="1125" y="367"/>
                    <a:pt x="0" y="1172"/>
                    <a:pt x="131" y="1890"/>
                  </a:cubicBezTo>
                  <a:cubicBezTo>
                    <a:pt x="147" y="1979"/>
                    <a:pt x="182" y="2062"/>
                    <a:pt x="233" y="2140"/>
                  </a:cubicBezTo>
                  <a:cubicBezTo>
                    <a:pt x="501" y="2544"/>
                    <a:pt x="1219" y="2782"/>
                    <a:pt x="2112" y="2782"/>
                  </a:cubicBezTo>
                  <a:cubicBezTo>
                    <a:pt x="2428" y="2782"/>
                    <a:pt x="2765" y="2752"/>
                    <a:pt x="3113" y="2690"/>
                  </a:cubicBezTo>
                  <a:cubicBezTo>
                    <a:pt x="4441" y="2448"/>
                    <a:pt x="5468" y="1802"/>
                    <a:pt x="5615" y="1163"/>
                  </a:cubicBezTo>
                  <a:cubicBezTo>
                    <a:pt x="5636" y="1072"/>
                    <a:pt x="5640" y="983"/>
                    <a:pt x="5623" y="893"/>
                  </a:cubicBezTo>
                  <a:cubicBezTo>
                    <a:pt x="5522" y="340"/>
                    <a:pt x="4704" y="1"/>
                    <a:pt x="3639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4"/>
            <p:cNvSpPr/>
            <p:nvPr/>
          </p:nvSpPr>
          <p:spPr>
            <a:xfrm>
              <a:off x="6046841" y="2701053"/>
              <a:ext cx="385194" cy="161963"/>
            </a:xfrm>
            <a:custGeom>
              <a:avLst/>
              <a:gdLst/>
              <a:ahLst/>
              <a:cxnLst/>
              <a:rect l="l" t="t" r="r" b="b"/>
              <a:pathLst>
                <a:path w="4885" h="2054" extrusionOk="0">
                  <a:moveTo>
                    <a:pt x="3194" y="1"/>
                  </a:moveTo>
                  <a:cubicBezTo>
                    <a:pt x="2954" y="1"/>
                    <a:pt x="2698" y="18"/>
                    <a:pt x="2436" y="58"/>
                  </a:cubicBezTo>
                  <a:cubicBezTo>
                    <a:pt x="2383" y="65"/>
                    <a:pt x="2328" y="75"/>
                    <a:pt x="2272" y="85"/>
                  </a:cubicBezTo>
                  <a:cubicBezTo>
                    <a:pt x="1066" y="304"/>
                    <a:pt x="135" y="891"/>
                    <a:pt x="1" y="1470"/>
                  </a:cubicBezTo>
                  <a:cubicBezTo>
                    <a:pt x="195" y="1763"/>
                    <a:pt x="652" y="1961"/>
                    <a:pt x="1242" y="2028"/>
                  </a:cubicBezTo>
                  <a:cubicBezTo>
                    <a:pt x="1363" y="2042"/>
                    <a:pt x="1490" y="2049"/>
                    <a:pt x="1621" y="2052"/>
                  </a:cubicBezTo>
                  <a:cubicBezTo>
                    <a:pt x="1650" y="2053"/>
                    <a:pt x="1679" y="2053"/>
                    <a:pt x="1708" y="2053"/>
                  </a:cubicBezTo>
                  <a:cubicBezTo>
                    <a:pt x="1993" y="2053"/>
                    <a:pt x="2300" y="2026"/>
                    <a:pt x="2614" y="1969"/>
                  </a:cubicBezTo>
                  <a:cubicBezTo>
                    <a:pt x="3818" y="1751"/>
                    <a:pt x="4750" y="1163"/>
                    <a:pt x="4885" y="584"/>
                  </a:cubicBezTo>
                  <a:cubicBezTo>
                    <a:pt x="4642" y="221"/>
                    <a:pt x="3997" y="4"/>
                    <a:pt x="31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4"/>
            <p:cNvSpPr/>
            <p:nvPr/>
          </p:nvSpPr>
          <p:spPr>
            <a:xfrm>
              <a:off x="6174584" y="2701289"/>
              <a:ext cx="257453" cy="161805"/>
            </a:xfrm>
            <a:custGeom>
              <a:avLst/>
              <a:gdLst/>
              <a:ahLst/>
              <a:cxnLst/>
              <a:rect l="l" t="t" r="r" b="b"/>
              <a:pathLst>
                <a:path w="3265" h="2052" extrusionOk="0">
                  <a:moveTo>
                    <a:pt x="1574" y="0"/>
                  </a:moveTo>
                  <a:cubicBezTo>
                    <a:pt x="1321" y="180"/>
                    <a:pt x="1039" y="477"/>
                    <a:pt x="1283" y="811"/>
                  </a:cubicBezTo>
                  <a:cubicBezTo>
                    <a:pt x="1567" y="1198"/>
                    <a:pt x="769" y="1835"/>
                    <a:pt x="1" y="2050"/>
                  </a:cubicBezTo>
                  <a:cubicBezTo>
                    <a:pt x="30" y="2051"/>
                    <a:pt x="59" y="2051"/>
                    <a:pt x="88" y="2051"/>
                  </a:cubicBezTo>
                  <a:cubicBezTo>
                    <a:pt x="374" y="2051"/>
                    <a:pt x="680" y="2024"/>
                    <a:pt x="994" y="1968"/>
                  </a:cubicBezTo>
                  <a:cubicBezTo>
                    <a:pt x="2198" y="1749"/>
                    <a:pt x="3130" y="1161"/>
                    <a:pt x="3265" y="582"/>
                  </a:cubicBezTo>
                  <a:cubicBezTo>
                    <a:pt x="3022" y="218"/>
                    <a:pt x="2377" y="1"/>
                    <a:pt x="1574" y="0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4"/>
            <p:cNvSpPr/>
            <p:nvPr/>
          </p:nvSpPr>
          <p:spPr>
            <a:xfrm>
              <a:off x="6088160" y="2745605"/>
              <a:ext cx="108974" cy="64107"/>
            </a:xfrm>
            <a:custGeom>
              <a:avLst/>
              <a:gdLst/>
              <a:ahLst/>
              <a:cxnLst/>
              <a:rect l="l" t="t" r="r" b="b"/>
              <a:pathLst>
                <a:path w="1382" h="813" extrusionOk="0">
                  <a:moveTo>
                    <a:pt x="1381" y="1"/>
                  </a:moveTo>
                  <a:lnTo>
                    <a:pt x="1381" y="1"/>
                  </a:lnTo>
                  <a:cubicBezTo>
                    <a:pt x="1241" y="5"/>
                    <a:pt x="1104" y="20"/>
                    <a:pt x="967" y="51"/>
                  </a:cubicBezTo>
                  <a:cubicBezTo>
                    <a:pt x="830" y="82"/>
                    <a:pt x="695" y="129"/>
                    <a:pt x="569" y="198"/>
                  </a:cubicBezTo>
                  <a:cubicBezTo>
                    <a:pt x="444" y="267"/>
                    <a:pt x="328" y="357"/>
                    <a:pt x="234" y="461"/>
                  </a:cubicBezTo>
                  <a:cubicBezTo>
                    <a:pt x="138" y="567"/>
                    <a:pt x="59" y="684"/>
                    <a:pt x="1" y="812"/>
                  </a:cubicBezTo>
                  <a:cubicBezTo>
                    <a:pt x="108" y="722"/>
                    <a:pt x="210" y="633"/>
                    <a:pt x="315" y="551"/>
                  </a:cubicBezTo>
                  <a:cubicBezTo>
                    <a:pt x="421" y="469"/>
                    <a:pt x="528" y="396"/>
                    <a:pt x="643" y="333"/>
                  </a:cubicBezTo>
                  <a:cubicBezTo>
                    <a:pt x="758" y="271"/>
                    <a:pt x="878" y="217"/>
                    <a:pt x="1002" y="165"/>
                  </a:cubicBezTo>
                  <a:cubicBezTo>
                    <a:pt x="1128" y="114"/>
                    <a:pt x="1257" y="66"/>
                    <a:pt x="13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2" name="Google Shape;1712;p34"/>
          <p:cNvGrpSpPr/>
          <p:nvPr/>
        </p:nvGrpSpPr>
        <p:grpSpPr>
          <a:xfrm rot="623179">
            <a:off x="7270736" y="1108554"/>
            <a:ext cx="624817" cy="1124881"/>
            <a:chOff x="6014677" y="3611357"/>
            <a:chExt cx="624762" cy="1124783"/>
          </a:xfrm>
        </p:grpSpPr>
        <p:sp>
          <p:nvSpPr>
            <p:cNvPr id="1713" name="Google Shape;1713;p34"/>
            <p:cNvSpPr/>
            <p:nvPr/>
          </p:nvSpPr>
          <p:spPr>
            <a:xfrm rot="715625" flipH="1">
              <a:off x="6082051" y="3989897"/>
              <a:ext cx="490013" cy="703199"/>
            </a:xfrm>
            <a:custGeom>
              <a:avLst/>
              <a:gdLst/>
              <a:ahLst/>
              <a:cxnLst/>
              <a:rect l="l" t="t" r="r" b="b"/>
              <a:pathLst>
                <a:path w="7507" h="10773" extrusionOk="0">
                  <a:moveTo>
                    <a:pt x="2941" y="1"/>
                  </a:moveTo>
                  <a:cubicBezTo>
                    <a:pt x="2941" y="1"/>
                    <a:pt x="2941" y="1"/>
                    <a:pt x="2941" y="1"/>
                  </a:cubicBezTo>
                  <a:lnTo>
                    <a:pt x="2941" y="1"/>
                  </a:lnTo>
                  <a:cubicBezTo>
                    <a:pt x="2941" y="1"/>
                    <a:pt x="2941" y="1"/>
                    <a:pt x="2941" y="1"/>
                  </a:cubicBezTo>
                  <a:cubicBezTo>
                    <a:pt x="2941" y="1"/>
                    <a:pt x="2941" y="1"/>
                    <a:pt x="2941" y="1"/>
                  </a:cubicBezTo>
                  <a:close/>
                  <a:moveTo>
                    <a:pt x="2941" y="1"/>
                  </a:moveTo>
                  <a:cubicBezTo>
                    <a:pt x="2933" y="14"/>
                    <a:pt x="1089" y="3724"/>
                    <a:pt x="323" y="7786"/>
                  </a:cubicBezTo>
                  <a:cubicBezTo>
                    <a:pt x="238" y="8235"/>
                    <a:pt x="166" y="8690"/>
                    <a:pt x="112" y="9142"/>
                  </a:cubicBezTo>
                  <a:cubicBezTo>
                    <a:pt x="0" y="9621"/>
                    <a:pt x="529" y="10243"/>
                    <a:pt x="1347" y="10572"/>
                  </a:cubicBezTo>
                  <a:cubicBezTo>
                    <a:pt x="1588" y="10669"/>
                    <a:pt x="1829" y="10729"/>
                    <a:pt x="2056" y="10756"/>
                  </a:cubicBezTo>
                  <a:cubicBezTo>
                    <a:pt x="2145" y="10767"/>
                    <a:pt x="2231" y="10772"/>
                    <a:pt x="2315" y="10772"/>
                  </a:cubicBezTo>
                  <a:cubicBezTo>
                    <a:pt x="2377" y="10772"/>
                    <a:pt x="2437" y="10769"/>
                    <a:pt x="2496" y="10764"/>
                  </a:cubicBezTo>
                  <a:cubicBezTo>
                    <a:pt x="2831" y="10732"/>
                    <a:pt x="3097" y="10608"/>
                    <a:pt x="3225" y="10399"/>
                  </a:cubicBezTo>
                  <a:cubicBezTo>
                    <a:pt x="5983" y="6727"/>
                    <a:pt x="7507" y="1834"/>
                    <a:pt x="7507" y="1834"/>
                  </a:cubicBezTo>
                  <a:lnTo>
                    <a:pt x="5271" y="834"/>
                  </a:lnTo>
                  <a:cubicBezTo>
                    <a:pt x="3096" y="56"/>
                    <a:pt x="2945" y="3"/>
                    <a:pt x="2941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4"/>
            <p:cNvSpPr/>
            <p:nvPr/>
          </p:nvSpPr>
          <p:spPr>
            <a:xfrm rot="715625" flipH="1">
              <a:off x="6381549" y="4529421"/>
              <a:ext cx="134269" cy="193930"/>
            </a:xfrm>
            <a:custGeom>
              <a:avLst/>
              <a:gdLst/>
              <a:ahLst/>
              <a:cxnLst/>
              <a:rect l="l" t="t" r="r" b="b"/>
              <a:pathLst>
                <a:path w="2057" h="2971" extrusionOk="0">
                  <a:moveTo>
                    <a:pt x="323" y="0"/>
                  </a:moveTo>
                  <a:cubicBezTo>
                    <a:pt x="238" y="449"/>
                    <a:pt x="166" y="904"/>
                    <a:pt x="112" y="1356"/>
                  </a:cubicBezTo>
                  <a:cubicBezTo>
                    <a:pt x="0" y="1835"/>
                    <a:pt x="529" y="2457"/>
                    <a:pt x="1347" y="2786"/>
                  </a:cubicBezTo>
                  <a:cubicBezTo>
                    <a:pt x="1588" y="2883"/>
                    <a:pt x="1829" y="2943"/>
                    <a:pt x="2056" y="2970"/>
                  </a:cubicBezTo>
                  <a:cubicBezTo>
                    <a:pt x="2020" y="2757"/>
                    <a:pt x="1900" y="2431"/>
                    <a:pt x="1519" y="2140"/>
                  </a:cubicBezTo>
                  <a:cubicBezTo>
                    <a:pt x="969" y="1722"/>
                    <a:pt x="343" y="1671"/>
                    <a:pt x="323" y="0"/>
                  </a:cubicBezTo>
                  <a:close/>
                </a:path>
              </a:pathLst>
            </a:custGeom>
            <a:solidFill>
              <a:srgbClr val="F3F3F3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4"/>
            <p:cNvSpPr/>
            <p:nvPr/>
          </p:nvSpPr>
          <p:spPr>
            <a:xfrm rot="715625" flipH="1">
              <a:off x="6325216" y="4608524"/>
              <a:ext cx="146541" cy="64426"/>
            </a:xfrm>
            <a:custGeom>
              <a:avLst/>
              <a:gdLst/>
              <a:ahLst/>
              <a:cxnLst/>
              <a:rect l="l" t="t" r="r" b="b"/>
              <a:pathLst>
                <a:path w="2245" h="987" extrusionOk="0">
                  <a:moveTo>
                    <a:pt x="0" y="0"/>
                  </a:moveTo>
                  <a:cubicBezTo>
                    <a:pt x="99" y="190"/>
                    <a:pt x="241" y="360"/>
                    <a:pt x="406" y="502"/>
                  </a:cubicBezTo>
                  <a:cubicBezTo>
                    <a:pt x="487" y="576"/>
                    <a:pt x="578" y="638"/>
                    <a:pt x="670" y="696"/>
                  </a:cubicBezTo>
                  <a:cubicBezTo>
                    <a:pt x="765" y="752"/>
                    <a:pt x="863" y="799"/>
                    <a:pt x="964" y="843"/>
                  </a:cubicBezTo>
                  <a:cubicBezTo>
                    <a:pt x="1068" y="881"/>
                    <a:pt x="1172" y="916"/>
                    <a:pt x="1279" y="940"/>
                  </a:cubicBezTo>
                  <a:cubicBezTo>
                    <a:pt x="1386" y="962"/>
                    <a:pt x="1495" y="980"/>
                    <a:pt x="1604" y="983"/>
                  </a:cubicBezTo>
                  <a:cubicBezTo>
                    <a:pt x="1638" y="985"/>
                    <a:pt x="1673" y="986"/>
                    <a:pt x="1708" y="986"/>
                  </a:cubicBezTo>
                  <a:cubicBezTo>
                    <a:pt x="1891" y="986"/>
                    <a:pt x="2074" y="959"/>
                    <a:pt x="2244" y="900"/>
                  </a:cubicBezTo>
                  <a:lnTo>
                    <a:pt x="2244" y="900"/>
                  </a:lnTo>
                  <a:cubicBezTo>
                    <a:pt x="2208" y="901"/>
                    <a:pt x="2172" y="902"/>
                    <a:pt x="2136" y="902"/>
                  </a:cubicBezTo>
                  <a:cubicBezTo>
                    <a:pt x="1959" y="902"/>
                    <a:pt x="1787" y="891"/>
                    <a:pt x="1615" y="864"/>
                  </a:cubicBezTo>
                  <a:cubicBezTo>
                    <a:pt x="1410" y="830"/>
                    <a:pt x="1212" y="777"/>
                    <a:pt x="1022" y="700"/>
                  </a:cubicBezTo>
                  <a:cubicBezTo>
                    <a:pt x="831" y="624"/>
                    <a:pt x="650" y="526"/>
                    <a:pt x="479" y="408"/>
                  </a:cubicBezTo>
                  <a:cubicBezTo>
                    <a:pt x="308" y="291"/>
                    <a:pt x="151" y="15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4"/>
            <p:cNvSpPr/>
            <p:nvPr/>
          </p:nvSpPr>
          <p:spPr>
            <a:xfrm rot="715625" flipH="1">
              <a:off x="6118975" y="4016090"/>
              <a:ext cx="410444" cy="604308"/>
            </a:xfrm>
            <a:custGeom>
              <a:avLst/>
              <a:gdLst/>
              <a:ahLst/>
              <a:cxnLst/>
              <a:rect l="l" t="t" r="r" b="b"/>
              <a:pathLst>
                <a:path w="6288" h="9258" extrusionOk="0">
                  <a:moveTo>
                    <a:pt x="2492" y="0"/>
                  </a:moveTo>
                  <a:cubicBezTo>
                    <a:pt x="2492" y="0"/>
                    <a:pt x="2474" y="36"/>
                    <a:pt x="2442" y="103"/>
                  </a:cubicBezTo>
                  <a:cubicBezTo>
                    <a:pt x="2376" y="245"/>
                    <a:pt x="2247" y="522"/>
                    <a:pt x="2080" y="906"/>
                  </a:cubicBezTo>
                  <a:cubicBezTo>
                    <a:pt x="1468" y="2328"/>
                    <a:pt x="346" y="5200"/>
                    <a:pt x="20" y="7904"/>
                  </a:cubicBezTo>
                  <a:cubicBezTo>
                    <a:pt x="1" y="8339"/>
                    <a:pt x="368" y="8819"/>
                    <a:pt x="1047" y="9092"/>
                  </a:cubicBezTo>
                  <a:cubicBezTo>
                    <a:pt x="1326" y="9204"/>
                    <a:pt x="1587" y="9258"/>
                    <a:pt x="1820" y="9258"/>
                  </a:cubicBezTo>
                  <a:cubicBezTo>
                    <a:pt x="1983" y="9258"/>
                    <a:pt x="2132" y="9232"/>
                    <a:pt x="2263" y="9180"/>
                  </a:cubicBezTo>
                  <a:cubicBezTo>
                    <a:pt x="2312" y="9161"/>
                    <a:pt x="2358" y="9139"/>
                    <a:pt x="2401" y="9114"/>
                  </a:cubicBezTo>
                  <a:cubicBezTo>
                    <a:pt x="2478" y="9069"/>
                    <a:pt x="2548" y="9014"/>
                    <a:pt x="2606" y="8949"/>
                  </a:cubicBezTo>
                  <a:cubicBezTo>
                    <a:pt x="4088" y="6977"/>
                    <a:pt x="5193" y="4452"/>
                    <a:pt x="5787" y="2913"/>
                  </a:cubicBezTo>
                  <a:cubicBezTo>
                    <a:pt x="6113" y="2071"/>
                    <a:pt x="6287" y="1524"/>
                    <a:pt x="6287" y="1524"/>
                  </a:cubicBezTo>
                  <a:lnTo>
                    <a:pt x="4428" y="692"/>
                  </a:lnTo>
                  <a:cubicBezTo>
                    <a:pt x="4090" y="570"/>
                    <a:pt x="3809" y="471"/>
                    <a:pt x="3578" y="388"/>
                  </a:cubicBezTo>
                  <a:cubicBezTo>
                    <a:pt x="2624" y="46"/>
                    <a:pt x="2505" y="4"/>
                    <a:pt x="24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4"/>
            <p:cNvSpPr/>
            <p:nvPr/>
          </p:nvSpPr>
          <p:spPr>
            <a:xfrm rot="715625" flipH="1">
              <a:off x="6154967" y="4010035"/>
              <a:ext cx="315992" cy="264491"/>
            </a:xfrm>
            <a:custGeom>
              <a:avLst/>
              <a:gdLst/>
              <a:ahLst/>
              <a:cxnLst/>
              <a:rect l="l" t="t" r="r" b="b"/>
              <a:pathLst>
                <a:path w="4841" h="4052" extrusionOk="0">
                  <a:moveTo>
                    <a:pt x="1045" y="0"/>
                  </a:moveTo>
                  <a:cubicBezTo>
                    <a:pt x="1045" y="0"/>
                    <a:pt x="1028" y="36"/>
                    <a:pt x="996" y="103"/>
                  </a:cubicBezTo>
                  <a:cubicBezTo>
                    <a:pt x="930" y="244"/>
                    <a:pt x="800" y="522"/>
                    <a:pt x="634" y="906"/>
                  </a:cubicBezTo>
                  <a:cubicBezTo>
                    <a:pt x="481" y="1259"/>
                    <a:pt x="296" y="1703"/>
                    <a:pt x="101" y="2213"/>
                  </a:cubicBezTo>
                  <a:cubicBezTo>
                    <a:pt x="94" y="2225"/>
                    <a:pt x="88" y="2236"/>
                    <a:pt x="83" y="2249"/>
                  </a:cubicBezTo>
                  <a:cubicBezTo>
                    <a:pt x="78" y="2262"/>
                    <a:pt x="72" y="2278"/>
                    <a:pt x="70" y="2293"/>
                  </a:cubicBezTo>
                  <a:cubicBezTo>
                    <a:pt x="1" y="2661"/>
                    <a:pt x="737" y="3272"/>
                    <a:pt x="1770" y="3687"/>
                  </a:cubicBezTo>
                  <a:cubicBezTo>
                    <a:pt x="2370" y="3928"/>
                    <a:pt x="2944" y="4052"/>
                    <a:pt x="3359" y="4052"/>
                  </a:cubicBezTo>
                  <a:cubicBezTo>
                    <a:pt x="3658" y="4052"/>
                    <a:pt x="3875" y="3987"/>
                    <a:pt x="3961" y="3856"/>
                  </a:cubicBezTo>
                  <a:cubicBezTo>
                    <a:pt x="3970" y="3842"/>
                    <a:pt x="3976" y="3827"/>
                    <a:pt x="3982" y="3813"/>
                  </a:cubicBezTo>
                  <a:cubicBezTo>
                    <a:pt x="3987" y="3800"/>
                    <a:pt x="3991" y="3787"/>
                    <a:pt x="3993" y="3774"/>
                  </a:cubicBezTo>
                  <a:cubicBezTo>
                    <a:pt x="4124" y="3464"/>
                    <a:pt x="4240" y="3175"/>
                    <a:pt x="4340" y="2914"/>
                  </a:cubicBezTo>
                  <a:cubicBezTo>
                    <a:pt x="4667" y="2071"/>
                    <a:pt x="4840" y="1524"/>
                    <a:pt x="4840" y="1524"/>
                  </a:cubicBezTo>
                  <a:lnTo>
                    <a:pt x="2982" y="692"/>
                  </a:lnTo>
                  <a:cubicBezTo>
                    <a:pt x="2644" y="571"/>
                    <a:pt x="2363" y="470"/>
                    <a:pt x="2132" y="388"/>
                  </a:cubicBezTo>
                  <a:cubicBezTo>
                    <a:pt x="1177" y="46"/>
                    <a:pt x="1059" y="4"/>
                    <a:pt x="1048" y="0"/>
                  </a:cubicBezTo>
                  <a:close/>
                </a:path>
              </a:pathLst>
            </a:custGeom>
            <a:solidFill>
              <a:srgbClr val="CCA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4"/>
            <p:cNvSpPr/>
            <p:nvPr/>
          </p:nvSpPr>
          <p:spPr>
            <a:xfrm rot="715625" flipH="1">
              <a:off x="6143587" y="4012806"/>
              <a:ext cx="355222" cy="370170"/>
            </a:xfrm>
            <a:custGeom>
              <a:avLst/>
              <a:gdLst/>
              <a:ahLst/>
              <a:cxnLst/>
              <a:rect l="l" t="t" r="r" b="b"/>
              <a:pathLst>
                <a:path w="5442" h="5671" extrusionOk="0">
                  <a:moveTo>
                    <a:pt x="1646" y="0"/>
                  </a:moveTo>
                  <a:cubicBezTo>
                    <a:pt x="1646" y="0"/>
                    <a:pt x="1629" y="36"/>
                    <a:pt x="1597" y="103"/>
                  </a:cubicBezTo>
                  <a:cubicBezTo>
                    <a:pt x="1553" y="196"/>
                    <a:pt x="1482" y="349"/>
                    <a:pt x="1391" y="553"/>
                  </a:cubicBezTo>
                  <a:cubicBezTo>
                    <a:pt x="1344" y="657"/>
                    <a:pt x="1291" y="775"/>
                    <a:pt x="1235" y="907"/>
                  </a:cubicBezTo>
                  <a:cubicBezTo>
                    <a:pt x="1347" y="1238"/>
                    <a:pt x="1037" y="2033"/>
                    <a:pt x="912" y="2396"/>
                  </a:cubicBezTo>
                  <a:cubicBezTo>
                    <a:pt x="759" y="2836"/>
                    <a:pt x="0" y="4028"/>
                    <a:pt x="415" y="4207"/>
                  </a:cubicBezTo>
                  <a:cubicBezTo>
                    <a:pt x="432" y="4215"/>
                    <a:pt x="450" y="4219"/>
                    <a:pt x="467" y="4219"/>
                  </a:cubicBezTo>
                  <a:cubicBezTo>
                    <a:pt x="526" y="4219"/>
                    <a:pt x="585" y="4177"/>
                    <a:pt x="643" y="4105"/>
                  </a:cubicBezTo>
                  <a:cubicBezTo>
                    <a:pt x="987" y="3684"/>
                    <a:pt x="1309" y="2224"/>
                    <a:pt x="1551" y="2224"/>
                  </a:cubicBezTo>
                  <a:cubicBezTo>
                    <a:pt x="1557" y="2224"/>
                    <a:pt x="1563" y="2225"/>
                    <a:pt x="1569" y="2227"/>
                  </a:cubicBezTo>
                  <a:cubicBezTo>
                    <a:pt x="1850" y="2315"/>
                    <a:pt x="831" y="3907"/>
                    <a:pt x="1221" y="4060"/>
                  </a:cubicBezTo>
                  <a:cubicBezTo>
                    <a:pt x="1240" y="4068"/>
                    <a:pt x="1262" y="4072"/>
                    <a:pt x="1289" y="4072"/>
                  </a:cubicBezTo>
                  <a:cubicBezTo>
                    <a:pt x="1291" y="4072"/>
                    <a:pt x="1292" y="4072"/>
                    <a:pt x="1293" y="4072"/>
                  </a:cubicBezTo>
                  <a:cubicBezTo>
                    <a:pt x="1345" y="4072"/>
                    <a:pt x="1396" y="4049"/>
                    <a:pt x="1444" y="4011"/>
                  </a:cubicBezTo>
                  <a:cubicBezTo>
                    <a:pt x="1663" y="3829"/>
                    <a:pt x="1834" y="3277"/>
                    <a:pt x="1992" y="2752"/>
                  </a:cubicBezTo>
                  <a:cubicBezTo>
                    <a:pt x="2090" y="2433"/>
                    <a:pt x="2181" y="2123"/>
                    <a:pt x="2277" y="1910"/>
                  </a:cubicBezTo>
                  <a:cubicBezTo>
                    <a:pt x="2351" y="1743"/>
                    <a:pt x="2428" y="1635"/>
                    <a:pt x="2513" y="1633"/>
                  </a:cubicBezTo>
                  <a:cubicBezTo>
                    <a:pt x="2517" y="1633"/>
                    <a:pt x="2521" y="1633"/>
                    <a:pt x="2525" y="1633"/>
                  </a:cubicBezTo>
                  <a:cubicBezTo>
                    <a:pt x="2552" y="1633"/>
                    <a:pt x="2575" y="1636"/>
                    <a:pt x="2596" y="1644"/>
                  </a:cubicBezTo>
                  <a:cubicBezTo>
                    <a:pt x="2616" y="1654"/>
                    <a:pt x="2633" y="1666"/>
                    <a:pt x="2646" y="1684"/>
                  </a:cubicBezTo>
                  <a:cubicBezTo>
                    <a:pt x="2806" y="1910"/>
                    <a:pt x="2264" y="2807"/>
                    <a:pt x="2631" y="2998"/>
                  </a:cubicBezTo>
                  <a:cubicBezTo>
                    <a:pt x="2690" y="3029"/>
                    <a:pt x="2742" y="3042"/>
                    <a:pt x="2787" y="3042"/>
                  </a:cubicBezTo>
                  <a:cubicBezTo>
                    <a:pt x="2842" y="3042"/>
                    <a:pt x="2888" y="3023"/>
                    <a:pt x="2930" y="2993"/>
                  </a:cubicBezTo>
                  <a:cubicBezTo>
                    <a:pt x="3009" y="2937"/>
                    <a:pt x="3072" y="2839"/>
                    <a:pt x="3145" y="2749"/>
                  </a:cubicBezTo>
                  <a:cubicBezTo>
                    <a:pt x="3212" y="2670"/>
                    <a:pt x="3297" y="2635"/>
                    <a:pt x="3379" y="2635"/>
                  </a:cubicBezTo>
                  <a:cubicBezTo>
                    <a:pt x="3425" y="2635"/>
                    <a:pt x="3471" y="2646"/>
                    <a:pt x="3512" y="2668"/>
                  </a:cubicBezTo>
                  <a:cubicBezTo>
                    <a:pt x="3606" y="2717"/>
                    <a:pt x="3676" y="2819"/>
                    <a:pt x="3676" y="2955"/>
                  </a:cubicBezTo>
                  <a:cubicBezTo>
                    <a:pt x="3676" y="3204"/>
                    <a:pt x="3605" y="3458"/>
                    <a:pt x="3539" y="3695"/>
                  </a:cubicBezTo>
                  <a:cubicBezTo>
                    <a:pt x="3229" y="4824"/>
                    <a:pt x="2541" y="5547"/>
                    <a:pt x="3031" y="5665"/>
                  </a:cubicBezTo>
                  <a:cubicBezTo>
                    <a:pt x="3046" y="5669"/>
                    <a:pt x="3061" y="5671"/>
                    <a:pt x="3075" y="5671"/>
                  </a:cubicBezTo>
                  <a:cubicBezTo>
                    <a:pt x="3126" y="5671"/>
                    <a:pt x="3173" y="5649"/>
                    <a:pt x="3217" y="5608"/>
                  </a:cubicBezTo>
                  <a:cubicBezTo>
                    <a:pt x="3596" y="5257"/>
                    <a:pt x="3751" y="3526"/>
                    <a:pt x="4495" y="2831"/>
                  </a:cubicBezTo>
                  <a:cubicBezTo>
                    <a:pt x="4553" y="2777"/>
                    <a:pt x="4623" y="2749"/>
                    <a:pt x="4693" y="2749"/>
                  </a:cubicBezTo>
                  <a:cubicBezTo>
                    <a:pt x="4757" y="2749"/>
                    <a:pt x="4820" y="2773"/>
                    <a:pt x="4874" y="2822"/>
                  </a:cubicBezTo>
                  <a:cubicBezTo>
                    <a:pt x="4903" y="2850"/>
                    <a:pt x="4925" y="2880"/>
                    <a:pt x="4941" y="2913"/>
                  </a:cubicBezTo>
                  <a:cubicBezTo>
                    <a:pt x="5268" y="2070"/>
                    <a:pt x="5441" y="1523"/>
                    <a:pt x="5441" y="1523"/>
                  </a:cubicBezTo>
                  <a:lnTo>
                    <a:pt x="3583" y="692"/>
                  </a:lnTo>
                  <a:cubicBezTo>
                    <a:pt x="3245" y="570"/>
                    <a:pt x="2964" y="471"/>
                    <a:pt x="2733" y="387"/>
                  </a:cubicBezTo>
                  <a:cubicBezTo>
                    <a:pt x="1778" y="46"/>
                    <a:pt x="1660" y="3"/>
                    <a:pt x="1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4"/>
            <p:cNvSpPr/>
            <p:nvPr/>
          </p:nvSpPr>
          <p:spPr>
            <a:xfrm rot="715625" flipH="1">
              <a:off x="6390302" y="4074676"/>
              <a:ext cx="111945" cy="239295"/>
            </a:xfrm>
            <a:custGeom>
              <a:avLst/>
              <a:gdLst/>
              <a:ahLst/>
              <a:cxnLst/>
              <a:rect l="l" t="t" r="r" b="b"/>
              <a:pathLst>
                <a:path w="1715" h="3666" extrusionOk="0">
                  <a:moveTo>
                    <a:pt x="1392" y="1"/>
                  </a:moveTo>
                  <a:cubicBezTo>
                    <a:pt x="1344" y="105"/>
                    <a:pt x="1291" y="223"/>
                    <a:pt x="1235" y="355"/>
                  </a:cubicBezTo>
                  <a:cubicBezTo>
                    <a:pt x="1347" y="686"/>
                    <a:pt x="1037" y="1481"/>
                    <a:pt x="912" y="1844"/>
                  </a:cubicBezTo>
                  <a:cubicBezTo>
                    <a:pt x="759" y="2283"/>
                    <a:pt x="0" y="3475"/>
                    <a:pt x="415" y="3654"/>
                  </a:cubicBezTo>
                  <a:cubicBezTo>
                    <a:pt x="432" y="3662"/>
                    <a:pt x="450" y="3666"/>
                    <a:pt x="467" y="3666"/>
                  </a:cubicBezTo>
                  <a:cubicBezTo>
                    <a:pt x="526" y="3666"/>
                    <a:pt x="585" y="3624"/>
                    <a:pt x="643" y="3552"/>
                  </a:cubicBezTo>
                  <a:cubicBezTo>
                    <a:pt x="364" y="3207"/>
                    <a:pt x="1144" y="2015"/>
                    <a:pt x="1454" y="1116"/>
                  </a:cubicBezTo>
                  <a:cubicBezTo>
                    <a:pt x="1714" y="361"/>
                    <a:pt x="1524" y="98"/>
                    <a:pt x="1392" y="1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4"/>
            <p:cNvSpPr/>
            <p:nvPr/>
          </p:nvSpPr>
          <p:spPr>
            <a:xfrm rot="715625" flipH="1">
              <a:off x="6372220" y="4173078"/>
              <a:ext cx="66645" cy="123695"/>
            </a:xfrm>
            <a:custGeom>
              <a:avLst/>
              <a:gdLst/>
              <a:ahLst/>
              <a:cxnLst/>
              <a:rect l="l" t="t" r="r" b="b"/>
              <a:pathLst>
                <a:path w="1021" h="1895" extrusionOk="0">
                  <a:moveTo>
                    <a:pt x="869" y="0"/>
                  </a:moveTo>
                  <a:cubicBezTo>
                    <a:pt x="809" y="0"/>
                    <a:pt x="739" y="49"/>
                    <a:pt x="739" y="49"/>
                  </a:cubicBezTo>
                  <a:cubicBezTo>
                    <a:pt x="1020" y="139"/>
                    <a:pt x="1" y="1730"/>
                    <a:pt x="391" y="1883"/>
                  </a:cubicBezTo>
                  <a:cubicBezTo>
                    <a:pt x="410" y="1891"/>
                    <a:pt x="432" y="1894"/>
                    <a:pt x="458" y="1894"/>
                  </a:cubicBezTo>
                  <a:cubicBezTo>
                    <a:pt x="461" y="1894"/>
                    <a:pt x="463" y="1894"/>
                    <a:pt x="465" y="1894"/>
                  </a:cubicBezTo>
                  <a:cubicBezTo>
                    <a:pt x="517" y="1894"/>
                    <a:pt x="567" y="1871"/>
                    <a:pt x="614" y="1833"/>
                  </a:cubicBezTo>
                  <a:cubicBezTo>
                    <a:pt x="415" y="1561"/>
                    <a:pt x="947" y="361"/>
                    <a:pt x="954" y="137"/>
                  </a:cubicBezTo>
                  <a:cubicBezTo>
                    <a:pt x="957" y="30"/>
                    <a:pt x="916" y="0"/>
                    <a:pt x="869" y="0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4"/>
            <p:cNvSpPr/>
            <p:nvPr/>
          </p:nvSpPr>
          <p:spPr>
            <a:xfrm rot="715625" flipH="1">
              <a:off x="6313895" y="4125040"/>
              <a:ext cx="43538" cy="88642"/>
            </a:xfrm>
            <a:custGeom>
              <a:avLst/>
              <a:gdLst/>
              <a:ahLst/>
              <a:cxnLst/>
              <a:rect l="l" t="t" r="r" b="b"/>
              <a:pathLst>
                <a:path w="667" h="1358" extrusionOk="0">
                  <a:moveTo>
                    <a:pt x="381" y="0"/>
                  </a:moveTo>
                  <a:cubicBezTo>
                    <a:pt x="541" y="226"/>
                    <a:pt x="0" y="1123"/>
                    <a:pt x="366" y="1313"/>
                  </a:cubicBezTo>
                  <a:cubicBezTo>
                    <a:pt x="425" y="1344"/>
                    <a:pt x="477" y="1358"/>
                    <a:pt x="523" y="1358"/>
                  </a:cubicBezTo>
                  <a:cubicBezTo>
                    <a:pt x="577" y="1358"/>
                    <a:pt x="624" y="1339"/>
                    <a:pt x="666" y="1308"/>
                  </a:cubicBezTo>
                  <a:cubicBezTo>
                    <a:pt x="323" y="1010"/>
                    <a:pt x="525" y="581"/>
                    <a:pt x="592" y="330"/>
                  </a:cubicBezTo>
                  <a:cubicBezTo>
                    <a:pt x="667" y="53"/>
                    <a:pt x="381" y="0"/>
                    <a:pt x="381" y="0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4"/>
            <p:cNvSpPr/>
            <p:nvPr/>
          </p:nvSpPr>
          <p:spPr>
            <a:xfrm rot="715625" flipH="1">
              <a:off x="6225166" y="4176025"/>
              <a:ext cx="90927" cy="198172"/>
            </a:xfrm>
            <a:custGeom>
              <a:avLst/>
              <a:gdLst/>
              <a:ahLst/>
              <a:cxnLst/>
              <a:rect l="l" t="t" r="r" b="b"/>
              <a:pathLst>
                <a:path w="1393" h="3036" extrusionOk="0">
                  <a:moveTo>
                    <a:pt x="1070" y="0"/>
                  </a:moveTo>
                  <a:cubicBezTo>
                    <a:pt x="1015" y="0"/>
                    <a:pt x="975" y="30"/>
                    <a:pt x="972" y="33"/>
                  </a:cubicBezTo>
                  <a:cubicBezTo>
                    <a:pt x="1066" y="82"/>
                    <a:pt x="1136" y="184"/>
                    <a:pt x="1136" y="320"/>
                  </a:cubicBezTo>
                  <a:cubicBezTo>
                    <a:pt x="1136" y="569"/>
                    <a:pt x="1065" y="823"/>
                    <a:pt x="999" y="1060"/>
                  </a:cubicBezTo>
                  <a:cubicBezTo>
                    <a:pt x="688" y="2189"/>
                    <a:pt x="1" y="2912"/>
                    <a:pt x="491" y="3030"/>
                  </a:cubicBezTo>
                  <a:cubicBezTo>
                    <a:pt x="506" y="3034"/>
                    <a:pt x="521" y="3036"/>
                    <a:pt x="535" y="3036"/>
                  </a:cubicBezTo>
                  <a:cubicBezTo>
                    <a:pt x="586" y="3036"/>
                    <a:pt x="633" y="3014"/>
                    <a:pt x="677" y="2973"/>
                  </a:cubicBezTo>
                  <a:cubicBezTo>
                    <a:pt x="569" y="2576"/>
                    <a:pt x="1087" y="1402"/>
                    <a:pt x="1167" y="1203"/>
                  </a:cubicBezTo>
                  <a:cubicBezTo>
                    <a:pt x="1260" y="972"/>
                    <a:pt x="1392" y="467"/>
                    <a:pt x="1269" y="182"/>
                  </a:cubicBezTo>
                  <a:cubicBezTo>
                    <a:pt x="1206" y="36"/>
                    <a:pt x="1130" y="0"/>
                    <a:pt x="1070" y="0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4"/>
            <p:cNvSpPr/>
            <p:nvPr/>
          </p:nvSpPr>
          <p:spPr>
            <a:xfrm rot="715625" flipH="1">
              <a:off x="6290271" y="4034049"/>
              <a:ext cx="237272" cy="604243"/>
            </a:xfrm>
            <a:custGeom>
              <a:avLst/>
              <a:gdLst/>
              <a:ahLst/>
              <a:cxnLst/>
              <a:rect l="l" t="t" r="r" b="b"/>
              <a:pathLst>
                <a:path w="3635" h="9257" extrusionOk="0">
                  <a:moveTo>
                    <a:pt x="2493" y="0"/>
                  </a:moveTo>
                  <a:cubicBezTo>
                    <a:pt x="2493" y="0"/>
                    <a:pt x="2476" y="36"/>
                    <a:pt x="2443" y="103"/>
                  </a:cubicBezTo>
                  <a:cubicBezTo>
                    <a:pt x="2377" y="245"/>
                    <a:pt x="2248" y="522"/>
                    <a:pt x="2082" y="906"/>
                  </a:cubicBezTo>
                  <a:cubicBezTo>
                    <a:pt x="1468" y="2327"/>
                    <a:pt x="346" y="5199"/>
                    <a:pt x="20" y="7903"/>
                  </a:cubicBezTo>
                  <a:cubicBezTo>
                    <a:pt x="1" y="8338"/>
                    <a:pt x="368" y="8818"/>
                    <a:pt x="1047" y="9091"/>
                  </a:cubicBezTo>
                  <a:cubicBezTo>
                    <a:pt x="1326" y="9203"/>
                    <a:pt x="1587" y="9257"/>
                    <a:pt x="1820" y="9257"/>
                  </a:cubicBezTo>
                  <a:cubicBezTo>
                    <a:pt x="1983" y="9257"/>
                    <a:pt x="2132" y="9231"/>
                    <a:pt x="2263" y="9179"/>
                  </a:cubicBezTo>
                  <a:cubicBezTo>
                    <a:pt x="1141" y="8545"/>
                    <a:pt x="1041" y="6991"/>
                    <a:pt x="1612" y="5850"/>
                  </a:cubicBezTo>
                  <a:cubicBezTo>
                    <a:pt x="2087" y="4903"/>
                    <a:pt x="3060" y="3054"/>
                    <a:pt x="3441" y="1642"/>
                  </a:cubicBezTo>
                  <a:cubicBezTo>
                    <a:pt x="3573" y="1152"/>
                    <a:pt x="3634" y="716"/>
                    <a:pt x="3579" y="388"/>
                  </a:cubicBezTo>
                  <a:cubicBezTo>
                    <a:pt x="2625" y="46"/>
                    <a:pt x="2507" y="4"/>
                    <a:pt x="2494" y="0"/>
                  </a:cubicBezTo>
                  <a:close/>
                </a:path>
              </a:pathLst>
            </a:custGeom>
            <a:solidFill>
              <a:srgbClr val="F3F3F3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4"/>
            <p:cNvSpPr/>
            <p:nvPr/>
          </p:nvSpPr>
          <p:spPr>
            <a:xfrm rot="715625" flipH="1">
              <a:off x="6253006" y="4429541"/>
              <a:ext cx="87402" cy="127742"/>
            </a:xfrm>
            <a:custGeom>
              <a:avLst/>
              <a:gdLst/>
              <a:ahLst/>
              <a:cxnLst/>
              <a:rect l="l" t="t" r="r" b="b"/>
              <a:pathLst>
                <a:path w="1339" h="1957" extrusionOk="0">
                  <a:moveTo>
                    <a:pt x="1338" y="0"/>
                  </a:moveTo>
                  <a:lnTo>
                    <a:pt x="1338" y="0"/>
                  </a:lnTo>
                  <a:cubicBezTo>
                    <a:pt x="1220" y="164"/>
                    <a:pt x="1112" y="331"/>
                    <a:pt x="1007" y="498"/>
                  </a:cubicBezTo>
                  <a:lnTo>
                    <a:pt x="692" y="1004"/>
                  </a:lnTo>
                  <a:cubicBezTo>
                    <a:pt x="641" y="1088"/>
                    <a:pt x="589" y="1173"/>
                    <a:pt x="536" y="1256"/>
                  </a:cubicBezTo>
                  <a:cubicBezTo>
                    <a:pt x="485" y="1341"/>
                    <a:pt x="431" y="1423"/>
                    <a:pt x="376" y="1505"/>
                  </a:cubicBezTo>
                  <a:cubicBezTo>
                    <a:pt x="321" y="1587"/>
                    <a:pt x="267" y="1669"/>
                    <a:pt x="206" y="1746"/>
                  </a:cubicBezTo>
                  <a:cubicBezTo>
                    <a:pt x="146" y="1824"/>
                    <a:pt x="84" y="1897"/>
                    <a:pt x="1" y="1957"/>
                  </a:cubicBezTo>
                  <a:cubicBezTo>
                    <a:pt x="99" y="1930"/>
                    <a:pt x="185" y="1864"/>
                    <a:pt x="262" y="1798"/>
                  </a:cubicBezTo>
                  <a:cubicBezTo>
                    <a:pt x="336" y="1731"/>
                    <a:pt x="407" y="1656"/>
                    <a:pt x="472" y="1578"/>
                  </a:cubicBezTo>
                  <a:cubicBezTo>
                    <a:pt x="602" y="1424"/>
                    <a:pt x="717" y="1256"/>
                    <a:pt x="822" y="1086"/>
                  </a:cubicBezTo>
                  <a:cubicBezTo>
                    <a:pt x="927" y="914"/>
                    <a:pt x="1025" y="739"/>
                    <a:pt x="1111" y="558"/>
                  </a:cubicBezTo>
                  <a:cubicBezTo>
                    <a:pt x="1198" y="377"/>
                    <a:pt x="1277" y="193"/>
                    <a:pt x="13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4"/>
            <p:cNvSpPr/>
            <p:nvPr/>
          </p:nvSpPr>
          <p:spPr>
            <a:xfrm rot="715625" flipH="1">
              <a:off x="6129477" y="3945555"/>
              <a:ext cx="316841" cy="185118"/>
            </a:xfrm>
            <a:custGeom>
              <a:avLst/>
              <a:gdLst/>
              <a:ahLst/>
              <a:cxnLst/>
              <a:rect l="l" t="t" r="r" b="b"/>
              <a:pathLst>
                <a:path w="4854" h="2836" extrusionOk="0">
                  <a:moveTo>
                    <a:pt x="1182" y="0"/>
                  </a:moveTo>
                  <a:cubicBezTo>
                    <a:pt x="608" y="0"/>
                    <a:pt x="176" y="170"/>
                    <a:pt x="44" y="501"/>
                  </a:cubicBezTo>
                  <a:cubicBezTo>
                    <a:pt x="14" y="575"/>
                    <a:pt x="1" y="654"/>
                    <a:pt x="3" y="736"/>
                  </a:cubicBezTo>
                  <a:cubicBezTo>
                    <a:pt x="17" y="1314"/>
                    <a:pt x="791" y="2056"/>
                    <a:pt x="1896" y="2499"/>
                  </a:cubicBezTo>
                  <a:cubicBezTo>
                    <a:pt x="2459" y="2725"/>
                    <a:pt x="3013" y="2835"/>
                    <a:pt x="3476" y="2835"/>
                  </a:cubicBezTo>
                  <a:cubicBezTo>
                    <a:pt x="3921" y="2835"/>
                    <a:pt x="4281" y="2733"/>
                    <a:pt x="4482" y="2533"/>
                  </a:cubicBezTo>
                  <a:cubicBezTo>
                    <a:pt x="4541" y="2475"/>
                    <a:pt x="4586" y="2409"/>
                    <a:pt x="4615" y="2335"/>
                  </a:cubicBezTo>
                  <a:cubicBezTo>
                    <a:pt x="4854" y="1738"/>
                    <a:pt x="4025" y="843"/>
                    <a:pt x="2763" y="337"/>
                  </a:cubicBezTo>
                  <a:cubicBezTo>
                    <a:pt x="2199" y="111"/>
                    <a:pt x="1644" y="0"/>
                    <a:pt x="118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4"/>
            <p:cNvSpPr/>
            <p:nvPr/>
          </p:nvSpPr>
          <p:spPr>
            <a:xfrm rot="715625" flipH="1">
              <a:off x="6312971" y="3621527"/>
              <a:ext cx="170627" cy="691254"/>
            </a:xfrm>
            <a:custGeom>
              <a:avLst/>
              <a:gdLst/>
              <a:ahLst/>
              <a:cxnLst/>
              <a:rect l="l" t="t" r="r" b="b"/>
              <a:pathLst>
                <a:path w="2614" h="10590" extrusionOk="0">
                  <a:moveTo>
                    <a:pt x="283" y="0"/>
                  </a:moveTo>
                  <a:cubicBezTo>
                    <a:pt x="266" y="0"/>
                    <a:pt x="248" y="2"/>
                    <a:pt x="230" y="6"/>
                  </a:cubicBezTo>
                  <a:cubicBezTo>
                    <a:pt x="227" y="6"/>
                    <a:pt x="225" y="8"/>
                    <a:pt x="222" y="8"/>
                  </a:cubicBezTo>
                  <a:cubicBezTo>
                    <a:pt x="152" y="24"/>
                    <a:pt x="94" y="66"/>
                    <a:pt x="57" y="122"/>
                  </a:cubicBezTo>
                  <a:cubicBezTo>
                    <a:pt x="17" y="183"/>
                    <a:pt x="1" y="255"/>
                    <a:pt x="16" y="330"/>
                  </a:cubicBezTo>
                  <a:lnTo>
                    <a:pt x="2062" y="10370"/>
                  </a:lnTo>
                  <a:cubicBezTo>
                    <a:pt x="2089" y="10501"/>
                    <a:pt x="2203" y="10590"/>
                    <a:pt x="2330" y="10590"/>
                  </a:cubicBezTo>
                  <a:cubicBezTo>
                    <a:pt x="2348" y="10590"/>
                    <a:pt x="2366" y="10588"/>
                    <a:pt x="2385" y="10584"/>
                  </a:cubicBezTo>
                  <a:cubicBezTo>
                    <a:pt x="2459" y="10569"/>
                    <a:pt x="2519" y="10526"/>
                    <a:pt x="2559" y="10467"/>
                  </a:cubicBezTo>
                  <a:cubicBezTo>
                    <a:pt x="2597" y="10408"/>
                    <a:pt x="2614" y="10335"/>
                    <a:pt x="2598" y="10261"/>
                  </a:cubicBezTo>
                  <a:lnTo>
                    <a:pt x="552" y="219"/>
                  </a:lnTo>
                  <a:cubicBezTo>
                    <a:pt x="525" y="89"/>
                    <a:pt x="411" y="0"/>
                    <a:pt x="283" y="0"/>
                  </a:cubicBezTo>
                  <a:close/>
                </a:path>
              </a:pathLst>
            </a:custGeom>
            <a:solidFill>
              <a:srgbClr val="EDD2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4"/>
            <p:cNvSpPr/>
            <p:nvPr/>
          </p:nvSpPr>
          <p:spPr>
            <a:xfrm rot="715625" flipH="1">
              <a:off x="6261649" y="4194310"/>
              <a:ext cx="37598" cy="89165"/>
            </a:xfrm>
            <a:custGeom>
              <a:avLst/>
              <a:gdLst/>
              <a:ahLst/>
              <a:cxnLst/>
              <a:rect l="l" t="t" r="r" b="b"/>
              <a:pathLst>
                <a:path w="576" h="1366" extrusionOk="0">
                  <a:moveTo>
                    <a:pt x="428" y="1"/>
                  </a:moveTo>
                  <a:lnTo>
                    <a:pt x="0" y="645"/>
                  </a:lnTo>
                  <a:lnTo>
                    <a:pt x="148" y="1366"/>
                  </a:lnTo>
                  <a:lnTo>
                    <a:pt x="575" y="719"/>
                  </a:lnTo>
                  <a:lnTo>
                    <a:pt x="428" y="1"/>
                  </a:lnTo>
                  <a:close/>
                </a:path>
              </a:pathLst>
            </a:custGeom>
            <a:solidFill>
              <a:srgbClr val="A66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4"/>
            <p:cNvSpPr/>
            <p:nvPr/>
          </p:nvSpPr>
          <p:spPr>
            <a:xfrm rot="715625" flipH="1">
              <a:off x="6300862" y="4104039"/>
              <a:ext cx="37467" cy="89165"/>
            </a:xfrm>
            <a:custGeom>
              <a:avLst/>
              <a:gdLst/>
              <a:ahLst/>
              <a:cxnLst/>
              <a:rect l="l" t="t" r="r" b="b"/>
              <a:pathLst>
                <a:path w="574" h="1366" extrusionOk="0">
                  <a:moveTo>
                    <a:pt x="426" y="0"/>
                  </a:moveTo>
                  <a:lnTo>
                    <a:pt x="0" y="645"/>
                  </a:lnTo>
                  <a:lnTo>
                    <a:pt x="147" y="1365"/>
                  </a:lnTo>
                  <a:lnTo>
                    <a:pt x="573" y="720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rgbClr val="A66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4"/>
            <p:cNvSpPr/>
            <p:nvPr/>
          </p:nvSpPr>
          <p:spPr>
            <a:xfrm rot="715625" flipH="1">
              <a:off x="6340024" y="4013704"/>
              <a:ext cx="37467" cy="89165"/>
            </a:xfrm>
            <a:custGeom>
              <a:avLst/>
              <a:gdLst/>
              <a:ahLst/>
              <a:cxnLst/>
              <a:rect l="l" t="t" r="r" b="b"/>
              <a:pathLst>
                <a:path w="574" h="1366" extrusionOk="0">
                  <a:moveTo>
                    <a:pt x="426" y="1"/>
                  </a:moveTo>
                  <a:lnTo>
                    <a:pt x="1" y="645"/>
                  </a:lnTo>
                  <a:lnTo>
                    <a:pt x="146" y="1366"/>
                  </a:lnTo>
                  <a:lnTo>
                    <a:pt x="574" y="721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A66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4"/>
            <p:cNvSpPr/>
            <p:nvPr/>
          </p:nvSpPr>
          <p:spPr>
            <a:xfrm rot="715625" flipH="1">
              <a:off x="6379229" y="3923512"/>
              <a:ext cx="37467" cy="89099"/>
            </a:xfrm>
            <a:custGeom>
              <a:avLst/>
              <a:gdLst/>
              <a:ahLst/>
              <a:cxnLst/>
              <a:rect l="l" t="t" r="r" b="b"/>
              <a:pathLst>
                <a:path w="574" h="1365" extrusionOk="0">
                  <a:moveTo>
                    <a:pt x="427" y="0"/>
                  </a:moveTo>
                  <a:lnTo>
                    <a:pt x="1" y="645"/>
                  </a:lnTo>
                  <a:lnTo>
                    <a:pt x="148" y="1364"/>
                  </a:lnTo>
                  <a:lnTo>
                    <a:pt x="574" y="720"/>
                  </a:lnTo>
                  <a:lnTo>
                    <a:pt x="427" y="0"/>
                  </a:lnTo>
                  <a:close/>
                </a:path>
              </a:pathLst>
            </a:custGeom>
            <a:solidFill>
              <a:srgbClr val="A66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4"/>
            <p:cNvSpPr/>
            <p:nvPr/>
          </p:nvSpPr>
          <p:spPr>
            <a:xfrm rot="715625" flipH="1">
              <a:off x="6418383" y="3833176"/>
              <a:ext cx="37467" cy="89165"/>
            </a:xfrm>
            <a:custGeom>
              <a:avLst/>
              <a:gdLst/>
              <a:ahLst/>
              <a:cxnLst/>
              <a:rect l="l" t="t" r="r" b="b"/>
              <a:pathLst>
                <a:path w="574" h="1366" extrusionOk="0">
                  <a:moveTo>
                    <a:pt x="427" y="1"/>
                  </a:moveTo>
                  <a:lnTo>
                    <a:pt x="1" y="645"/>
                  </a:lnTo>
                  <a:lnTo>
                    <a:pt x="148" y="1366"/>
                  </a:lnTo>
                  <a:lnTo>
                    <a:pt x="574" y="721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rgbClr val="A66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4"/>
            <p:cNvSpPr/>
            <p:nvPr/>
          </p:nvSpPr>
          <p:spPr>
            <a:xfrm rot="715625" flipH="1">
              <a:off x="6457467" y="3742892"/>
              <a:ext cx="37467" cy="89165"/>
            </a:xfrm>
            <a:custGeom>
              <a:avLst/>
              <a:gdLst/>
              <a:ahLst/>
              <a:cxnLst/>
              <a:rect l="l" t="t" r="r" b="b"/>
              <a:pathLst>
                <a:path w="574" h="1366" extrusionOk="0">
                  <a:moveTo>
                    <a:pt x="427" y="0"/>
                  </a:moveTo>
                  <a:lnTo>
                    <a:pt x="0" y="645"/>
                  </a:lnTo>
                  <a:lnTo>
                    <a:pt x="146" y="1365"/>
                  </a:lnTo>
                  <a:lnTo>
                    <a:pt x="573" y="721"/>
                  </a:lnTo>
                  <a:lnTo>
                    <a:pt x="427" y="0"/>
                  </a:lnTo>
                  <a:close/>
                </a:path>
              </a:pathLst>
            </a:custGeom>
            <a:solidFill>
              <a:srgbClr val="A66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4"/>
            <p:cNvSpPr/>
            <p:nvPr/>
          </p:nvSpPr>
          <p:spPr>
            <a:xfrm rot="715625" flipH="1">
              <a:off x="6496692" y="3652571"/>
              <a:ext cx="37467" cy="89165"/>
            </a:xfrm>
            <a:custGeom>
              <a:avLst/>
              <a:gdLst/>
              <a:ahLst/>
              <a:cxnLst/>
              <a:rect l="l" t="t" r="r" b="b"/>
              <a:pathLst>
                <a:path w="574" h="1366" extrusionOk="0">
                  <a:moveTo>
                    <a:pt x="428" y="1"/>
                  </a:moveTo>
                  <a:lnTo>
                    <a:pt x="0" y="645"/>
                  </a:lnTo>
                  <a:lnTo>
                    <a:pt x="148" y="1366"/>
                  </a:lnTo>
                  <a:lnTo>
                    <a:pt x="573" y="721"/>
                  </a:lnTo>
                  <a:lnTo>
                    <a:pt x="428" y="1"/>
                  </a:lnTo>
                  <a:close/>
                </a:path>
              </a:pathLst>
            </a:custGeom>
            <a:solidFill>
              <a:srgbClr val="A66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4"/>
            <p:cNvSpPr/>
            <p:nvPr/>
          </p:nvSpPr>
          <p:spPr>
            <a:xfrm rot="715625" flipH="1">
              <a:off x="6312917" y="3622044"/>
              <a:ext cx="170627" cy="690731"/>
            </a:xfrm>
            <a:custGeom>
              <a:avLst/>
              <a:gdLst/>
              <a:ahLst/>
              <a:cxnLst/>
              <a:rect l="l" t="t" r="r" b="b"/>
              <a:pathLst>
                <a:path w="2614" h="10582" extrusionOk="0">
                  <a:moveTo>
                    <a:pt x="222" y="1"/>
                  </a:moveTo>
                  <a:cubicBezTo>
                    <a:pt x="152" y="17"/>
                    <a:pt x="94" y="59"/>
                    <a:pt x="57" y="115"/>
                  </a:cubicBezTo>
                  <a:cubicBezTo>
                    <a:pt x="17" y="175"/>
                    <a:pt x="1" y="247"/>
                    <a:pt x="16" y="322"/>
                  </a:cubicBezTo>
                  <a:lnTo>
                    <a:pt x="2062" y="10362"/>
                  </a:lnTo>
                  <a:cubicBezTo>
                    <a:pt x="2089" y="10493"/>
                    <a:pt x="2203" y="10582"/>
                    <a:pt x="2330" y="10582"/>
                  </a:cubicBezTo>
                  <a:cubicBezTo>
                    <a:pt x="2348" y="10582"/>
                    <a:pt x="2366" y="10580"/>
                    <a:pt x="2385" y="10576"/>
                  </a:cubicBezTo>
                  <a:cubicBezTo>
                    <a:pt x="2459" y="10561"/>
                    <a:pt x="2519" y="10518"/>
                    <a:pt x="2559" y="10459"/>
                  </a:cubicBezTo>
                  <a:cubicBezTo>
                    <a:pt x="2597" y="10400"/>
                    <a:pt x="2614" y="10327"/>
                    <a:pt x="2598" y="10253"/>
                  </a:cubicBezTo>
                  <a:lnTo>
                    <a:pt x="2440" y="9475"/>
                  </a:lnTo>
                  <a:cubicBezTo>
                    <a:pt x="1458" y="7361"/>
                    <a:pt x="415" y="1188"/>
                    <a:pt x="222" y="1"/>
                  </a:cubicBezTo>
                  <a:close/>
                </a:path>
              </a:pathLst>
            </a:custGeom>
            <a:solidFill>
              <a:srgbClr val="F3F3F3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4"/>
            <p:cNvSpPr/>
            <p:nvPr/>
          </p:nvSpPr>
          <p:spPr>
            <a:xfrm rot="715625" flipH="1">
              <a:off x="6149744" y="3815532"/>
              <a:ext cx="288838" cy="289491"/>
            </a:xfrm>
            <a:custGeom>
              <a:avLst/>
              <a:gdLst/>
              <a:ahLst/>
              <a:cxnLst/>
              <a:rect l="l" t="t" r="r" b="b"/>
              <a:pathLst>
                <a:path w="4425" h="4435" extrusionOk="0">
                  <a:moveTo>
                    <a:pt x="3000" y="0"/>
                  </a:moveTo>
                  <a:cubicBezTo>
                    <a:pt x="2705" y="0"/>
                    <a:pt x="2200" y="265"/>
                    <a:pt x="1806" y="1176"/>
                  </a:cubicBezTo>
                  <a:cubicBezTo>
                    <a:pt x="1806" y="1176"/>
                    <a:pt x="1802" y="1176"/>
                    <a:pt x="1796" y="1176"/>
                  </a:cubicBezTo>
                  <a:cubicBezTo>
                    <a:pt x="1695" y="1176"/>
                    <a:pt x="856" y="1207"/>
                    <a:pt x="729" y="2255"/>
                  </a:cubicBezTo>
                  <a:cubicBezTo>
                    <a:pt x="730" y="2251"/>
                    <a:pt x="722" y="2250"/>
                    <a:pt x="710" y="2250"/>
                  </a:cubicBezTo>
                  <a:cubicBezTo>
                    <a:pt x="661" y="2250"/>
                    <a:pt x="540" y="2274"/>
                    <a:pt x="530" y="2277"/>
                  </a:cubicBezTo>
                  <a:cubicBezTo>
                    <a:pt x="257" y="2338"/>
                    <a:pt x="1" y="2605"/>
                    <a:pt x="81" y="2944"/>
                  </a:cubicBezTo>
                  <a:cubicBezTo>
                    <a:pt x="228" y="3575"/>
                    <a:pt x="2129" y="4435"/>
                    <a:pt x="3173" y="4435"/>
                  </a:cubicBezTo>
                  <a:cubicBezTo>
                    <a:pt x="3583" y="4435"/>
                    <a:pt x="3860" y="4302"/>
                    <a:pt x="3848" y="3971"/>
                  </a:cubicBezTo>
                  <a:cubicBezTo>
                    <a:pt x="3844" y="3843"/>
                    <a:pt x="3765" y="3712"/>
                    <a:pt x="3765" y="3712"/>
                  </a:cubicBezTo>
                  <a:cubicBezTo>
                    <a:pt x="3765" y="3712"/>
                    <a:pt x="4424" y="2841"/>
                    <a:pt x="3625" y="2520"/>
                  </a:cubicBezTo>
                  <a:cubicBezTo>
                    <a:pt x="3625" y="2520"/>
                    <a:pt x="3995" y="1864"/>
                    <a:pt x="3395" y="1448"/>
                  </a:cubicBezTo>
                  <a:cubicBezTo>
                    <a:pt x="3395" y="1448"/>
                    <a:pt x="3181" y="1246"/>
                    <a:pt x="3341" y="924"/>
                  </a:cubicBezTo>
                  <a:cubicBezTo>
                    <a:pt x="3351" y="902"/>
                    <a:pt x="3364" y="879"/>
                    <a:pt x="3377" y="856"/>
                  </a:cubicBezTo>
                  <a:cubicBezTo>
                    <a:pt x="3431" y="770"/>
                    <a:pt x="3431" y="737"/>
                    <a:pt x="3400" y="737"/>
                  </a:cubicBezTo>
                  <a:cubicBezTo>
                    <a:pt x="3294" y="737"/>
                    <a:pt x="2815" y="1127"/>
                    <a:pt x="2815" y="1127"/>
                  </a:cubicBezTo>
                  <a:lnTo>
                    <a:pt x="2815" y="1123"/>
                  </a:lnTo>
                  <a:cubicBezTo>
                    <a:pt x="2814" y="1071"/>
                    <a:pt x="2814" y="517"/>
                    <a:pt x="3156" y="268"/>
                  </a:cubicBezTo>
                  <a:cubicBezTo>
                    <a:pt x="3308" y="160"/>
                    <a:pt x="3231" y="15"/>
                    <a:pt x="3032" y="1"/>
                  </a:cubicBezTo>
                  <a:cubicBezTo>
                    <a:pt x="3021" y="1"/>
                    <a:pt x="3011" y="0"/>
                    <a:pt x="3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4"/>
            <p:cNvSpPr/>
            <p:nvPr/>
          </p:nvSpPr>
          <p:spPr>
            <a:xfrm rot="715625" flipH="1">
              <a:off x="6149742" y="3815655"/>
              <a:ext cx="288708" cy="289883"/>
            </a:xfrm>
            <a:custGeom>
              <a:avLst/>
              <a:gdLst/>
              <a:ahLst/>
              <a:cxnLst/>
              <a:rect l="l" t="t" r="r" b="b"/>
              <a:pathLst>
                <a:path w="4423" h="4441" extrusionOk="0">
                  <a:moveTo>
                    <a:pt x="2994" y="0"/>
                  </a:moveTo>
                  <a:cubicBezTo>
                    <a:pt x="2700" y="0"/>
                    <a:pt x="2196" y="268"/>
                    <a:pt x="1804" y="1175"/>
                  </a:cubicBezTo>
                  <a:cubicBezTo>
                    <a:pt x="1804" y="1175"/>
                    <a:pt x="1800" y="1175"/>
                    <a:pt x="1794" y="1175"/>
                  </a:cubicBezTo>
                  <a:cubicBezTo>
                    <a:pt x="1693" y="1175"/>
                    <a:pt x="854" y="1206"/>
                    <a:pt x="726" y="2254"/>
                  </a:cubicBezTo>
                  <a:cubicBezTo>
                    <a:pt x="726" y="2253"/>
                    <a:pt x="726" y="2253"/>
                    <a:pt x="725" y="2252"/>
                  </a:cubicBezTo>
                  <a:cubicBezTo>
                    <a:pt x="723" y="2250"/>
                    <a:pt x="717" y="2249"/>
                    <a:pt x="707" y="2249"/>
                  </a:cubicBezTo>
                  <a:cubicBezTo>
                    <a:pt x="660" y="2249"/>
                    <a:pt x="538" y="2274"/>
                    <a:pt x="526" y="2276"/>
                  </a:cubicBezTo>
                  <a:cubicBezTo>
                    <a:pt x="257" y="2337"/>
                    <a:pt x="1" y="2605"/>
                    <a:pt x="80" y="2944"/>
                  </a:cubicBezTo>
                  <a:cubicBezTo>
                    <a:pt x="139" y="3199"/>
                    <a:pt x="472" y="3483"/>
                    <a:pt x="909" y="3736"/>
                  </a:cubicBezTo>
                  <a:cubicBezTo>
                    <a:pt x="1577" y="4120"/>
                    <a:pt x="2529" y="4440"/>
                    <a:pt x="3167" y="4440"/>
                  </a:cubicBezTo>
                  <a:cubicBezTo>
                    <a:pt x="3579" y="4440"/>
                    <a:pt x="3860" y="4306"/>
                    <a:pt x="3847" y="3969"/>
                  </a:cubicBezTo>
                  <a:cubicBezTo>
                    <a:pt x="3843" y="3841"/>
                    <a:pt x="3763" y="3710"/>
                    <a:pt x="3763" y="3710"/>
                  </a:cubicBezTo>
                  <a:cubicBezTo>
                    <a:pt x="3763" y="3710"/>
                    <a:pt x="4422" y="2839"/>
                    <a:pt x="3622" y="2518"/>
                  </a:cubicBezTo>
                  <a:cubicBezTo>
                    <a:pt x="3622" y="2518"/>
                    <a:pt x="3993" y="1861"/>
                    <a:pt x="3394" y="1446"/>
                  </a:cubicBezTo>
                  <a:cubicBezTo>
                    <a:pt x="3394" y="1446"/>
                    <a:pt x="3180" y="1244"/>
                    <a:pt x="3340" y="922"/>
                  </a:cubicBezTo>
                  <a:cubicBezTo>
                    <a:pt x="3350" y="900"/>
                    <a:pt x="3363" y="878"/>
                    <a:pt x="3376" y="856"/>
                  </a:cubicBezTo>
                  <a:cubicBezTo>
                    <a:pt x="3430" y="770"/>
                    <a:pt x="3430" y="736"/>
                    <a:pt x="3399" y="736"/>
                  </a:cubicBezTo>
                  <a:cubicBezTo>
                    <a:pt x="3292" y="736"/>
                    <a:pt x="2814" y="1127"/>
                    <a:pt x="2814" y="1127"/>
                  </a:cubicBezTo>
                  <a:lnTo>
                    <a:pt x="2814" y="1123"/>
                  </a:lnTo>
                  <a:cubicBezTo>
                    <a:pt x="2813" y="1072"/>
                    <a:pt x="2813" y="516"/>
                    <a:pt x="3155" y="268"/>
                  </a:cubicBezTo>
                  <a:cubicBezTo>
                    <a:pt x="3307" y="159"/>
                    <a:pt x="3230" y="14"/>
                    <a:pt x="3029" y="1"/>
                  </a:cubicBezTo>
                  <a:cubicBezTo>
                    <a:pt x="3018" y="1"/>
                    <a:pt x="3006" y="0"/>
                    <a:pt x="29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4"/>
            <p:cNvSpPr/>
            <p:nvPr/>
          </p:nvSpPr>
          <p:spPr>
            <a:xfrm rot="715625" flipH="1">
              <a:off x="6244365" y="3825605"/>
              <a:ext cx="197846" cy="243864"/>
            </a:xfrm>
            <a:custGeom>
              <a:avLst/>
              <a:gdLst/>
              <a:ahLst/>
              <a:cxnLst/>
              <a:rect l="l" t="t" r="r" b="b"/>
              <a:pathLst>
                <a:path w="3031" h="3736" extrusionOk="0">
                  <a:moveTo>
                    <a:pt x="2998" y="0"/>
                  </a:moveTo>
                  <a:cubicBezTo>
                    <a:pt x="2702" y="0"/>
                    <a:pt x="2198" y="266"/>
                    <a:pt x="1805" y="1175"/>
                  </a:cubicBezTo>
                  <a:cubicBezTo>
                    <a:pt x="1805" y="1175"/>
                    <a:pt x="1801" y="1175"/>
                    <a:pt x="1795" y="1175"/>
                  </a:cubicBezTo>
                  <a:cubicBezTo>
                    <a:pt x="1694" y="1175"/>
                    <a:pt x="855" y="1207"/>
                    <a:pt x="728" y="2254"/>
                  </a:cubicBezTo>
                  <a:cubicBezTo>
                    <a:pt x="728" y="2253"/>
                    <a:pt x="728" y="2253"/>
                    <a:pt x="726" y="2252"/>
                  </a:cubicBezTo>
                  <a:cubicBezTo>
                    <a:pt x="724" y="2250"/>
                    <a:pt x="718" y="2249"/>
                    <a:pt x="709" y="2249"/>
                  </a:cubicBezTo>
                  <a:cubicBezTo>
                    <a:pt x="661" y="2249"/>
                    <a:pt x="539" y="2274"/>
                    <a:pt x="527" y="2277"/>
                  </a:cubicBezTo>
                  <a:cubicBezTo>
                    <a:pt x="257" y="2336"/>
                    <a:pt x="1" y="2604"/>
                    <a:pt x="80" y="2943"/>
                  </a:cubicBezTo>
                  <a:cubicBezTo>
                    <a:pt x="139" y="3198"/>
                    <a:pt x="472" y="3482"/>
                    <a:pt x="909" y="3735"/>
                  </a:cubicBezTo>
                  <a:cubicBezTo>
                    <a:pt x="278" y="2970"/>
                    <a:pt x="1098" y="2748"/>
                    <a:pt x="1098" y="2748"/>
                  </a:cubicBezTo>
                  <a:cubicBezTo>
                    <a:pt x="1119" y="2275"/>
                    <a:pt x="1385" y="2151"/>
                    <a:pt x="1657" y="2151"/>
                  </a:cubicBezTo>
                  <a:cubicBezTo>
                    <a:pt x="1957" y="2151"/>
                    <a:pt x="2264" y="2301"/>
                    <a:pt x="2264" y="2301"/>
                  </a:cubicBezTo>
                  <a:cubicBezTo>
                    <a:pt x="1812" y="1256"/>
                    <a:pt x="2827" y="284"/>
                    <a:pt x="3031" y="1"/>
                  </a:cubicBezTo>
                  <a:cubicBezTo>
                    <a:pt x="3020" y="1"/>
                    <a:pt x="3009" y="0"/>
                    <a:pt x="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4"/>
            <p:cNvSpPr/>
            <p:nvPr/>
          </p:nvSpPr>
          <p:spPr>
            <a:xfrm rot="715625" flipH="1">
              <a:off x="6189350" y="3891160"/>
              <a:ext cx="135118" cy="159661"/>
            </a:xfrm>
            <a:custGeom>
              <a:avLst/>
              <a:gdLst/>
              <a:ahLst/>
              <a:cxnLst/>
              <a:rect l="l" t="t" r="r" b="b"/>
              <a:pathLst>
                <a:path w="2070" h="2446" extrusionOk="0">
                  <a:moveTo>
                    <a:pt x="81" y="0"/>
                  </a:moveTo>
                  <a:lnTo>
                    <a:pt x="81" y="0"/>
                  </a:lnTo>
                  <a:cubicBezTo>
                    <a:pt x="20" y="130"/>
                    <a:pt x="1" y="282"/>
                    <a:pt x="16" y="428"/>
                  </a:cubicBezTo>
                  <a:cubicBezTo>
                    <a:pt x="32" y="575"/>
                    <a:pt x="90" y="719"/>
                    <a:pt x="175" y="844"/>
                  </a:cubicBezTo>
                  <a:cubicBezTo>
                    <a:pt x="260" y="969"/>
                    <a:pt x="373" y="1071"/>
                    <a:pt x="493" y="1158"/>
                  </a:cubicBezTo>
                  <a:cubicBezTo>
                    <a:pt x="613" y="1245"/>
                    <a:pt x="746" y="1314"/>
                    <a:pt x="880" y="1371"/>
                  </a:cubicBezTo>
                  <a:cubicBezTo>
                    <a:pt x="1012" y="1428"/>
                    <a:pt x="1138" y="1479"/>
                    <a:pt x="1262" y="1545"/>
                  </a:cubicBezTo>
                  <a:cubicBezTo>
                    <a:pt x="1386" y="1608"/>
                    <a:pt x="1504" y="1680"/>
                    <a:pt x="1612" y="1765"/>
                  </a:cubicBezTo>
                  <a:cubicBezTo>
                    <a:pt x="1665" y="1806"/>
                    <a:pt x="1718" y="1852"/>
                    <a:pt x="1766" y="1900"/>
                  </a:cubicBezTo>
                  <a:cubicBezTo>
                    <a:pt x="1814" y="1949"/>
                    <a:pt x="1859" y="2002"/>
                    <a:pt x="1898" y="2058"/>
                  </a:cubicBezTo>
                  <a:cubicBezTo>
                    <a:pt x="1974" y="2170"/>
                    <a:pt x="2033" y="2302"/>
                    <a:pt x="2038" y="2446"/>
                  </a:cubicBezTo>
                  <a:cubicBezTo>
                    <a:pt x="2069" y="2303"/>
                    <a:pt x="2029" y="2151"/>
                    <a:pt x="1965" y="2019"/>
                  </a:cubicBezTo>
                  <a:cubicBezTo>
                    <a:pt x="1898" y="1888"/>
                    <a:pt x="1801" y="1770"/>
                    <a:pt x="1691" y="1672"/>
                  </a:cubicBezTo>
                  <a:cubicBezTo>
                    <a:pt x="1473" y="1472"/>
                    <a:pt x="1204" y="1336"/>
                    <a:pt x="939" y="1230"/>
                  </a:cubicBezTo>
                  <a:cubicBezTo>
                    <a:pt x="685" y="1126"/>
                    <a:pt x="442" y="983"/>
                    <a:pt x="269" y="775"/>
                  </a:cubicBezTo>
                  <a:cubicBezTo>
                    <a:pt x="98" y="569"/>
                    <a:pt x="19" y="282"/>
                    <a:pt x="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4"/>
            <p:cNvSpPr/>
            <p:nvPr/>
          </p:nvSpPr>
          <p:spPr>
            <a:xfrm rot="715625" flipH="1">
              <a:off x="6215932" y="3967519"/>
              <a:ext cx="156919" cy="134661"/>
            </a:xfrm>
            <a:custGeom>
              <a:avLst/>
              <a:gdLst/>
              <a:ahLst/>
              <a:cxnLst/>
              <a:rect l="l" t="t" r="r" b="b"/>
              <a:pathLst>
                <a:path w="2404" h="2063" extrusionOk="0">
                  <a:moveTo>
                    <a:pt x="1" y="1"/>
                  </a:moveTo>
                  <a:cubicBezTo>
                    <a:pt x="0" y="148"/>
                    <a:pt x="76" y="291"/>
                    <a:pt x="174" y="402"/>
                  </a:cubicBezTo>
                  <a:cubicBezTo>
                    <a:pt x="275" y="514"/>
                    <a:pt x="397" y="602"/>
                    <a:pt x="525" y="675"/>
                  </a:cubicBezTo>
                  <a:cubicBezTo>
                    <a:pt x="783" y="821"/>
                    <a:pt x="1065" y="911"/>
                    <a:pt x="1349" y="976"/>
                  </a:cubicBezTo>
                  <a:cubicBezTo>
                    <a:pt x="1421" y="991"/>
                    <a:pt x="1491" y="1003"/>
                    <a:pt x="1564" y="1017"/>
                  </a:cubicBezTo>
                  <a:cubicBezTo>
                    <a:pt x="1630" y="1031"/>
                    <a:pt x="1695" y="1044"/>
                    <a:pt x="1756" y="1069"/>
                  </a:cubicBezTo>
                  <a:cubicBezTo>
                    <a:pt x="1879" y="1118"/>
                    <a:pt x="1991" y="1195"/>
                    <a:pt x="2081" y="1295"/>
                  </a:cubicBezTo>
                  <a:cubicBezTo>
                    <a:pt x="2260" y="1500"/>
                    <a:pt x="2354" y="1779"/>
                    <a:pt x="2391" y="2062"/>
                  </a:cubicBezTo>
                  <a:cubicBezTo>
                    <a:pt x="2404" y="1919"/>
                    <a:pt x="2391" y="1773"/>
                    <a:pt x="2355" y="1626"/>
                  </a:cubicBezTo>
                  <a:cubicBezTo>
                    <a:pt x="2319" y="1484"/>
                    <a:pt x="2261" y="1343"/>
                    <a:pt x="2169" y="1221"/>
                  </a:cubicBezTo>
                  <a:cubicBezTo>
                    <a:pt x="2077" y="1097"/>
                    <a:pt x="1951" y="1000"/>
                    <a:pt x="1809" y="937"/>
                  </a:cubicBezTo>
                  <a:cubicBezTo>
                    <a:pt x="1739" y="905"/>
                    <a:pt x="1664" y="885"/>
                    <a:pt x="1589" y="869"/>
                  </a:cubicBezTo>
                  <a:cubicBezTo>
                    <a:pt x="1520" y="857"/>
                    <a:pt x="1451" y="843"/>
                    <a:pt x="1382" y="826"/>
                  </a:cubicBezTo>
                  <a:cubicBezTo>
                    <a:pt x="1245" y="792"/>
                    <a:pt x="1106" y="760"/>
                    <a:pt x="973" y="715"/>
                  </a:cubicBezTo>
                  <a:cubicBezTo>
                    <a:pt x="839" y="673"/>
                    <a:pt x="709" y="623"/>
                    <a:pt x="583" y="563"/>
                  </a:cubicBezTo>
                  <a:cubicBezTo>
                    <a:pt x="456" y="505"/>
                    <a:pt x="334" y="434"/>
                    <a:pt x="230" y="345"/>
                  </a:cubicBezTo>
                  <a:cubicBezTo>
                    <a:pt x="123" y="256"/>
                    <a:pt x="37" y="14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4"/>
            <p:cNvSpPr/>
            <p:nvPr/>
          </p:nvSpPr>
          <p:spPr>
            <a:xfrm rot="715625" flipH="1">
              <a:off x="6332449" y="3986218"/>
              <a:ext cx="17493" cy="2154"/>
            </a:xfrm>
            <a:custGeom>
              <a:avLst/>
              <a:gdLst/>
              <a:ahLst/>
              <a:cxnLst/>
              <a:rect l="l" t="t" r="r" b="b"/>
              <a:pathLst>
                <a:path w="268" h="33" fill="none" extrusionOk="0">
                  <a:moveTo>
                    <a:pt x="267" y="0"/>
                  </a:moveTo>
                  <a:lnTo>
                    <a:pt x="0" y="33"/>
                  </a:lnTo>
                </a:path>
              </a:pathLst>
            </a:custGeom>
            <a:noFill/>
            <a:ln w="50" cap="rnd" cmpd="sng">
              <a:solidFill>
                <a:srgbClr val="553029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4"/>
            <p:cNvSpPr/>
            <p:nvPr/>
          </p:nvSpPr>
          <p:spPr>
            <a:xfrm rot="715625" flipH="1">
              <a:off x="6283153" y="3988401"/>
              <a:ext cx="6984" cy="16841"/>
            </a:xfrm>
            <a:custGeom>
              <a:avLst/>
              <a:gdLst/>
              <a:ahLst/>
              <a:cxnLst/>
              <a:rect l="l" t="t" r="r" b="b"/>
              <a:pathLst>
                <a:path w="107" h="258" fill="none" extrusionOk="0">
                  <a:moveTo>
                    <a:pt x="1" y="1"/>
                  </a:moveTo>
                  <a:lnTo>
                    <a:pt x="106" y="257"/>
                  </a:lnTo>
                </a:path>
              </a:pathLst>
            </a:custGeom>
            <a:noFill/>
            <a:ln w="50" cap="rnd" cmpd="sng">
              <a:solidFill>
                <a:srgbClr val="553029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4"/>
            <p:cNvSpPr/>
            <p:nvPr/>
          </p:nvSpPr>
          <p:spPr>
            <a:xfrm rot="715625" flipH="1">
              <a:off x="6309552" y="4049665"/>
              <a:ext cx="14556" cy="9008"/>
            </a:xfrm>
            <a:custGeom>
              <a:avLst/>
              <a:gdLst/>
              <a:ahLst/>
              <a:cxnLst/>
              <a:rect l="l" t="t" r="r" b="b"/>
              <a:pathLst>
                <a:path w="223" h="138" fill="none" extrusionOk="0">
                  <a:moveTo>
                    <a:pt x="0" y="0"/>
                  </a:moveTo>
                  <a:lnTo>
                    <a:pt x="222" y="137"/>
                  </a:lnTo>
                </a:path>
              </a:pathLst>
            </a:custGeom>
            <a:noFill/>
            <a:ln w="50" cap="rnd" cmpd="sng">
              <a:solidFill>
                <a:srgbClr val="553029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4"/>
            <p:cNvSpPr/>
            <p:nvPr/>
          </p:nvSpPr>
          <p:spPr>
            <a:xfrm rot="715625" flipH="1">
              <a:off x="6298608" y="3868807"/>
              <a:ext cx="14426" cy="15078"/>
            </a:xfrm>
            <a:custGeom>
              <a:avLst/>
              <a:gdLst/>
              <a:ahLst/>
              <a:cxnLst/>
              <a:rect l="l" t="t" r="r" b="b"/>
              <a:pathLst>
                <a:path w="221" h="231" fill="none" extrusionOk="0">
                  <a:moveTo>
                    <a:pt x="1" y="231"/>
                  </a:moveTo>
                  <a:lnTo>
                    <a:pt x="221" y="1"/>
                  </a:lnTo>
                </a:path>
              </a:pathLst>
            </a:custGeom>
            <a:noFill/>
            <a:ln w="50" cap="rnd" cmpd="sng">
              <a:solidFill>
                <a:srgbClr val="553029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4"/>
            <p:cNvSpPr/>
            <p:nvPr/>
          </p:nvSpPr>
          <p:spPr>
            <a:xfrm rot="715625" flipH="1">
              <a:off x="6350490" y="4032965"/>
              <a:ext cx="4243" cy="17559"/>
            </a:xfrm>
            <a:custGeom>
              <a:avLst/>
              <a:gdLst/>
              <a:ahLst/>
              <a:cxnLst/>
              <a:rect l="l" t="t" r="r" b="b"/>
              <a:pathLst>
                <a:path w="65" h="269" fill="none" extrusionOk="0">
                  <a:moveTo>
                    <a:pt x="1" y="268"/>
                  </a:moveTo>
                  <a:lnTo>
                    <a:pt x="64" y="0"/>
                  </a:lnTo>
                </a:path>
              </a:pathLst>
            </a:custGeom>
            <a:noFill/>
            <a:ln w="50" cap="rnd" cmpd="sng">
              <a:solidFill>
                <a:srgbClr val="553029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4"/>
            <p:cNvSpPr/>
            <p:nvPr/>
          </p:nvSpPr>
          <p:spPr>
            <a:xfrm rot="715625" flipH="1">
              <a:off x="6268308" y="4060260"/>
              <a:ext cx="13251" cy="11815"/>
            </a:xfrm>
            <a:custGeom>
              <a:avLst/>
              <a:gdLst/>
              <a:ahLst/>
              <a:cxnLst/>
              <a:rect l="l" t="t" r="r" b="b"/>
              <a:pathLst>
                <a:path w="203" h="181" fill="none" extrusionOk="0">
                  <a:moveTo>
                    <a:pt x="1" y="181"/>
                  </a:moveTo>
                  <a:lnTo>
                    <a:pt x="202" y="1"/>
                  </a:lnTo>
                </a:path>
              </a:pathLst>
            </a:custGeom>
            <a:noFill/>
            <a:ln w="50" cap="rnd" cmpd="sng">
              <a:solidFill>
                <a:srgbClr val="553029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4"/>
            <p:cNvSpPr/>
            <p:nvPr/>
          </p:nvSpPr>
          <p:spPr>
            <a:xfrm rot="715625" flipH="1">
              <a:off x="6353600" y="3947751"/>
              <a:ext cx="11423" cy="14621"/>
            </a:xfrm>
            <a:custGeom>
              <a:avLst/>
              <a:gdLst/>
              <a:ahLst/>
              <a:cxnLst/>
              <a:rect l="l" t="t" r="r" b="b"/>
              <a:pathLst>
                <a:path w="175" h="224" fill="none" extrusionOk="0">
                  <a:moveTo>
                    <a:pt x="174" y="224"/>
                  </a:moveTo>
                  <a:lnTo>
                    <a:pt x="0" y="1"/>
                  </a:lnTo>
                </a:path>
              </a:pathLst>
            </a:custGeom>
            <a:noFill/>
            <a:ln w="50" cap="rnd" cmpd="sng">
              <a:solidFill>
                <a:srgbClr val="553029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4"/>
            <p:cNvSpPr/>
            <p:nvPr/>
          </p:nvSpPr>
          <p:spPr>
            <a:xfrm rot="715625" flipH="1">
              <a:off x="6377100" y="4015860"/>
              <a:ext cx="17037" cy="131"/>
            </a:xfrm>
            <a:custGeom>
              <a:avLst/>
              <a:gdLst/>
              <a:ahLst/>
              <a:cxnLst/>
              <a:rect l="l" t="t" r="r" b="b"/>
              <a:pathLst>
                <a:path w="261" h="2" fill="none" extrusionOk="0">
                  <a:moveTo>
                    <a:pt x="0" y="1"/>
                  </a:moveTo>
                  <a:lnTo>
                    <a:pt x="261" y="2"/>
                  </a:lnTo>
                </a:path>
              </a:pathLst>
            </a:custGeom>
            <a:noFill/>
            <a:ln w="50" cap="rnd" cmpd="sng">
              <a:solidFill>
                <a:srgbClr val="553029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8" name="Google Shape;1748;p34"/>
          <p:cNvGrpSpPr/>
          <p:nvPr/>
        </p:nvGrpSpPr>
        <p:grpSpPr>
          <a:xfrm rot="-674011">
            <a:off x="4317714" y="1184584"/>
            <a:ext cx="594683" cy="1048073"/>
            <a:chOff x="2703962" y="3685479"/>
            <a:chExt cx="594708" cy="1048117"/>
          </a:xfrm>
        </p:grpSpPr>
        <p:sp>
          <p:nvSpPr>
            <p:cNvPr id="1749" name="Google Shape;1749;p34"/>
            <p:cNvSpPr/>
            <p:nvPr/>
          </p:nvSpPr>
          <p:spPr>
            <a:xfrm>
              <a:off x="3051941" y="4051437"/>
              <a:ext cx="246729" cy="304686"/>
            </a:xfrm>
            <a:custGeom>
              <a:avLst/>
              <a:gdLst/>
              <a:ahLst/>
              <a:cxnLst/>
              <a:rect l="l" t="t" r="r" b="b"/>
              <a:pathLst>
                <a:path w="3129" h="3864" extrusionOk="0">
                  <a:moveTo>
                    <a:pt x="2264" y="0"/>
                  </a:moveTo>
                  <a:cubicBezTo>
                    <a:pt x="2079" y="0"/>
                    <a:pt x="1914" y="48"/>
                    <a:pt x="1760" y="101"/>
                  </a:cubicBezTo>
                  <a:cubicBezTo>
                    <a:pt x="1401" y="237"/>
                    <a:pt x="1093" y="437"/>
                    <a:pt x="802" y="653"/>
                  </a:cubicBezTo>
                  <a:cubicBezTo>
                    <a:pt x="515" y="873"/>
                    <a:pt x="244" y="1110"/>
                    <a:pt x="0" y="1375"/>
                  </a:cubicBezTo>
                  <a:cubicBezTo>
                    <a:pt x="305" y="1186"/>
                    <a:pt x="609" y="1001"/>
                    <a:pt x="921" y="838"/>
                  </a:cubicBezTo>
                  <a:cubicBezTo>
                    <a:pt x="1231" y="676"/>
                    <a:pt x="1549" y="525"/>
                    <a:pt x="1868" y="441"/>
                  </a:cubicBezTo>
                  <a:cubicBezTo>
                    <a:pt x="1979" y="412"/>
                    <a:pt x="2093" y="393"/>
                    <a:pt x="2195" y="393"/>
                  </a:cubicBezTo>
                  <a:cubicBezTo>
                    <a:pt x="2237" y="393"/>
                    <a:pt x="2277" y="396"/>
                    <a:pt x="2314" y="403"/>
                  </a:cubicBezTo>
                  <a:cubicBezTo>
                    <a:pt x="2378" y="413"/>
                    <a:pt x="2430" y="436"/>
                    <a:pt x="2472" y="466"/>
                  </a:cubicBezTo>
                  <a:cubicBezTo>
                    <a:pt x="2515" y="496"/>
                    <a:pt x="2548" y="540"/>
                    <a:pt x="2577" y="593"/>
                  </a:cubicBezTo>
                  <a:cubicBezTo>
                    <a:pt x="2633" y="704"/>
                    <a:pt x="2656" y="854"/>
                    <a:pt x="2664" y="1016"/>
                  </a:cubicBezTo>
                  <a:cubicBezTo>
                    <a:pt x="2669" y="1180"/>
                    <a:pt x="2662" y="1344"/>
                    <a:pt x="2641" y="1508"/>
                  </a:cubicBezTo>
                  <a:cubicBezTo>
                    <a:pt x="2600" y="1835"/>
                    <a:pt x="2513" y="2162"/>
                    <a:pt x="2380" y="2465"/>
                  </a:cubicBezTo>
                  <a:cubicBezTo>
                    <a:pt x="2249" y="2766"/>
                    <a:pt x="2070" y="3050"/>
                    <a:pt x="1837" y="3268"/>
                  </a:cubicBezTo>
                  <a:cubicBezTo>
                    <a:pt x="1616" y="3474"/>
                    <a:pt x="1336" y="3609"/>
                    <a:pt x="1028" y="3609"/>
                  </a:cubicBezTo>
                  <a:cubicBezTo>
                    <a:pt x="1013" y="3609"/>
                    <a:pt x="997" y="3608"/>
                    <a:pt x="982" y="3608"/>
                  </a:cubicBezTo>
                  <a:cubicBezTo>
                    <a:pt x="654" y="3601"/>
                    <a:pt x="327" y="3444"/>
                    <a:pt x="26" y="3254"/>
                  </a:cubicBezTo>
                  <a:lnTo>
                    <a:pt x="26" y="3254"/>
                  </a:lnTo>
                  <a:cubicBezTo>
                    <a:pt x="144" y="3390"/>
                    <a:pt x="278" y="3513"/>
                    <a:pt x="433" y="3616"/>
                  </a:cubicBezTo>
                  <a:cubicBezTo>
                    <a:pt x="587" y="3719"/>
                    <a:pt x="763" y="3798"/>
                    <a:pt x="953" y="3838"/>
                  </a:cubicBezTo>
                  <a:cubicBezTo>
                    <a:pt x="1036" y="3855"/>
                    <a:pt x="1121" y="3864"/>
                    <a:pt x="1208" y="3864"/>
                  </a:cubicBezTo>
                  <a:cubicBezTo>
                    <a:pt x="1320" y="3864"/>
                    <a:pt x="1434" y="3849"/>
                    <a:pt x="1543" y="3819"/>
                  </a:cubicBezTo>
                  <a:cubicBezTo>
                    <a:pt x="1736" y="3765"/>
                    <a:pt x="1917" y="3671"/>
                    <a:pt x="2072" y="3552"/>
                  </a:cubicBezTo>
                  <a:cubicBezTo>
                    <a:pt x="2387" y="3313"/>
                    <a:pt x="2614" y="2991"/>
                    <a:pt x="2782" y="2650"/>
                  </a:cubicBezTo>
                  <a:cubicBezTo>
                    <a:pt x="2948" y="2307"/>
                    <a:pt x="3055" y="1939"/>
                    <a:pt x="3100" y="1561"/>
                  </a:cubicBezTo>
                  <a:cubicBezTo>
                    <a:pt x="3120" y="1372"/>
                    <a:pt x="3128" y="1181"/>
                    <a:pt x="3114" y="988"/>
                  </a:cubicBezTo>
                  <a:cubicBezTo>
                    <a:pt x="3099" y="798"/>
                    <a:pt x="3070" y="586"/>
                    <a:pt x="2952" y="382"/>
                  </a:cubicBezTo>
                  <a:cubicBezTo>
                    <a:pt x="2895" y="282"/>
                    <a:pt x="2810" y="184"/>
                    <a:pt x="2703" y="117"/>
                  </a:cubicBezTo>
                  <a:cubicBezTo>
                    <a:pt x="2597" y="50"/>
                    <a:pt x="2476" y="15"/>
                    <a:pt x="2364" y="5"/>
                  </a:cubicBezTo>
                  <a:cubicBezTo>
                    <a:pt x="2330" y="2"/>
                    <a:pt x="2297" y="0"/>
                    <a:pt x="226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2703962" y="4551762"/>
              <a:ext cx="362879" cy="181834"/>
            </a:xfrm>
            <a:custGeom>
              <a:avLst/>
              <a:gdLst/>
              <a:ahLst/>
              <a:cxnLst/>
              <a:rect l="l" t="t" r="r" b="b"/>
              <a:pathLst>
                <a:path w="4602" h="2306" extrusionOk="0">
                  <a:moveTo>
                    <a:pt x="1649" y="0"/>
                  </a:moveTo>
                  <a:cubicBezTo>
                    <a:pt x="770" y="0"/>
                    <a:pt x="96" y="281"/>
                    <a:pt x="13" y="737"/>
                  </a:cubicBezTo>
                  <a:cubicBezTo>
                    <a:pt x="0" y="811"/>
                    <a:pt x="2" y="886"/>
                    <a:pt x="19" y="960"/>
                  </a:cubicBezTo>
                  <a:cubicBezTo>
                    <a:pt x="92" y="1282"/>
                    <a:pt x="433" y="1605"/>
                    <a:pt x="937" y="1855"/>
                  </a:cubicBezTo>
                  <a:cubicBezTo>
                    <a:pt x="1261" y="2018"/>
                    <a:pt x="1656" y="2149"/>
                    <a:pt x="2089" y="2228"/>
                  </a:cubicBezTo>
                  <a:cubicBezTo>
                    <a:pt x="2378" y="2281"/>
                    <a:pt x="2659" y="2306"/>
                    <a:pt x="2921" y="2306"/>
                  </a:cubicBezTo>
                  <a:cubicBezTo>
                    <a:pt x="3658" y="2306"/>
                    <a:pt x="4251" y="2109"/>
                    <a:pt x="4473" y="1777"/>
                  </a:cubicBezTo>
                  <a:cubicBezTo>
                    <a:pt x="4516" y="1712"/>
                    <a:pt x="4544" y="1644"/>
                    <a:pt x="4559" y="1569"/>
                  </a:cubicBezTo>
                  <a:cubicBezTo>
                    <a:pt x="4602" y="1332"/>
                    <a:pt x="4479" y="1082"/>
                    <a:pt x="4236" y="853"/>
                  </a:cubicBezTo>
                  <a:cubicBezTo>
                    <a:pt x="3871" y="510"/>
                    <a:pt x="3236" y="216"/>
                    <a:pt x="2483" y="78"/>
                  </a:cubicBezTo>
                  <a:cubicBezTo>
                    <a:pt x="2193" y="25"/>
                    <a:pt x="1912" y="0"/>
                    <a:pt x="1649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2777768" y="4619102"/>
              <a:ext cx="289073" cy="114494"/>
            </a:xfrm>
            <a:custGeom>
              <a:avLst/>
              <a:gdLst/>
              <a:ahLst/>
              <a:cxnLst/>
              <a:rect l="l" t="t" r="r" b="b"/>
              <a:pathLst>
                <a:path w="3666" h="1452" extrusionOk="0">
                  <a:moveTo>
                    <a:pt x="3300" y="1"/>
                  </a:moveTo>
                  <a:cubicBezTo>
                    <a:pt x="3251" y="426"/>
                    <a:pt x="2915" y="1108"/>
                    <a:pt x="1273" y="1108"/>
                  </a:cubicBezTo>
                  <a:cubicBezTo>
                    <a:pt x="915" y="1108"/>
                    <a:pt x="494" y="1075"/>
                    <a:pt x="1" y="1001"/>
                  </a:cubicBezTo>
                  <a:lnTo>
                    <a:pt x="1" y="1001"/>
                  </a:lnTo>
                  <a:cubicBezTo>
                    <a:pt x="325" y="1164"/>
                    <a:pt x="720" y="1295"/>
                    <a:pt x="1153" y="1374"/>
                  </a:cubicBezTo>
                  <a:cubicBezTo>
                    <a:pt x="1442" y="1427"/>
                    <a:pt x="1723" y="1452"/>
                    <a:pt x="1985" y="1452"/>
                  </a:cubicBezTo>
                  <a:cubicBezTo>
                    <a:pt x="2722" y="1452"/>
                    <a:pt x="3315" y="1255"/>
                    <a:pt x="3537" y="923"/>
                  </a:cubicBezTo>
                  <a:cubicBezTo>
                    <a:pt x="3580" y="858"/>
                    <a:pt x="3608" y="790"/>
                    <a:pt x="3623" y="715"/>
                  </a:cubicBezTo>
                  <a:cubicBezTo>
                    <a:pt x="3666" y="478"/>
                    <a:pt x="3543" y="228"/>
                    <a:pt x="330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2809388" y="4555152"/>
              <a:ext cx="169769" cy="83899"/>
            </a:xfrm>
            <a:custGeom>
              <a:avLst/>
              <a:gdLst/>
              <a:ahLst/>
              <a:cxnLst/>
              <a:rect l="l" t="t" r="r" b="b"/>
              <a:pathLst>
                <a:path w="2153" h="1064" extrusionOk="0">
                  <a:moveTo>
                    <a:pt x="761" y="0"/>
                  </a:moveTo>
                  <a:cubicBezTo>
                    <a:pt x="356" y="0"/>
                    <a:pt x="45" y="129"/>
                    <a:pt x="7" y="339"/>
                  </a:cubicBezTo>
                  <a:cubicBezTo>
                    <a:pt x="1" y="374"/>
                    <a:pt x="2" y="409"/>
                    <a:pt x="10" y="444"/>
                  </a:cubicBezTo>
                  <a:cubicBezTo>
                    <a:pt x="66" y="687"/>
                    <a:pt x="457" y="935"/>
                    <a:pt x="963" y="1028"/>
                  </a:cubicBezTo>
                  <a:cubicBezTo>
                    <a:pt x="1096" y="1052"/>
                    <a:pt x="1226" y="1064"/>
                    <a:pt x="1347" y="1064"/>
                  </a:cubicBezTo>
                  <a:cubicBezTo>
                    <a:pt x="1687" y="1064"/>
                    <a:pt x="1960" y="973"/>
                    <a:pt x="2062" y="819"/>
                  </a:cubicBezTo>
                  <a:cubicBezTo>
                    <a:pt x="2083" y="788"/>
                    <a:pt x="2096" y="758"/>
                    <a:pt x="2102" y="723"/>
                  </a:cubicBezTo>
                  <a:cubicBezTo>
                    <a:pt x="2152" y="450"/>
                    <a:pt x="1724" y="142"/>
                    <a:pt x="1146" y="36"/>
                  </a:cubicBezTo>
                  <a:cubicBezTo>
                    <a:pt x="1012" y="12"/>
                    <a:pt x="882" y="0"/>
                    <a:pt x="7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2809388" y="4555152"/>
              <a:ext cx="169769" cy="83899"/>
            </a:xfrm>
            <a:custGeom>
              <a:avLst/>
              <a:gdLst/>
              <a:ahLst/>
              <a:cxnLst/>
              <a:rect l="l" t="t" r="r" b="b"/>
              <a:pathLst>
                <a:path w="2153" h="1064" extrusionOk="0">
                  <a:moveTo>
                    <a:pt x="761" y="0"/>
                  </a:moveTo>
                  <a:cubicBezTo>
                    <a:pt x="356" y="0"/>
                    <a:pt x="45" y="129"/>
                    <a:pt x="7" y="339"/>
                  </a:cubicBezTo>
                  <a:cubicBezTo>
                    <a:pt x="1" y="374"/>
                    <a:pt x="2" y="409"/>
                    <a:pt x="10" y="444"/>
                  </a:cubicBezTo>
                  <a:cubicBezTo>
                    <a:pt x="66" y="687"/>
                    <a:pt x="457" y="935"/>
                    <a:pt x="963" y="1028"/>
                  </a:cubicBezTo>
                  <a:cubicBezTo>
                    <a:pt x="1096" y="1052"/>
                    <a:pt x="1226" y="1064"/>
                    <a:pt x="1347" y="1064"/>
                  </a:cubicBezTo>
                  <a:cubicBezTo>
                    <a:pt x="1687" y="1064"/>
                    <a:pt x="1960" y="973"/>
                    <a:pt x="2062" y="819"/>
                  </a:cubicBezTo>
                  <a:cubicBezTo>
                    <a:pt x="2083" y="788"/>
                    <a:pt x="2096" y="758"/>
                    <a:pt x="2102" y="723"/>
                  </a:cubicBezTo>
                  <a:cubicBezTo>
                    <a:pt x="2152" y="450"/>
                    <a:pt x="1724" y="142"/>
                    <a:pt x="1146" y="36"/>
                  </a:cubicBezTo>
                  <a:cubicBezTo>
                    <a:pt x="1012" y="12"/>
                    <a:pt x="882" y="0"/>
                    <a:pt x="761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2801661" y="4478349"/>
              <a:ext cx="210378" cy="103928"/>
            </a:xfrm>
            <a:custGeom>
              <a:avLst/>
              <a:gdLst/>
              <a:ahLst/>
              <a:cxnLst/>
              <a:rect l="l" t="t" r="r" b="b"/>
              <a:pathLst>
                <a:path w="2668" h="1318" extrusionOk="0">
                  <a:moveTo>
                    <a:pt x="944" y="0"/>
                  </a:moveTo>
                  <a:cubicBezTo>
                    <a:pt x="442" y="0"/>
                    <a:pt x="56" y="160"/>
                    <a:pt x="8" y="421"/>
                  </a:cubicBezTo>
                  <a:cubicBezTo>
                    <a:pt x="0" y="463"/>
                    <a:pt x="1" y="505"/>
                    <a:pt x="12" y="549"/>
                  </a:cubicBezTo>
                  <a:cubicBezTo>
                    <a:pt x="80" y="851"/>
                    <a:pt x="566" y="1158"/>
                    <a:pt x="1194" y="1272"/>
                  </a:cubicBezTo>
                  <a:cubicBezTo>
                    <a:pt x="1360" y="1303"/>
                    <a:pt x="1521" y="1317"/>
                    <a:pt x="1672" y="1317"/>
                  </a:cubicBezTo>
                  <a:cubicBezTo>
                    <a:pt x="2093" y="1317"/>
                    <a:pt x="2432" y="1204"/>
                    <a:pt x="2558" y="1014"/>
                  </a:cubicBezTo>
                  <a:cubicBezTo>
                    <a:pt x="2583" y="978"/>
                    <a:pt x="2599" y="938"/>
                    <a:pt x="2606" y="896"/>
                  </a:cubicBezTo>
                  <a:cubicBezTo>
                    <a:pt x="2668" y="556"/>
                    <a:pt x="2138" y="175"/>
                    <a:pt x="1420" y="44"/>
                  </a:cubicBezTo>
                  <a:cubicBezTo>
                    <a:pt x="1255" y="14"/>
                    <a:pt x="1094" y="0"/>
                    <a:pt x="944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2855360" y="4501059"/>
              <a:ext cx="154945" cy="81139"/>
            </a:xfrm>
            <a:custGeom>
              <a:avLst/>
              <a:gdLst/>
              <a:ahLst/>
              <a:cxnLst/>
              <a:rect l="l" t="t" r="r" b="b"/>
              <a:pathLst>
                <a:path w="1965" h="1029" extrusionOk="0">
                  <a:moveTo>
                    <a:pt x="1460" y="0"/>
                  </a:moveTo>
                  <a:cubicBezTo>
                    <a:pt x="1345" y="251"/>
                    <a:pt x="995" y="864"/>
                    <a:pt x="324" y="864"/>
                  </a:cubicBezTo>
                  <a:cubicBezTo>
                    <a:pt x="267" y="864"/>
                    <a:pt x="207" y="860"/>
                    <a:pt x="145" y="850"/>
                  </a:cubicBezTo>
                  <a:cubicBezTo>
                    <a:pt x="89" y="841"/>
                    <a:pt x="41" y="836"/>
                    <a:pt x="1" y="835"/>
                  </a:cubicBezTo>
                  <a:lnTo>
                    <a:pt x="1" y="835"/>
                  </a:lnTo>
                  <a:cubicBezTo>
                    <a:pt x="154" y="897"/>
                    <a:pt x="328" y="949"/>
                    <a:pt x="515" y="983"/>
                  </a:cubicBezTo>
                  <a:cubicBezTo>
                    <a:pt x="681" y="1014"/>
                    <a:pt x="841" y="1028"/>
                    <a:pt x="992" y="1028"/>
                  </a:cubicBezTo>
                  <a:cubicBezTo>
                    <a:pt x="1412" y="1028"/>
                    <a:pt x="1751" y="915"/>
                    <a:pt x="1877" y="725"/>
                  </a:cubicBezTo>
                  <a:cubicBezTo>
                    <a:pt x="1902" y="690"/>
                    <a:pt x="1918" y="650"/>
                    <a:pt x="1925" y="608"/>
                  </a:cubicBezTo>
                  <a:cubicBezTo>
                    <a:pt x="1964" y="399"/>
                    <a:pt x="1776" y="174"/>
                    <a:pt x="1460" y="0"/>
                  </a:cubicBezTo>
                  <a:close/>
                </a:path>
              </a:pathLst>
            </a:custGeom>
            <a:solidFill>
              <a:srgbClr val="F3F3F3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2825396" y="4552787"/>
              <a:ext cx="145325" cy="35799"/>
            </a:xfrm>
            <a:custGeom>
              <a:avLst/>
              <a:gdLst/>
              <a:ahLst/>
              <a:cxnLst/>
              <a:rect l="l" t="t" r="r" b="b"/>
              <a:pathLst>
                <a:path w="1843" h="454" extrusionOk="0">
                  <a:moveTo>
                    <a:pt x="0" y="1"/>
                  </a:moveTo>
                  <a:cubicBezTo>
                    <a:pt x="119" y="113"/>
                    <a:pt x="258" y="202"/>
                    <a:pt x="405" y="271"/>
                  </a:cubicBezTo>
                  <a:cubicBezTo>
                    <a:pt x="554" y="343"/>
                    <a:pt x="713" y="390"/>
                    <a:pt x="875" y="421"/>
                  </a:cubicBezTo>
                  <a:cubicBezTo>
                    <a:pt x="989" y="442"/>
                    <a:pt x="1106" y="453"/>
                    <a:pt x="1222" y="453"/>
                  </a:cubicBezTo>
                  <a:cubicBezTo>
                    <a:pt x="1271" y="453"/>
                    <a:pt x="1319" y="451"/>
                    <a:pt x="1367" y="447"/>
                  </a:cubicBezTo>
                  <a:cubicBezTo>
                    <a:pt x="1529" y="435"/>
                    <a:pt x="1692" y="401"/>
                    <a:pt x="1843" y="339"/>
                  </a:cubicBezTo>
                  <a:cubicBezTo>
                    <a:pt x="1680" y="339"/>
                    <a:pt x="1522" y="338"/>
                    <a:pt x="1365" y="327"/>
                  </a:cubicBezTo>
                  <a:cubicBezTo>
                    <a:pt x="1210" y="316"/>
                    <a:pt x="1055" y="298"/>
                    <a:pt x="903" y="270"/>
                  </a:cubicBezTo>
                  <a:cubicBezTo>
                    <a:pt x="750" y="242"/>
                    <a:pt x="600" y="205"/>
                    <a:pt x="450" y="159"/>
                  </a:cubicBezTo>
                  <a:cubicBezTo>
                    <a:pt x="300" y="113"/>
                    <a:pt x="152" y="5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2810414" y="4430485"/>
              <a:ext cx="208486" cy="103928"/>
            </a:xfrm>
            <a:custGeom>
              <a:avLst/>
              <a:gdLst/>
              <a:ahLst/>
              <a:cxnLst/>
              <a:rect l="l" t="t" r="r" b="b"/>
              <a:pathLst>
                <a:path w="2644" h="1318" extrusionOk="0">
                  <a:moveTo>
                    <a:pt x="943" y="1"/>
                  </a:moveTo>
                  <a:cubicBezTo>
                    <a:pt x="441" y="1"/>
                    <a:pt x="56" y="161"/>
                    <a:pt x="8" y="421"/>
                  </a:cubicBezTo>
                  <a:cubicBezTo>
                    <a:pt x="1" y="463"/>
                    <a:pt x="2" y="507"/>
                    <a:pt x="12" y="549"/>
                  </a:cubicBezTo>
                  <a:cubicBezTo>
                    <a:pt x="62" y="762"/>
                    <a:pt x="315" y="977"/>
                    <a:pt x="681" y="1125"/>
                  </a:cubicBezTo>
                  <a:cubicBezTo>
                    <a:pt x="835" y="1188"/>
                    <a:pt x="1009" y="1239"/>
                    <a:pt x="1195" y="1274"/>
                  </a:cubicBezTo>
                  <a:cubicBezTo>
                    <a:pt x="1360" y="1304"/>
                    <a:pt x="1521" y="1318"/>
                    <a:pt x="1671" y="1318"/>
                  </a:cubicBezTo>
                  <a:cubicBezTo>
                    <a:pt x="2092" y="1318"/>
                    <a:pt x="2431" y="1206"/>
                    <a:pt x="2557" y="1015"/>
                  </a:cubicBezTo>
                  <a:cubicBezTo>
                    <a:pt x="2581" y="979"/>
                    <a:pt x="2598" y="940"/>
                    <a:pt x="2606" y="897"/>
                  </a:cubicBezTo>
                  <a:cubicBezTo>
                    <a:pt x="2644" y="689"/>
                    <a:pt x="2458" y="462"/>
                    <a:pt x="2140" y="291"/>
                  </a:cubicBezTo>
                  <a:cubicBezTo>
                    <a:pt x="1942" y="182"/>
                    <a:pt x="1695" y="95"/>
                    <a:pt x="1420" y="46"/>
                  </a:cubicBezTo>
                  <a:cubicBezTo>
                    <a:pt x="1254" y="15"/>
                    <a:pt x="1093" y="1"/>
                    <a:pt x="943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2864113" y="4453274"/>
              <a:ext cx="154787" cy="81139"/>
            </a:xfrm>
            <a:custGeom>
              <a:avLst/>
              <a:gdLst/>
              <a:ahLst/>
              <a:cxnLst/>
              <a:rect l="l" t="t" r="r" b="b"/>
              <a:pathLst>
                <a:path w="1963" h="1029" extrusionOk="0">
                  <a:moveTo>
                    <a:pt x="1459" y="0"/>
                  </a:moveTo>
                  <a:cubicBezTo>
                    <a:pt x="1343" y="252"/>
                    <a:pt x="994" y="865"/>
                    <a:pt x="323" y="865"/>
                  </a:cubicBezTo>
                  <a:cubicBezTo>
                    <a:pt x="266" y="865"/>
                    <a:pt x="206" y="861"/>
                    <a:pt x="145" y="852"/>
                  </a:cubicBezTo>
                  <a:cubicBezTo>
                    <a:pt x="88" y="842"/>
                    <a:pt x="39" y="837"/>
                    <a:pt x="0" y="836"/>
                  </a:cubicBezTo>
                  <a:lnTo>
                    <a:pt x="0" y="836"/>
                  </a:lnTo>
                  <a:cubicBezTo>
                    <a:pt x="154" y="899"/>
                    <a:pt x="328" y="950"/>
                    <a:pt x="514" y="985"/>
                  </a:cubicBezTo>
                  <a:cubicBezTo>
                    <a:pt x="679" y="1015"/>
                    <a:pt x="840" y="1029"/>
                    <a:pt x="990" y="1029"/>
                  </a:cubicBezTo>
                  <a:cubicBezTo>
                    <a:pt x="1411" y="1029"/>
                    <a:pt x="1750" y="917"/>
                    <a:pt x="1876" y="726"/>
                  </a:cubicBezTo>
                  <a:cubicBezTo>
                    <a:pt x="1900" y="690"/>
                    <a:pt x="1917" y="651"/>
                    <a:pt x="1925" y="608"/>
                  </a:cubicBezTo>
                  <a:cubicBezTo>
                    <a:pt x="1963" y="400"/>
                    <a:pt x="1777" y="173"/>
                    <a:pt x="1459" y="0"/>
                  </a:cubicBezTo>
                  <a:close/>
                </a:path>
              </a:pathLst>
            </a:custGeom>
            <a:solidFill>
              <a:srgbClr val="F3F3F3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2833518" y="4508471"/>
              <a:ext cx="145404" cy="35720"/>
            </a:xfrm>
            <a:custGeom>
              <a:avLst/>
              <a:gdLst/>
              <a:ahLst/>
              <a:cxnLst/>
              <a:rect l="l" t="t" r="r" b="b"/>
              <a:pathLst>
                <a:path w="1844" h="453" extrusionOk="0">
                  <a:moveTo>
                    <a:pt x="1" y="0"/>
                  </a:moveTo>
                  <a:lnTo>
                    <a:pt x="1" y="0"/>
                  </a:lnTo>
                  <a:cubicBezTo>
                    <a:pt x="119" y="112"/>
                    <a:pt x="258" y="202"/>
                    <a:pt x="406" y="270"/>
                  </a:cubicBezTo>
                  <a:cubicBezTo>
                    <a:pt x="554" y="342"/>
                    <a:pt x="714" y="389"/>
                    <a:pt x="875" y="421"/>
                  </a:cubicBezTo>
                  <a:cubicBezTo>
                    <a:pt x="990" y="441"/>
                    <a:pt x="1107" y="452"/>
                    <a:pt x="1223" y="452"/>
                  </a:cubicBezTo>
                  <a:cubicBezTo>
                    <a:pt x="1271" y="452"/>
                    <a:pt x="1319" y="450"/>
                    <a:pt x="1368" y="446"/>
                  </a:cubicBezTo>
                  <a:cubicBezTo>
                    <a:pt x="1530" y="434"/>
                    <a:pt x="1693" y="400"/>
                    <a:pt x="1843" y="338"/>
                  </a:cubicBezTo>
                  <a:cubicBezTo>
                    <a:pt x="1681" y="338"/>
                    <a:pt x="1522" y="337"/>
                    <a:pt x="1366" y="327"/>
                  </a:cubicBezTo>
                  <a:cubicBezTo>
                    <a:pt x="1210" y="315"/>
                    <a:pt x="1055" y="297"/>
                    <a:pt x="903" y="269"/>
                  </a:cubicBezTo>
                  <a:cubicBezTo>
                    <a:pt x="752" y="242"/>
                    <a:pt x="600" y="204"/>
                    <a:pt x="451" y="159"/>
                  </a:cubicBezTo>
                  <a:cubicBezTo>
                    <a:pt x="301" y="113"/>
                    <a:pt x="153" y="5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2717446" y="3841057"/>
              <a:ext cx="516720" cy="651558"/>
            </a:xfrm>
            <a:custGeom>
              <a:avLst/>
              <a:gdLst/>
              <a:ahLst/>
              <a:cxnLst/>
              <a:rect l="l" t="t" r="r" b="b"/>
              <a:pathLst>
                <a:path w="6553" h="8263" extrusionOk="0">
                  <a:moveTo>
                    <a:pt x="1219" y="0"/>
                  </a:moveTo>
                  <a:cubicBezTo>
                    <a:pt x="1190" y="999"/>
                    <a:pt x="1191" y="1750"/>
                    <a:pt x="988" y="2729"/>
                  </a:cubicBezTo>
                  <a:cubicBezTo>
                    <a:pt x="479" y="5184"/>
                    <a:pt x="0" y="7800"/>
                    <a:pt x="2474" y="8199"/>
                  </a:cubicBezTo>
                  <a:cubicBezTo>
                    <a:pt x="2682" y="8242"/>
                    <a:pt x="2875" y="8262"/>
                    <a:pt x="3055" y="8262"/>
                  </a:cubicBezTo>
                  <a:cubicBezTo>
                    <a:pt x="5008" y="8262"/>
                    <a:pt x="5441" y="5877"/>
                    <a:pt x="5802" y="3612"/>
                  </a:cubicBezTo>
                  <a:cubicBezTo>
                    <a:pt x="5959" y="2622"/>
                    <a:pt x="6226" y="1921"/>
                    <a:pt x="6553" y="976"/>
                  </a:cubicBezTo>
                  <a:lnTo>
                    <a:pt x="3909" y="492"/>
                  </a:lnTo>
                  <a:lnTo>
                    <a:pt x="3863" y="483"/>
                  </a:lnTo>
                  <a:lnTo>
                    <a:pt x="1219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2748750" y="3845630"/>
              <a:ext cx="459395" cy="608347"/>
            </a:xfrm>
            <a:custGeom>
              <a:avLst/>
              <a:gdLst/>
              <a:ahLst/>
              <a:cxnLst/>
              <a:rect l="l" t="t" r="r" b="b"/>
              <a:pathLst>
                <a:path w="5826" h="7715" extrusionOk="0">
                  <a:moveTo>
                    <a:pt x="1154" y="1"/>
                  </a:moveTo>
                  <a:cubicBezTo>
                    <a:pt x="1142" y="432"/>
                    <a:pt x="1115" y="929"/>
                    <a:pt x="1069" y="1422"/>
                  </a:cubicBezTo>
                  <a:cubicBezTo>
                    <a:pt x="1020" y="1929"/>
                    <a:pt x="954" y="2436"/>
                    <a:pt x="865" y="2870"/>
                  </a:cubicBezTo>
                  <a:cubicBezTo>
                    <a:pt x="418" y="5018"/>
                    <a:pt x="0" y="7310"/>
                    <a:pt x="2166" y="7659"/>
                  </a:cubicBezTo>
                  <a:cubicBezTo>
                    <a:pt x="2348" y="7697"/>
                    <a:pt x="2517" y="7714"/>
                    <a:pt x="2675" y="7714"/>
                  </a:cubicBezTo>
                  <a:cubicBezTo>
                    <a:pt x="4386" y="7714"/>
                    <a:pt x="4765" y="5625"/>
                    <a:pt x="5080" y="3642"/>
                  </a:cubicBezTo>
                  <a:cubicBezTo>
                    <a:pt x="5149" y="3205"/>
                    <a:pt x="5267" y="2707"/>
                    <a:pt x="5403" y="2216"/>
                  </a:cubicBezTo>
                  <a:cubicBezTo>
                    <a:pt x="5534" y="1738"/>
                    <a:pt x="5684" y="1266"/>
                    <a:pt x="5825" y="855"/>
                  </a:cubicBezTo>
                  <a:lnTo>
                    <a:pt x="11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2832887" y="3845788"/>
              <a:ext cx="375180" cy="213848"/>
            </a:xfrm>
            <a:custGeom>
              <a:avLst/>
              <a:gdLst/>
              <a:ahLst/>
              <a:cxnLst/>
              <a:rect l="l" t="t" r="r" b="b"/>
              <a:pathLst>
                <a:path w="4758" h="2712" extrusionOk="0">
                  <a:moveTo>
                    <a:pt x="86" y="1"/>
                  </a:moveTo>
                  <a:cubicBezTo>
                    <a:pt x="74" y="431"/>
                    <a:pt x="46" y="928"/>
                    <a:pt x="0" y="1421"/>
                  </a:cubicBezTo>
                  <a:cubicBezTo>
                    <a:pt x="138" y="1930"/>
                    <a:pt x="960" y="2442"/>
                    <a:pt x="2018" y="2635"/>
                  </a:cubicBezTo>
                  <a:cubicBezTo>
                    <a:pt x="2301" y="2687"/>
                    <a:pt x="2576" y="2711"/>
                    <a:pt x="2833" y="2711"/>
                  </a:cubicBezTo>
                  <a:cubicBezTo>
                    <a:pt x="3538" y="2711"/>
                    <a:pt x="4108" y="2527"/>
                    <a:pt x="4336" y="2214"/>
                  </a:cubicBezTo>
                  <a:cubicBezTo>
                    <a:pt x="4467" y="1736"/>
                    <a:pt x="4617" y="1262"/>
                    <a:pt x="4757" y="855"/>
                  </a:cubicBezTo>
                  <a:lnTo>
                    <a:pt x="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2832887" y="3845788"/>
              <a:ext cx="375180" cy="213848"/>
            </a:xfrm>
            <a:custGeom>
              <a:avLst/>
              <a:gdLst/>
              <a:ahLst/>
              <a:cxnLst/>
              <a:rect l="l" t="t" r="r" b="b"/>
              <a:pathLst>
                <a:path w="4758" h="2712" extrusionOk="0">
                  <a:moveTo>
                    <a:pt x="86" y="1"/>
                  </a:moveTo>
                  <a:cubicBezTo>
                    <a:pt x="74" y="431"/>
                    <a:pt x="46" y="928"/>
                    <a:pt x="0" y="1421"/>
                  </a:cubicBezTo>
                  <a:cubicBezTo>
                    <a:pt x="138" y="1930"/>
                    <a:pt x="960" y="2442"/>
                    <a:pt x="2018" y="2635"/>
                  </a:cubicBezTo>
                  <a:cubicBezTo>
                    <a:pt x="2301" y="2687"/>
                    <a:pt x="2576" y="2711"/>
                    <a:pt x="2833" y="2711"/>
                  </a:cubicBezTo>
                  <a:cubicBezTo>
                    <a:pt x="3538" y="2711"/>
                    <a:pt x="4108" y="2527"/>
                    <a:pt x="4336" y="2214"/>
                  </a:cubicBezTo>
                  <a:cubicBezTo>
                    <a:pt x="4467" y="1736"/>
                    <a:pt x="4617" y="1262"/>
                    <a:pt x="4757" y="855"/>
                  </a:cubicBezTo>
                  <a:lnTo>
                    <a:pt x="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2748908" y="4072491"/>
              <a:ext cx="400492" cy="381646"/>
            </a:xfrm>
            <a:custGeom>
              <a:avLst/>
              <a:gdLst/>
              <a:ahLst/>
              <a:cxnLst/>
              <a:rect l="l" t="t" r="r" b="b"/>
              <a:pathLst>
                <a:path w="5079" h="4840" extrusionOk="0">
                  <a:moveTo>
                    <a:pt x="861" y="1"/>
                  </a:moveTo>
                  <a:lnTo>
                    <a:pt x="861" y="1"/>
                  </a:lnTo>
                  <a:cubicBezTo>
                    <a:pt x="416" y="2148"/>
                    <a:pt x="0" y="4434"/>
                    <a:pt x="2164" y="4784"/>
                  </a:cubicBezTo>
                  <a:cubicBezTo>
                    <a:pt x="2345" y="4821"/>
                    <a:pt x="2514" y="4839"/>
                    <a:pt x="2672" y="4839"/>
                  </a:cubicBezTo>
                  <a:cubicBezTo>
                    <a:pt x="4382" y="4839"/>
                    <a:pt x="4762" y="2755"/>
                    <a:pt x="5078" y="773"/>
                  </a:cubicBezTo>
                  <a:lnTo>
                    <a:pt x="5078" y="773"/>
                  </a:lnTo>
                  <a:cubicBezTo>
                    <a:pt x="4984" y="1184"/>
                    <a:pt x="4365" y="1435"/>
                    <a:pt x="3564" y="1435"/>
                  </a:cubicBezTo>
                  <a:cubicBezTo>
                    <a:pt x="3320" y="1435"/>
                    <a:pt x="3059" y="1412"/>
                    <a:pt x="2791" y="1363"/>
                  </a:cubicBezTo>
                  <a:cubicBezTo>
                    <a:pt x="1641" y="1152"/>
                    <a:pt x="786" y="545"/>
                    <a:pt x="8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2782815" y="4242341"/>
              <a:ext cx="331575" cy="211640"/>
            </a:xfrm>
            <a:custGeom>
              <a:avLst/>
              <a:gdLst/>
              <a:ahLst/>
              <a:cxnLst/>
              <a:rect l="l" t="t" r="r" b="b"/>
              <a:pathLst>
                <a:path w="4205" h="2684" extrusionOk="0">
                  <a:moveTo>
                    <a:pt x="87" y="1"/>
                  </a:moveTo>
                  <a:lnTo>
                    <a:pt x="87" y="1"/>
                  </a:lnTo>
                  <a:cubicBezTo>
                    <a:pt x="1" y="1323"/>
                    <a:pt x="306" y="2398"/>
                    <a:pt x="1734" y="2628"/>
                  </a:cubicBezTo>
                  <a:cubicBezTo>
                    <a:pt x="1916" y="2666"/>
                    <a:pt x="2086" y="2683"/>
                    <a:pt x="2244" y="2683"/>
                  </a:cubicBezTo>
                  <a:cubicBezTo>
                    <a:pt x="3317" y="2683"/>
                    <a:pt x="3866" y="1860"/>
                    <a:pt x="4204" y="756"/>
                  </a:cubicBezTo>
                  <a:lnTo>
                    <a:pt x="4204" y="756"/>
                  </a:lnTo>
                  <a:cubicBezTo>
                    <a:pt x="4022" y="1083"/>
                    <a:pt x="3462" y="1278"/>
                    <a:pt x="2761" y="1278"/>
                  </a:cubicBezTo>
                  <a:cubicBezTo>
                    <a:pt x="2519" y="1278"/>
                    <a:pt x="2260" y="1255"/>
                    <a:pt x="1994" y="1206"/>
                  </a:cubicBezTo>
                  <a:cubicBezTo>
                    <a:pt x="956" y="1016"/>
                    <a:pt x="160" y="499"/>
                    <a:pt x="87" y="1"/>
                  </a:cubicBezTo>
                  <a:close/>
                </a:path>
              </a:pathLst>
            </a:custGeom>
            <a:solidFill>
              <a:srgbClr val="EDD2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2838091" y="3966276"/>
              <a:ext cx="352234" cy="487703"/>
            </a:xfrm>
            <a:custGeom>
              <a:avLst/>
              <a:gdLst/>
              <a:ahLst/>
              <a:cxnLst/>
              <a:rect l="l" t="t" r="r" b="b"/>
              <a:pathLst>
                <a:path w="4467" h="6185" extrusionOk="0">
                  <a:moveTo>
                    <a:pt x="4171" y="1"/>
                  </a:moveTo>
                  <a:cubicBezTo>
                    <a:pt x="3639" y="1"/>
                    <a:pt x="2560" y="134"/>
                    <a:pt x="2448" y="1196"/>
                  </a:cubicBezTo>
                  <a:cubicBezTo>
                    <a:pt x="2327" y="2363"/>
                    <a:pt x="2164" y="5597"/>
                    <a:pt x="1" y="5684"/>
                  </a:cubicBezTo>
                  <a:cubicBezTo>
                    <a:pt x="251" y="5903"/>
                    <a:pt x="587" y="6058"/>
                    <a:pt x="1033" y="6129"/>
                  </a:cubicBezTo>
                  <a:cubicBezTo>
                    <a:pt x="1215" y="6167"/>
                    <a:pt x="1384" y="6184"/>
                    <a:pt x="1542" y="6184"/>
                  </a:cubicBezTo>
                  <a:cubicBezTo>
                    <a:pt x="3253" y="6184"/>
                    <a:pt x="3632" y="4095"/>
                    <a:pt x="3947" y="2112"/>
                  </a:cubicBezTo>
                  <a:cubicBezTo>
                    <a:pt x="4016" y="1675"/>
                    <a:pt x="4134" y="1177"/>
                    <a:pt x="4270" y="686"/>
                  </a:cubicBezTo>
                  <a:cubicBezTo>
                    <a:pt x="4332" y="460"/>
                    <a:pt x="4399" y="235"/>
                    <a:pt x="4466" y="16"/>
                  </a:cubicBezTo>
                  <a:cubicBezTo>
                    <a:pt x="4466" y="16"/>
                    <a:pt x="4349" y="1"/>
                    <a:pt x="4171" y="1"/>
                  </a:cubicBezTo>
                  <a:close/>
                </a:path>
              </a:pathLst>
            </a:custGeom>
            <a:solidFill>
              <a:srgbClr val="F3F3F3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2820586" y="4051201"/>
              <a:ext cx="43763" cy="172766"/>
            </a:xfrm>
            <a:custGeom>
              <a:avLst/>
              <a:gdLst/>
              <a:ahLst/>
              <a:cxnLst/>
              <a:rect l="l" t="t" r="r" b="b"/>
              <a:pathLst>
                <a:path w="555" h="2191" extrusionOk="0">
                  <a:moveTo>
                    <a:pt x="513" y="1"/>
                  </a:moveTo>
                  <a:cubicBezTo>
                    <a:pt x="488" y="190"/>
                    <a:pt x="457" y="375"/>
                    <a:pt x="422" y="559"/>
                  </a:cubicBezTo>
                  <a:cubicBezTo>
                    <a:pt x="387" y="743"/>
                    <a:pt x="351" y="925"/>
                    <a:pt x="305" y="1106"/>
                  </a:cubicBezTo>
                  <a:cubicBezTo>
                    <a:pt x="283" y="1196"/>
                    <a:pt x="262" y="1287"/>
                    <a:pt x="236" y="1377"/>
                  </a:cubicBezTo>
                  <a:lnTo>
                    <a:pt x="200" y="1512"/>
                  </a:lnTo>
                  <a:cubicBezTo>
                    <a:pt x="186" y="1557"/>
                    <a:pt x="174" y="1602"/>
                    <a:pt x="160" y="1647"/>
                  </a:cubicBezTo>
                  <a:cubicBezTo>
                    <a:pt x="110" y="1827"/>
                    <a:pt x="51" y="2005"/>
                    <a:pt x="1" y="2190"/>
                  </a:cubicBezTo>
                  <a:cubicBezTo>
                    <a:pt x="109" y="2032"/>
                    <a:pt x="201" y="1863"/>
                    <a:pt x="274" y="1686"/>
                  </a:cubicBezTo>
                  <a:cubicBezTo>
                    <a:pt x="353" y="1511"/>
                    <a:pt x="407" y="1327"/>
                    <a:pt x="456" y="1142"/>
                  </a:cubicBezTo>
                  <a:cubicBezTo>
                    <a:pt x="501" y="954"/>
                    <a:pt x="532" y="765"/>
                    <a:pt x="543" y="574"/>
                  </a:cubicBezTo>
                  <a:cubicBezTo>
                    <a:pt x="554" y="383"/>
                    <a:pt x="552" y="189"/>
                    <a:pt x="5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2823188" y="4451460"/>
              <a:ext cx="185619" cy="50308"/>
            </a:xfrm>
            <a:custGeom>
              <a:avLst/>
              <a:gdLst/>
              <a:ahLst/>
              <a:cxnLst/>
              <a:rect l="l" t="t" r="r" b="b"/>
              <a:pathLst>
                <a:path w="2354" h="638" extrusionOk="0">
                  <a:moveTo>
                    <a:pt x="1" y="1"/>
                  </a:moveTo>
                  <a:lnTo>
                    <a:pt x="1" y="1"/>
                  </a:lnTo>
                  <a:cubicBezTo>
                    <a:pt x="141" y="159"/>
                    <a:pt x="313" y="288"/>
                    <a:pt x="500" y="391"/>
                  </a:cubicBezTo>
                  <a:cubicBezTo>
                    <a:pt x="593" y="443"/>
                    <a:pt x="693" y="484"/>
                    <a:pt x="794" y="522"/>
                  </a:cubicBezTo>
                  <a:cubicBezTo>
                    <a:pt x="896" y="557"/>
                    <a:pt x="1001" y="583"/>
                    <a:pt x="1106" y="604"/>
                  </a:cubicBezTo>
                  <a:cubicBezTo>
                    <a:pt x="1212" y="622"/>
                    <a:pt x="1319" y="634"/>
                    <a:pt x="1427" y="637"/>
                  </a:cubicBezTo>
                  <a:cubicBezTo>
                    <a:pt x="1534" y="637"/>
                    <a:pt x="1642" y="635"/>
                    <a:pt x="1748" y="620"/>
                  </a:cubicBezTo>
                  <a:cubicBezTo>
                    <a:pt x="1960" y="592"/>
                    <a:pt x="2168" y="530"/>
                    <a:pt x="2354" y="432"/>
                  </a:cubicBezTo>
                  <a:lnTo>
                    <a:pt x="2354" y="432"/>
                  </a:lnTo>
                  <a:cubicBezTo>
                    <a:pt x="2147" y="470"/>
                    <a:pt x="1943" y="495"/>
                    <a:pt x="1739" y="500"/>
                  </a:cubicBezTo>
                  <a:cubicBezTo>
                    <a:pt x="1720" y="500"/>
                    <a:pt x="1701" y="501"/>
                    <a:pt x="1683" y="501"/>
                  </a:cubicBezTo>
                  <a:cubicBezTo>
                    <a:pt x="1497" y="501"/>
                    <a:pt x="1315" y="486"/>
                    <a:pt x="1134" y="452"/>
                  </a:cubicBezTo>
                  <a:cubicBezTo>
                    <a:pt x="936" y="416"/>
                    <a:pt x="741" y="358"/>
                    <a:pt x="552" y="282"/>
                  </a:cubicBezTo>
                  <a:cubicBezTo>
                    <a:pt x="364" y="205"/>
                    <a:pt x="182" y="109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2811281" y="3768433"/>
              <a:ext cx="435502" cy="215110"/>
            </a:xfrm>
            <a:custGeom>
              <a:avLst/>
              <a:gdLst/>
              <a:ahLst/>
              <a:cxnLst/>
              <a:rect l="l" t="t" r="r" b="b"/>
              <a:pathLst>
                <a:path w="5523" h="2728" extrusionOk="0">
                  <a:moveTo>
                    <a:pt x="1950" y="0"/>
                  </a:moveTo>
                  <a:cubicBezTo>
                    <a:pt x="911" y="0"/>
                    <a:pt x="115" y="331"/>
                    <a:pt x="15" y="871"/>
                  </a:cubicBezTo>
                  <a:cubicBezTo>
                    <a:pt x="0" y="958"/>
                    <a:pt x="2" y="1048"/>
                    <a:pt x="23" y="1136"/>
                  </a:cubicBezTo>
                  <a:cubicBezTo>
                    <a:pt x="166" y="1761"/>
                    <a:pt x="1172" y="2397"/>
                    <a:pt x="2472" y="2635"/>
                  </a:cubicBezTo>
                  <a:cubicBezTo>
                    <a:pt x="2814" y="2698"/>
                    <a:pt x="3147" y="2727"/>
                    <a:pt x="3457" y="2727"/>
                  </a:cubicBezTo>
                  <a:cubicBezTo>
                    <a:pt x="4329" y="2727"/>
                    <a:pt x="5031" y="2494"/>
                    <a:pt x="5293" y="2100"/>
                  </a:cubicBezTo>
                  <a:cubicBezTo>
                    <a:pt x="5344" y="2023"/>
                    <a:pt x="5379" y="1941"/>
                    <a:pt x="5394" y="1854"/>
                  </a:cubicBezTo>
                  <a:cubicBezTo>
                    <a:pt x="5522" y="1153"/>
                    <a:pt x="4422" y="363"/>
                    <a:pt x="2938" y="93"/>
                  </a:cubicBezTo>
                  <a:cubicBezTo>
                    <a:pt x="2595" y="30"/>
                    <a:pt x="2262" y="0"/>
                    <a:pt x="1950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2848578" y="3685637"/>
              <a:ext cx="353496" cy="261317"/>
            </a:xfrm>
            <a:custGeom>
              <a:avLst/>
              <a:gdLst/>
              <a:ahLst/>
              <a:cxnLst/>
              <a:rect l="l" t="t" r="r" b="b"/>
              <a:pathLst>
                <a:path w="4483" h="3314" extrusionOk="0">
                  <a:moveTo>
                    <a:pt x="2184" y="1"/>
                  </a:moveTo>
                  <a:cubicBezTo>
                    <a:pt x="2135" y="1"/>
                    <a:pt x="2104" y="20"/>
                    <a:pt x="2137" y="84"/>
                  </a:cubicBezTo>
                  <a:cubicBezTo>
                    <a:pt x="2269" y="337"/>
                    <a:pt x="1995" y="633"/>
                    <a:pt x="1991" y="633"/>
                  </a:cubicBezTo>
                  <a:cubicBezTo>
                    <a:pt x="1991" y="633"/>
                    <a:pt x="1991" y="633"/>
                    <a:pt x="1991" y="633"/>
                  </a:cubicBezTo>
                  <a:lnTo>
                    <a:pt x="1991" y="633"/>
                  </a:lnTo>
                  <a:cubicBezTo>
                    <a:pt x="973" y="707"/>
                    <a:pt x="599" y="1380"/>
                    <a:pt x="598" y="1388"/>
                  </a:cubicBezTo>
                  <a:cubicBezTo>
                    <a:pt x="177" y="1484"/>
                    <a:pt x="4" y="1942"/>
                    <a:pt x="4" y="1942"/>
                  </a:cubicBezTo>
                  <a:lnTo>
                    <a:pt x="11" y="1948"/>
                  </a:lnTo>
                  <a:cubicBezTo>
                    <a:pt x="8" y="1953"/>
                    <a:pt x="5" y="1958"/>
                    <a:pt x="1" y="1962"/>
                  </a:cubicBezTo>
                  <a:cubicBezTo>
                    <a:pt x="93" y="2366"/>
                    <a:pt x="610" y="2776"/>
                    <a:pt x="1336" y="3036"/>
                  </a:cubicBezTo>
                  <a:cubicBezTo>
                    <a:pt x="1565" y="3118"/>
                    <a:pt x="1816" y="3188"/>
                    <a:pt x="2081" y="3235"/>
                  </a:cubicBezTo>
                  <a:cubicBezTo>
                    <a:pt x="2348" y="3283"/>
                    <a:pt x="2610" y="3309"/>
                    <a:pt x="2856" y="3313"/>
                  </a:cubicBezTo>
                  <a:cubicBezTo>
                    <a:pt x="2876" y="3313"/>
                    <a:pt x="2897" y="3313"/>
                    <a:pt x="2917" y="3313"/>
                  </a:cubicBezTo>
                  <a:cubicBezTo>
                    <a:pt x="3658" y="3313"/>
                    <a:pt x="4253" y="3115"/>
                    <a:pt x="4476" y="2781"/>
                  </a:cubicBezTo>
                  <a:cubicBezTo>
                    <a:pt x="4475" y="2779"/>
                    <a:pt x="4475" y="2776"/>
                    <a:pt x="4474" y="2771"/>
                  </a:cubicBezTo>
                  <a:lnTo>
                    <a:pt x="4480" y="2771"/>
                  </a:lnTo>
                  <a:cubicBezTo>
                    <a:pt x="4480" y="2771"/>
                    <a:pt x="4482" y="2282"/>
                    <a:pt x="4123" y="2040"/>
                  </a:cubicBezTo>
                  <a:cubicBezTo>
                    <a:pt x="4123" y="2040"/>
                    <a:pt x="4042" y="1436"/>
                    <a:pt x="3381" y="996"/>
                  </a:cubicBezTo>
                  <a:cubicBezTo>
                    <a:pt x="3305" y="945"/>
                    <a:pt x="3211" y="914"/>
                    <a:pt x="3137" y="860"/>
                  </a:cubicBezTo>
                  <a:cubicBezTo>
                    <a:pt x="3048" y="791"/>
                    <a:pt x="3034" y="622"/>
                    <a:pt x="2971" y="519"/>
                  </a:cubicBezTo>
                  <a:cubicBezTo>
                    <a:pt x="2834" y="294"/>
                    <a:pt x="2599" y="147"/>
                    <a:pt x="2387" y="50"/>
                  </a:cubicBezTo>
                  <a:cubicBezTo>
                    <a:pt x="2370" y="42"/>
                    <a:pt x="2257" y="1"/>
                    <a:pt x="2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2848500" y="3685479"/>
              <a:ext cx="353496" cy="261554"/>
            </a:xfrm>
            <a:custGeom>
              <a:avLst/>
              <a:gdLst/>
              <a:ahLst/>
              <a:cxnLst/>
              <a:rect l="l" t="t" r="r" b="b"/>
              <a:pathLst>
                <a:path w="4483" h="3317" extrusionOk="0">
                  <a:moveTo>
                    <a:pt x="2180" y="1"/>
                  </a:moveTo>
                  <a:cubicBezTo>
                    <a:pt x="2175" y="1"/>
                    <a:pt x="2171" y="2"/>
                    <a:pt x="2168" y="2"/>
                  </a:cubicBezTo>
                  <a:cubicBezTo>
                    <a:pt x="2137" y="6"/>
                    <a:pt x="2118" y="20"/>
                    <a:pt x="2125" y="55"/>
                  </a:cubicBezTo>
                  <a:lnTo>
                    <a:pt x="2125" y="56"/>
                  </a:lnTo>
                  <a:cubicBezTo>
                    <a:pt x="2128" y="63"/>
                    <a:pt x="2133" y="76"/>
                    <a:pt x="2137" y="83"/>
                  </a:cubicBezTo>
                  <a:cubicBezTo>
                    <a:pt x="2144" y="100"/>
                    <a:pt x="2151" y="115"/>
                    <a:pt x="2156" y="131"/>
                  </a:cubicBezTo>
                  <a:lnTo>
                    <a:pt x="2156" y="132"/>
                  </a:lnTo>
                  <a:cubicBezTo>
                    <a:pt x="2236" y="374"/>
                    <a:pt x="1994" y="635"/>
                    <a:pt x="1991" y="635"/>
                  </a:cubicBezTo>
                  <a:cubicBezTo>
                    <a:pt x="1991" y="635"/>
                    <a:pt x="1991" y="635"/>
                    <a:pt x="1991" y="635"/>
                  </a:cubicBezTo>
                  <a:lnTo>
                    <a:pt x="1991" y="635"/>
                  </a:lnTo>
                  <a:cubicBezTo>
                    <a:pt x="1805" y="649"/>
                    <a:pt x="1638" y="683"/>
                    <a:pt x="1494" y="729"/>
                  </a:cubicBezTo>
                  <a:cubicBezTo>
                    <a:pt x="1482" y="732"/>
                    <a:pt x="1470" y="736"/>
                    <a:pt x="1460" y="740"/>
                  </a:cubicBezTo>
                  <a:cubicBezTo>
                    <a:pt x="1452" y="744"/>
                    <a:pt x="1441" y="747"/>
                    <a:pt x="1432" y="751"/>
                  </a:cubicBezTo>
                  <a:cubicBezTo>
                    <a:pt x="1421" y="755"/>
                    <a:pt x="1408" y="758"/>
                    <a:pt x="1396" y="763"/>
                  </a:cubicBezTo>
                  <a:cubicBezTo>
                    <a:pt x="1380" y="770"/>
                    <a:pt x="1363" y="776"/>
                    <a:pt x="1347" y="782"/>
                  </a:cubicBezTo>
                  <a:cubicBezTo>
                    <a:pt x="1324" y="792"/>
                    <a:pt x="1300" y="802"/>
                    <a:pt x="1276" y="813"/>
                  </a:cubicBezTo>
                  <a:cubicBezTo>
                    <a:pt x="1181" y="858"/>
                    <a:pt x="1096" y="906"/>
                    <a:pt x="1023" y="956"/>
                  </a:cubicBezTo>
                  <a:lnTo>
                    <a:pt x="980" y="987"/>
                  </a:lnTo>
                  <a:cubicBezTo>
                    <a:pt x="712" y="1182"/>
                    <a:pt x="599" y="1387"/>
                    <a:pt x="598" y="1391"/>
                  </a:cubicBezTo>
                  <a:cubicBezTo>
                    <a:pt x="178" y="1487"/>
                    <a:pt x="4" y="1945"/>
                    <a:pt x="4" y="1945"/>
                  </a:cubicBezTo>
                  <a:lnTo>
                    <a:pt x="11" y="1952"/>
                  </a:lnTo>
                  <a:cubicBezTo>
                    <a:pt x="7" y="1955"/>
                    <a:pt x="5" y="1960"/>
                    <a:pt x="1" y="1965"/>
                  </a:cubicBezTo>
                  <a:cubicBezTo>
                    <a:pt x="57" y="2211"/>
                    <a:pt x="268" y="2456"/>
                    <a:pt x="588" y="2671"/>
                  </a:cubicBezTo>
                  <a:cubicBezTo>
                    <a:pt x="797" y="2811"/>
                    <a:pt x="1051" y="2936"/>
                    <a:pt x="1337" y="3039"/>
                  </a:cubicBezTo>
                  <a:cubicBezTo>
                    <a:pt x="1566" y="3121"/>
                    <a:pt x="1817" y="3190"/>
                    <a:pt x="2082" y="3238"/>
                  </a:cubicBezTo>
                  <a:cubicBezTo>
                    <a:pt x="2349" y="3287"/>
                    <a:pt x="2611" y="3313"/>
                    <a:pt x="2857" y="3316"/>
                  </a:cubicBezTo>
                  <a:cubicBezTo>
                    <a:pt x="2879" y="3316"/>
                    <a:pt x="2901" y="3316"/>
                    <a:pt x="2923" y="3316"/>
                  </a:cubicBezTo>
                  <a:cubicBezTo>
                    <a:pt x="3662" y="3316"/>
                    <a:pt x="4255" y="3118"/>
                    <a:pt x="4477" y="2784"/>
                  </a:cubicBezTo>
                  <a:cubicBezTo>
                    <a:pt x="4476" y="2781"/>
                    <a:pt x="4476" y="2778"/>
                    <a:pt x="4475" y="2776"/>
                  </a:cubicBezTo>
                  <a:lnTo>
                    <a:pt x="4480" y="2771"/>
                  </a:lnTo>
                  <a:cubicBezTo>
                    <a:pt x="4480" y="2771"/>
                    <a:pt x="4482" y="2281"/>
                    <a:pt x="4123" y="2040"/>
                  </a:cubicBezTo>
                  <a:cubicBezTo>
                    <a:pt x="4123" y="2040"/>
                    <a:pt x="4110" y="1947"/>
                    <a:pt x="4054" y="1804"/>
                  </a:cubicBezTo>
                  <a:cubicBezTo>
                    <a:pt x="4047" y="1784"/>
                    <a:pt x="4037" y="1763"/>
                    <a:pt x="4027" y="1740"/>
                  </a:cubicBezTo>
                  <a:cubicBezTo>
                    <a:pt x="4011" y="1703"/>
                    <a:pt x="3991" y="1665"/>
                    <a:pt x="3970" y="1624"/>
                  </a:cubicBezTo>
                  <a:cubicBezTo>
                    <a:pt x="3862" y="1428"/>
                    <a:pt x="3682" y="1195"/>
                    <a:pt x="3381" y="995"/>
                  </a:cubicBezTo>
                  <a:cubicBezTo>
                    <a:pt x="3305" y="944"/>
                    <a:pt x="3210" y="914"/>
                    <a:pt x="3137" y="858"/>
                  </a:cubicBezTo>
                  <a:cubicBezTo>
                    <a:pt x="3046" y="788"/>
                    <a:pt x="3034" y="620"/>
                    <a:pt x="2971" y="517"/>
                  </a:cubicBezTo>
                  <a:cubicBezTo>
                    <a:pt x="2948" y="482"/>
                    <a:pt x="2923" y="448"/>
                    <a:pt x="2895" y="414"/>
                  </a:cubicBezTo>
                  <a:cubicBezTo>
                    <a:pt x="2872" y="387"/>
                    <a:pt x="2849" y="362"/>
                    <a:pt x="2824" y="337"/>
                  </a:cubicBezTo>
                  <a:cubicBezTo>
                    <a:pt x="2789" y="302"/>
                    <a:pt x="2752" y="272"/>
                    <a:pt x="2713" y="243"/>
                  </a:cubicBezTo>
                  <a:cubicBezTo>
                    <a:pt x="2705" y="236"/>
                    <a:pt x="2697" y="230"/>
                    <a:pt x="2688" y="224"/>
                  </a:cubicBezTo>
                  <a:lnTo>
                    <a:pt x="2650" y="197"/>
                  </a:lnTo>
                  <a:cubicBezTo>
                    <a:pt x="2637" y="188"/>
                    <a:pt x="2624" y="180"/>
                    <a:pt x="2611" y="171"/>
                  </a:cubicBezTo>
                  <a:cubicBezTo>
                    <a:pt x="2555" y="137"/>
                    <a:pt x="2497" y="105"/>
                    <a:pt x="2441" y="76"/>
                  </a:cubicBezTo>
                  <a:cubicBezTo>
                    <a:pt x="2437" y="75"/>
                    <a:pt x="2434" y="72"/>
                    <a:pt x="2430" y="71"/>
                  </a:cubicBezTo>
                  <a:lnTo>
                    <a:pt x="2415" y="64"/>
                  </a:lnTo>
                  <a:cubicBezTo>
                    <a:pt x="2415" y="64"/>
                    <a:pt x="2414" y="62"/>
                    <a:pt x="2411" y="62"/>
                  </a:cubicBezTo>
                  <a:cubicBezTo>
                    <a:pt x="2403" y="57"/>
                    <a:pt x="2395" y="54"/>
                    <a:pt x="2386" y="50"/>
                  </a:cubicBezTo>
                  <a:cubicBezTo>
                    <a:pt x="2378" y="46"/>
                    <a:pt x="2343" y="31"/>
                    <a:pt x="2302" y="20"/>
                  </a:cubicBezTo>
                  <a:lnTo>
                    <a:pt x="2301" y="20"/>
                  </a:lnTo>
                  <a:cubicBezTo>
                    <a:pt x="2291" y="17"/>
                    <a:pt x="2282" y="15"/>
                    <a:pt x="2271" y="12"/>
                  </a:cubicBezTo>
                  <a:cubicBezTo>
                    <a:pt x="2251" y="9"/>
                    <a:pt x="2229" y="5"/>
                    <a:pt x="2210" y="2"/>
                  </a:cubicBezTo>
                  <a:cubicBezTo>
                    <a:pt x="2205" y="2"/>
                    <a:pt x="2201" y="1"/>
                    <a:pt x="21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2897310" y="3685637"/>
              <a:ext cx="269124" cy="154787"/>
            </a:xfrm>
            <a:custGeom>
              <a:avLst/>
              <a:gdLst/>
              <a:ahLst/>
              <a:cxnLst/>
              <a:rect l="l" t="t" r="r" b="b"/>
              <a:pathLst>
                <a:path w="3413" h="1963" extrusionOk="0">
                  <a:moveTo>
                    <a:pt x="1569" y="1"/>
                  </a:moveTo>
                  <a:cubicBezTo>
                    <a:pt x="1524" y="2"/>
                    <a:pt x="1501" y="19"/>
                    <a:pt x="1508" y="54"/>
                  </a:cubicBezTo>
                  <a:lnTo>
                    <a:pt x="1508" y="55"/>
                  </a:lnTo>
                  <a:cubicBezTo>
                    <a:pt x="1510" y="63"/>
                    <a:pt x="1515" y="75"/>
                    <a:pt x="1519" y="84"/>
                  </a:cubicBezTo>
                  <a:cubicBezTo>
                    <a:pt x="1526" y="99"/>
                    <a:pt x="1534" y="114"/>
                    <a:pt x="1539" y="130"/>
                  </a:cubicBezTo>
                  <a:lnTo>
                    <a:pt x="1539" y="131"/>
                  </a:lnTo>
                  <a:cubicBezTo>
                    <a:pt x="1582" y="274"/>
                    <a:pt x="1503" y="474"/>
                    <a:pt x="1376" y="545"/>
                  </a:cubicBezTo>
                  <a:cubicBezTo>
                    <a:pt x="1217" y="635"/>
                    <a:pt x="1037" y="677"/>
                    <a:pt x="876" y="728"/>
                  </a:cubicBezTo>
                  <a:cubicBezTo>
                    <a:pt x="864" y="732"/>
                    <a:pt x="853" y="735"/>
                    <a:pt x="843" y="739"/>
                  </a:cubicBezTo>
                  <a:cubicBezTo>
                    <a:pt x="839" y="740"/>
                    <a:pt x="835" y="742"/>
                    <a:pt x="830" y="743"/>
                  </a:cubicBezTo>
                  <a:cubicBezTo>
                    <a:pt x="825" y="745"/>
                    <a:pt x="819" y="746"/>
                    <a:pt x="814" y="749"/>
                  </a:cubicBezTo>
                  <a:cubicBezTo>
                    <a:pt x="803" y="753"/>
                    <a:pt x="790" y="756"/>
                    <a:pt x="778" y="761"/>
                  </a:cubicBezTo>
                  <a:cubicBezTo>
                    <a:pt x="762" y="768"/>
                    <a:pt x="746" y="774"/>
                    <a:pt x="730" y="780"/>
                  </a:cubicBezTo>
                  <a:cubicBezTo>
                    <a:pt x="706" y="790"/>
                    <a:pt x="682" y="800"/>
                    <a:pt x="659" y="811"/>
                  </a:cubicBezTo>
                  <a:cubicBezTo>
                    <a:pt x="570" y="851"/>
                    <a:pt x="485" y="899"/>
                    <a:pt x="405" y="954"/>
                  </a:cubicBezTo>
                  <a:lnTo>
                    <a:pt x="363" y="985"/>
                  </a:lnTo>
                  <a:cubicBezTo>
                    <a:pt x="0" y="1255"/>
                    <a:pt x="264" y="1663"/>
                    <a:pt x="638" y="1663"/>
                  </a:cubicBezTo>
                  <a:cubicBezTo>
                    <a:pt x="669" y="1663"/>
                    <a:pt x="701" y="1660"/>
                    <a:pt x="733" y="1654"/>
                  </a:cubicBezTo>
                  <a:cubicBezTo>
                    <a:pt x="932" y="1617"/>
                    <a:pt x="1122" y="1523"/>
                    <a:pt x="1234" y="1354"/>
                  </a:cubicBezTo>
                  <a:cubicBezTo>
                    <a:pt x="1292" y="1266"/>
                    <a:pt x="1360" y="1218"/>
                    <a:pt x="1421" y="1218"/>
                  </a:cubicBezTo>
                  <a:cubicBezTo>
                    <a:pt x="1481" y="1218"/>
                    <a:pt x="1536" y="1263"/>
                    <a:pt x="1572" y="1359"/>
                  </a:cubicBezTo>
                  <a:cubicBezTo>
                    <a:pt x="1634" y="1521"/>
                    <a:pt x="1638" y="1710"/>
                    <a:pt x="1751" y="1840"/>
                  </a:cubicBezTo>
                  <a:cubicBezTo>
                    <a:pt x="1819" y="1919"/>
                    <a:pt x="1923" y="1963"/>
                    <a:pt x="2026" y="1963"/>
                  </a:cubicBezTo>
                  <a:cubicBezTo>
                    <a:pt x="2068" y="1963"/>
                    <a:pt x="2110" y="1956"/>
                    <a:pt x="2150" y="1941"/>
                  </a:cubicBezTo>
                  <a:cubicBezTo>
                    <a:pt x="2296" y="1884"/>
                    <a:pt x="2357" y="1759"/>
                    <a:pt x="2393" y="1628"/>
                  </a:cubicBezTo>
                  <a:cubicBezTo>
                    <a:pt x="2442" y="1446"/>
                    <a:pt x="2445" y="1255"/>
                    <a:pt x="2557" y="1224"/>
                  </a:cubicBezTo>
                  <a:cubicBezTo>
                    <a:pt x="2568" y="1221"/>
                    <a:pt x="2580" y="1220"/>
                    <a:pt x="2590" y="1220"/>
                  </a:cubicBezTo>
                  <a:cubicBezTo>
                    <a:pt x="2665" y="1220"/>
                    <a:pt x="2720" y="1293"/>
                    <a:pt x="2754" y="1369"/>
                  </a:cubicBezTo>
                  <a:cubicBezTo>
                    <a:pt x="2835" y="1546"/>
                    <a:pt x="2871" y="1808"/>
                    <a:pt x="3066" y="1914"/>
                  </a:cubicBezTo>
                  <a:cubicBezTo>
                    <a:pt x="3111" y="1938"/>
                    <a:pt x="3156" y="1949"/>
                    <a:pt x="3197" y="1949"/>
                  </a:cubicBezTo>
                  <a:cubicBezTo>
                    <a:pt x="3312" y="1949"/>
                    <a:pt x="3404" y="1866"/>
                    <a:pt x="3409" y="1741"/>
                  </a:cubicBezTo>
                  <a:cubicBezTo>
                    <a:pt x="3412" y="1681"/>
                    <a:pt x="3393" y="1609"/>
                    <a:pt x="3347" y="1533"/>
                  </a:cubicBezTo>
                  <a:cubicBezTo>
                    <a:pt x="3146" y="1205"/>
                    <a:pt x="2908" y="969"/>
                    <a:pt x="2550" y="819"/>
                  </a:cubicBezTo>
                  <a:cubicBezTo>
                    <a:pt x="2445" y="775"/>
                    <a:pt x="2416" y="621"/>
                    <a:pt x="2353" y="518"/>
                  </a:cubicBezTo>
                  <a:cubicBezTo>
                    <a:pt x="2330" y="483"/>
                    <a:pt x="2306" y="448"/>
                    <a:pt x="2277" y="415"/>
                  </a:cubicBezTo>
                  <a:cubicBezTo>
                    <a:pt x="2255" y="389"/>
                    <a:pt x="2231" y="364"/>
                    <a:pt x="2206" y="338"/>
                  </a:cubicBezTo>
                  <a:cubicBezTo>
                    <a:pt x="2170" y="305"/>
                    <a:pt x="2134" y="273"/>
                    <a:pt x="2096" y="243"/>
                  </a:cubicBezTo>
                  <a:cubicBezTo>
                    <a:pt x="2087" y="237"/>
                    <a:pt x="2079" y="231"/>
                    <a:pt x="2071" y="224"/>
                  </a:cubicBezTo>
                  <a:lnTo>
                    <a:pt x="2032" y="197"/>
                  </a:lnTo>
                  <a:cubicBezTo>
                    <a:pt x="2020" y="188"/>
                    <a:pt x="2006" y="181"/>
                    <a:pt x="1994" y="172"/>
                  </a:cubicBezTo>
                  <a:cubicBezTo>
                    <a:pt x="1992" y="172"/>
                    <a:pt x="1991" y="171"/>
                    <a:pt x="1991" y="171"/>
                  </a:cubicBezTo>
                  <a:cubicBezTo>
                    <a:pt x="1934" y="134"/>
                    <a:pt x="1877" y="103"/>
                    <a:pt x="1823" y="77"/>
                  </a:cubicBezTo>
                  <a:cubicBezTo>
                    <a:pt x="1822" y="75"/>
                    <a:pt x="1821" y="75"/>
                    <a:pt x="1820" y="74"/>
                  </a:cubicBezTo>
                  <a:lnTo>
                    <a:pt x="1797" y="63"/>
                  </a:lnTo>
                  <a:cubicBezTo>
                    <a:pt x="1797" y="63"/>
                    <a:pt x="1796" y="62"/>
                    <a:pt x="1795" y="62"/>
                  </a:cubicBezTo>
                  <a:cubicBezTo>
                    <a:pt x="1755" y="44"/>
                    <a:pt x="1718" y="29"/>
                    <a:pt x="1683" y="19"/>
                  </a:cubicBezTo>
                  <a:cubicBezTo>
                    <a:pt x="1673" y="17"/>
                    <a:pt x="1664" y="14"/>
                    <a:pt x="1653" y="12"/>
                  </a:cubicBezTo>
                  <a:cubicBezTo>
                    <a:pt x="1632" y="7"/>
                    <a:pt x="1611" y="3"/>
                    <a:pt x="1592" y="2"/>
                  </a:cubicBezTo>
                  <a:cubicBezTo>
                    <a:pt x="1587" y="2"/>
                    <a:pt x="1583" y="1"/>
                    <a:pt x="1580" y="1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3035382" y="3777816"/>
              <a:ext cx="18925" cy="17505"/>
            </a:xfrm>
            <a:custGeom>
              <a:avLst/>
              <a:gdLst/>
              <a:ahLst/>
              <a:cxnLst/>
              <a:rect l="l" t="t" r="r" b="b"/>
              <a:pathLst>
                <a:path w="240" h="222" extrusionOk="0">
                  <a:moveTo>
                    <a:pt x="119" y="1"/>
                  </a:moveTo>
                  <a:cubicBezTo>
                    <a:pt x="67" y="1"/>
                    <a:pt x="23" y="38"/>
                    <a:pt x="13" y="91"/>
                  </a:cubicBezTo>
                  <a:cubicBezTo>
                    <a:pt x="1" y="152"/>
                    <a:pt x="40" y="208"/>
                    <a:pt x="101" y="219"/>
                  </a:cubicBezTo>
                  <a:cubicBezTo>
                    <a:pt x="108" y="220"/>
                    <a:pt x="114" y="221"/>
                    <a:pt x="121" y="221"/>
                  </a:cubicBezTo>
                  <a:cubicBezTo>
                    <a:pt x="173" y="221"/>
                    <a:pt x="219" y="184"/>
                    <a:pt x="229" y="131"/>
                  </a:cubicBezTo>
                  <a:cubicBezTo>
                    <a:pt x="240" y="71"/>
                    <a:pt x="200" y="14"/>
                    <a:pt x="141" y="3"/>
                  </a:cubicBezTo>
                  <a:cubicBezTo>
                    <a:pt x="133" y="2"/>
                    <a:pt x="126" y="1"/>
                    <a:pt x="119" y="1"/>
                  </a:cubicBezTo>
                  <a:close/>
                </a:path>
              </a:pathLst>
            </a:custGeom>
            <a:solidFill>
              <a:srgbClr val="553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3029468" y="3700540"/>
              <a:ext cx="18925" cy="17348"/>
            </a:xfrm>
            <a:custGeom>
              <a:avLst/>
              <a:gdLst/>
              <a:ahLst/>
              <a:cxnLst/>
              <a:rect l="l" t="t" r="r" b="b"/>
              <a:pathLst>
                <a:path w="240" h="220" extrusionOk="0">
                  <a:moveTo>
                    <a:pt x="119" y="0"/>
                  </a:moveTo>
                  <a:cubicBezTo>
                    <a:pt x="67" y="0"/>
                    <a:pt x="22" y="37"/>
                    <a:pt x="12" y="90"/>
                  </a:cubicBezTo>
                  <a:cubicBezTo>
                    <a:pt x="1" y="150"/>
                    <a:pt x="40" y="207"/>
                    <a:pt x="100" y="218"/>
                  </a:cubicBezTo>
                  <a:cubicBezTo>
                    <a:pt x="107" y="219"/>
                    <a:pt x="114" y="220"/>
                    <a:pt x="121" y="220"/>
                  </a:cubicBezTo>
                  <a:cubicBezTo>
                    <a:pt x="172" y="220"/>
                    <a:pt x="218" y="183"/>
                    <a:pt x="228" y="130"/>
                  </a:cubicBezTo>
                  <a:cubicBezTo>
                    <a:pt x="239" y="70"/>
                    <a:pt x="200" y="13"/>
                    <a:pt x="140" y="2"/>
                  </a:cubicBezTo>
                  <a:cubicBezTo>
                    <a:pt x="133" y="1"/>
                    <a:pt x="126" y="0"/>
                    <a:pt x="119" y="0"/>
                  </a:cubicBezTo>
                  <a:close/>
                </a:path>
              </a:pathLst>
            </a:custGeom>
            <a:solidFill>
              <a:srgbClr val="553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2949589" y="3756447"/>
              <a:ext cx="18846" cy="17426"/>
            </a:xfrm>
            <a:custGeom>
              <a:avLst/>
              <a:gdLst/>
              <a:ahLst/>
              <a:cxnLst/>
              <a:rect l="l" t="t" r="r" b="b"/>
              <a:pathLst>
                <a:path w="239" h="221" extrusionOk="0">
                  <a:moveTo>
                    <a:pt x="118" y="1"/>
                  </a:moveTo>
                  <a:cubicBezTo>
                    <a:pt x="67" y="1"/>
                    <a:pt x="22" y="38"/>
                    <a:pt x="12" y="91"/>
                  </a:cubicBezTo>
                  <a:cubicBezTo>
                    <a:pt x="1" y="150"/>
                    <a:pt x="40" y="208"/>
                    <a:pt x="100" y="219"/>
                  </a:cubicBezTo>
                  <a:cubicBezTo>
                    <a:pt x="107" y="220"/>
                    <a:pt x="114" y="221"/>
                    <a:pt x="121" y="221"/>
                  </a:cubicBezTo>
                  <a:cubicBezTo>
                    <a:pt x="173" y="221"/>
                    <a:pt x="218" y="184"/>
                    <a:pt x="228" y="131"/>
                  </a:cubicBezTo>
                  <a:cubicBezTo>
                    <a:pt x="238" y="71"/>
                    <a:pt x="198" y="14"/>
                    <a:pt x="140" y="3"/>
                  </a:cubicBezTo>
                  <a:cubicBezTo>
                    <a:pt x="133" y="2"/>
                    <a:pt x="125" y="1"/>
                    <a:pt x="118" y="1"/>
                  </a:cubicBezTo>
                  <a:close/>
                </a:path>
              </a:pathLst>
            </a:custGeom>
            <a:solidFill>
              <a:srgbClr val="553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2944148" y="3788856"/>
              <a:ext cx="14588" cy="13405"/>
            </a:xfrm>
            <a:custGeom>
              <a:avLst/>
              <a:gdLst/>
              <a:ahLst/>
              <a:cxnLst/>
              <a:rect l="l" t="t" r="r" b="b"/>
              <a:pathLst>
                <a:path w="185" h="170" extrusionOk="0">
                  <a:moveTo>
                    <a:pt x="91" y="1"/>
                  </a:moveTo>
                  <a:cubicBezTo>
                    <a:pt x="52" y="1"/>
                    <a:pt x="18" y="29"/>
                    <a:pt x="10" y="70"/>
                  </a:cubicBezTo>
                  <a:cubicBezTo>
                    <a:pt x="0" y="116"/>
                    <a:pt x="31" y="160"/>
                    <a:pt x="77" y="168"/>
                  </a:cubicBezTo>
                  <a:cubicBezTo>
                    <a:pt x="83" y="169"/>
                    <a:pt x="88" y="170"/>
                    <a:pt x="93" y="170"/>
                  </a:cubicBezTo>
                  <a:cubicBezTo>
                    <a:pt x="133" y="170"/>
                    <a:pt x="168" y="141"/>
                    <a:pt x="175" y="101"/>
                  </a:cubicBezTo>
                  <a:cubicBezTo>
                    <a:pt x="184" y="55"/>
                    <a:pt x="154" y="10"/>
                    <a:pt x="108" y="2"/>
                  </a:cubicBezTo>
                  <a:cubicBezTo>
                    <a:pt x="102" y="1"/>
                    <a:pt x="97" y="1"/>
                    <a:pt x="91" y="1"/>
                  </a:cubicBezTo>
                  <a:close/>
                </a:path>
              </a:pathLst>
            </a:custGeom>
            <a:solidFill>
              <a:srgbClr val="553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3070787" y="3766856"/>
              <a:ext cx="14509" cy="13484"/>
            </a:xfrm>
            <a:custGeom>
              <a:avLst/>
              <a:gdLst/>
              <a:ahLst/>
              <a:cxnLst/>
              <a:rect l="l" t="t" r="r" b="b"/>
              <a:pathLst>
                <a:path w="184" h="171" extrusionOk="0">
                  <a:moveTo>
                    <a:pt x="93" y="1"/>
                  </a:moveTo>
                  <a:cubicBezTo>
                    <a:pt x="53" y="1"/>
                    <a:pt x="18" y="30"/>
                    <a:pt x="10" y="71"/>
                  </a:cubicBezTo>
                  <a:cubicBezTo>
                    <a:pt x="1" y="117"/>
                    <a:pt x="31" y="160"/>
                    <a:pt x="77" y="169"/>
                  </a:cubicBezTo>
                  <a:cubicBezTo>
                    <a:pt x="83" y="170"/>
                    <a:pt x="88" y="170"/>
                    <a:pt x="94" y="170"/>
                  </a:cubicBezTo>
                  <a:cubicBezTo>
                    <a:pt x="134" y="170"/>
                    <a:pt x="168" y="142"/>
                    <a:pt x="176" y="101"/>
                  </a:cubicBezTo>
                  <a:cubicBezTo>
                    <a:pt x="184" y="55"/>
                    <a:pt x="154" y="11"/>
                    <a:pt x="108" y="2"/>
                  </a:cubicBezTo>
                  <a:cubicBezTo>
                    <a:pt x="103" y="1"/>
                    <a:pt x="98" y="1"/>
                    <a:pt x="93" y="1"/>
                  </a:cubicBezTo>
                  <a:close/>
                </a:path>
              </a:pathLst>
            </a:custGeom>
            <a:solidFill>
              <a:srgbClr val="553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3029073" y="3743594"/>
              <a:ext cx="14430" cy="13405"/>
            </a:xfrm>
            <a:custGeom>
              <a:avLst/>
              <a:gdLst/>
              <a:ahLst/>
              <a:cxnLst/>
              <a:rect l="l" t="t" r="r" b="b"/>
              <a:pathLst>
                <a:path w="183" h="170" extrusionOk="0">
                  <a:moveTo>
                    <a:pt x="92" y="1"/>
                  </a:moveTo>
                  <a:cubicBezTo>
                    <a:pt x="52" y="1"/>
                    <a:pt x="17" y="29"/>
                    <a:pt x="9" y="70"/>
                  </a:cubicBezTo>
                  <a:cubicBezTo>
                    <a:pt x="1" y="116"/>
                    <a:pt x="31" y="159"/>
                    <a:pt x="77" y="168"/>
                  </a:cubicBezTo>
                  <a:cubicBezTo>
                    <a:pt x="83" y="169"/>
                    <a:pt x="88" y="170"/>
                    <a:pt x="94" y="170"/>
                  </a:cubicBezTo>
                  <a:cubicBezTo>
                    <a:pt x="133" y="170"/>
                    <a:pt x="168" y="141"/>
                    <a:pt x="176" y="101"/>
                  </a:cubicBezTo>
                  <a:cubicBezTo>
                    <a:pt x="183" y="55"/>
                    <a:pt x="152" y="10"/>
                    <a:pt x="108" y="2"/>
                  </a:cubicBezTo>
                  <a:cubicBezTo>
                    <a:pt x="103" y="1"/>
                    <a:pt x="97" y="1"/>
                    <a:pt x="92" y="1"/>
                  </a:cubicBezTo>
                  <a:close/>
                </a:path>
              </a:pathLst>
            </a:custGeom>
            <a:solidFill>
              <a:srgbClr val="553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3056120" y="3813774"/>
              <a:ext cx="14588" cy="13405"/>
            </a:xfrm>
            <a:custGeom>
              <a:avLst/>
              <a:gdLst/>
              <a:ahLst/>
              <a:cxnLst/>
              <a:rect l="l" t="t" r="r" b="b"/>
              <a:pathLst>
                <a:path w="185" h="170" extrusionOk="0">
                  <a:moveTo>
                    <a:pt x="91" y="1"/>
                  </a:moveTo>
                  <a:cubicBezTo>
                    <a:pt x="51" y="1"/>
                    <a:pt x="17" y="30"/>
                    <a:pt x="9" y="70"/>
                  </a:cubicBezTo>
                  <a:cubicBezTo>
                    <a:pt x="1" y="116"/>
                    <a:pt x="31" y="159"/>
                    <a:pt x="77" y="168"/>
                  </a:cubicBezTo>
                  <a:cubicBezTo>
                    <a:pt x="83" y="169"/>
                    <a:pt x="88" y="170"/>
                    <a:pt x="94" y="170"/>
                  </a:cubicBezTo>
                  <a:cubicBezTo>
                    <a:pt x="133" y="170"/>
                    <a:pt x="167" y="141"/>
                    <a:pt x="175" y="101"/>
                  </a:cubicBezTo>
                  <a:cubicBezTo>
                    <a:pt x="185" y="54"/>
                    <a:pt x="154" y="10"/>
                    <a:pt x="108" y="3"/>
                  </a:cubicBezTo>
                  <a:cubicBezTo>
                    <a:pt x="102" y="1"/>
                    <a:pt x="97" y="1"/>
                    <a:pt x="91" y="1"/>
                  </a:cubicBezTo>
                  <a:close/>
                </a:path>
              </a:pathLst>
            </a:custGeom>
            <a:solidFill>
              <a:srgbClr val="553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3065267" y="3731766"/>
              <a:ext cx="10724" cy="9857"/>
            </a:xfrm>
            <a:custGeom>
              <a:avLst/>
              <a:gdLst/>
              <a:ahLst/>
              <a:cxnLst/>
              <a:rect l="l" t="t" r="r" b="b"/>
              <a:pathLst>
                <a:path w="136" h="125" extrusionOk="0">
                  <a:moveTo>
                    <a:pt x="68" y="1"/>
                  </a:moveTo>
                  <a:cubicBezTo>
                    <a:pt x="39" y="1"/>
                    <a:pt x="13" y="23"/>
                    <a:pt x="7" y="52"/>
                  </a:cubicBezTo>
                  <a:cubicBezTo>
                    <a:pt x="0" y="86"/>
                    <a:pt x="24" y="118"/>
                    <a:pt x="56" y="124"/>
                  </a:cubicBezTo>
                  <a:cubicBezTo>
                    <a:pt x="60" y="124"/>
                    <a:pt x="63" y="124"/>
                    <a:pt x="67" y="124"/>
                  </a:cubicBezTo>
                  <a:cubicBezTo>
                    <a:pt x="97" y="124"/>
                    <a:pt x="123" y="104"/>
                    <a:pt x="128" y="74"/>
                  </a:cubicBezTo>
                  <a:cubicBezTo>
                    <a:pt x="135" y="41"/>
                    <a:pt x="112" y="9"/>
                    <a:pt x="79" y="2"/>
                  </a:cubicBezTo>
                  <a:cubicBezTo>
                    <a:pt x="75" y="1"/>
                    <a:pt x="72" y="1"/>
                    <a:pt x="68" y="1"/>
                  </a:cubicBezTo>
                  <a:close/>
                </a:path>
              </a:pathLst>
            </a:custGeom>
            <a:solidFill>
              <a:srgbClr val="553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3117625" y="3776318"/>
              <a:ext cx="10566" cy="9778"/>
            </a:xfrm>
            <a:custGeom>
              <a:avLst/>
              <a:gdLst/>
              <a:ahLst/>
              <a:cxnLst/>
              <a:rect l="l" t="t" r="r" b="b"/>
              <a:pathLst>
                <a:path w="134" h="124" extrusionOk="0">
                  <a:moveTo>
                    <a:pt x="66" y="0"/>
                  </a:moveTo>
                  <a:cubicBezTo>
                    <a:pt x="38" y="0"/>
                    <a:pt x="13" y="22"/>
                    <a:pt x="6" y="51"/>
                  </a:cubicBezTo>
                  <a:cubicBezTo>
                    <a:pt x="0" y="85"/>
                    <a:pt x="24" y="116"/>
                    <a:pt x="56" y="122"/>
                  </a:cubicBezTo>
                  <a:cubicBezTo>
                    <a:pt x="60" y="123"/>
                    <a:pt x="64" y="124"/>
                    <a:pt x="68" y="124"/>
                  </a:cubicBezTo>
                  <a:cubicBezTo>
                    <a:pt x="97" y="124"/>
                    <a:pt x="123" y="102"/>
                    <a:pt x="128" y="73"/>
                  </a:cubicBezTo>
                  <a:cubicBezTo>
                    <a:pt x="133" y="40"/>
                    <a:pt x="112" y="8"/>
                    <a:pt x="78" y="2"/>
                  </a:cubicBezTo>
                  <a:cubicBezTo>
                    <a:pt x="74" y="1"/>
                    <a:pt x="70" y="0"/>
                    <a:pt x="66" y="0"/>
                  </a:cubicBezTo>
                  <a:close/>
                </a:path>
              </a:pathLst>
            </a:custGeom>
            <a:solidFill>
              <a:srgbClr val="553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2999267" y="3739730"/>
              <a:ext cx="10566" cy="9778"/>
            </a:xfrm>
            <a:custGeom>
              <a:avLst/>
              <a:gdLst/>
              <a:ahLst/>
              <a:cxnLst/>
              <a:rect l="l" t="t" r="r" b="b"/>
              <a:pathLst>
                <a:path w="134" h="124" extrusionOk="0">
                  <a:moveTo>
                    <a:pt x="67" y="0"/>
                  </a:moveTo>
                  <a:cubicBezTo>
                    <a:pt x="37" y="0"/>
                    <a:pt x="12" y="21"/>
                    <a:pt x="6" y="51"/>
                  </a:cubicBezTo>
                  <a:cubicBezTo>
                    <a:pt x="0" y="84"/>
                    <a:pt x="23" y="116"/>
                    <a:pt x="55" y="123"/>
                  </a:cubicBezTo>
                  <a:cubicBezTo>
                    <a:pt x="59" y="124"/>
                    <a:pt x="63" y="124"/>
                    <a:pt x="66" y="124"/>
                  </a:cubicBezTo>
                  <a:cubicBezTo>
                    <a:pt x="96" y="124"/>
                    <a:pt x="122" y="102"/>
                    <a:pt x="128" y="73"/>
                  </a:cubicBezTo>
                  <a:cubicBezTo>
                    <a:pt x="133" y="39"/>
                    <a:pt x="111" y="7"/>
                    <a:pt x="78" y="1"/>
                  </a:cubicBezTo>
                  <a:cubicBezTo>
                    <a:pt x="74" y="1"/>
                    <a:pt x="70" y="0"/>
                    <a:pt x="67" y="0"/>
                  </a:cubicBezTo>
                  <a:close/>
                </a:path>
              </a:pathLst>
            </a:custGeom>
            <a:solidFill>
              <a:srgbClr val="553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2981604" y="3772139"/>
              <a:ext cx="10566" cy="9857"/>
            </a:xfrm>
            <a:custGeom>
              <a:avLst/>
              <a:gdLst/>
              <a:ahLst/>
              <a:cxnLst/>
              <a:rect l="l" t="t" r="r" b="b"/>
              <a:pathLst>
                <a:path w="134" h="125" extrusionOk="0">
                  <a:moveTo>
                    <a:pt x="67" y="1"/>
                  </a:moveTo>
                  <a:cubicBezTo>
                    <a:pt x="38" y="1"/>
                    <a:pt x="12" y="22"/>
                    <a:pt x="6" y="52"/>
                  </a:cubicBezTo>
                  <a:cubicBezTo>
                    <a:pt x="0" y="85"/>
                    <a:pt x="23" y="117"/>
                    <a:pt x="56" y="123"/>
                  </a:cubicBezTo>
                  <a:cubicBezTo>
                    <a:pt x="60" y="124"/>
                    <a:pt x="64" y="124"/>
                    <a:pt x="67" y="124"/>
                  </a:cubicBezTo>
                  <a:cubicBezTo>
                    <a:pt x="96" y="124"/>
                    <a:pt x="123" y="103"/>
                    <a:pt x="128" y="73"/>
                  </a:cubicBezTo>
                  <a:cubicBezTo>
                    <a:pt x="133" y="40"/>
                    <a:pt x="112" y="7"/>
                    <a:pt x="78" y="2"/>
                  </a:cubicBezTo>
                  <a:cubicBezTo>
                    <a:pt x="74" y="1"/>
                    <a:pt x="71" y="1"/>
                    <a:pt x="67" y="1"/>
                  </a:cubicBezTo>
                  <a:close/>
                </a:path>
              </a:pathLst>
            </a:custGeom>
            <a:solidFill>
              <a:srgbClr val="553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2894865" y="3712447"/>
              <a:ext cx="307209" cy="234586"/>
            </a:xfrm>
            <a:custGeom>
              <a:avLst/>
              <a:gdLst/>
              <a:ahLst/>
              <a:cxnLst/>
              <a:rect l="l" t="t" r="r" b="b"/>
              <a:pathLst>
                <a:path w="3896" h="2975" extrusionOk="0">
                  <a:moveTo>
                    <a:pt x="2237" y="0"/>
                  </a:moveTo>
                  <a:cubicBezTo>
                    <a:pt x="2082" y="111"/>
                    <a:pt x="1501" y="579"/>
                    <a:pt x="2124" y="1035"/>
                  </a:cubicBezTo>
                  <a:cubicBezTo>
                    <a:pt x="2239" y="1119"/>
                    <a:pt x="2339" y="1205"/>
                    <a:pt x="2422" y="1290"/>
                  </a:cubicBezTo>
                  <a:cubicBezTo>
                    <a:pt x="2852" y="1725"/>
                    <a:pt x="2856" y="2133"/>
                    <a:pt x="2477" y="2157"/>
                  </a:cubicBezTo>
                  <a:cubicBezTo>
                    <a:pt x="2469" y="2158"/>
                    <a:pt x="2460" y="2158"/>
                    <a:pt x="2450" y="2158"/>
                  </a:cubicBezTo>
                  <a:cubicBezTo>
                    <a:pt x="2162" y="2158"/>
                    <a:pt x="1326" y="1932"/>
                    <a:pt x="711" y="1932"/>
                  </a:cubicBezTo>
                  <a:cubicBezTo>
                    <a:pt x="316" y="1932"/>
                    <a:pt x="12" y="2025"/>
                    <a:pt x="0" y="2329"/>
                  </a:cubicBezTo>
                  <a:cubicBezTo>
                    <a:pt x="209" y="2469"/>
                    <a:pt x="463" y="2594"/>
                    <a:pt x="749" y="2697"/>
                  </a:cubicBezTo>
                  <a:cubicBezTo>
                    <a:pt x="978" y="2779"/>
                    <a:pt x="1229" y="2848"/>
                    <a:pt x="1494" y="2896"/>
                  </a:cubicBezTo>
                  <a:cubicBezTo>
                    <a:pt x="1761" y="2945"/>
                    <a:pt x="2023" y="2971"/>
                    <a:pt x="2269" y="2974"/>
                  </a:cubicBezTo>
                  <a:cubicBezTo>
                    <a:pt x="2291" y="2974"/>
                    <a:pt x="2313" y="2974"/>
                    <a:pt x="2335" y="2974"/>
                  </a:cubicBezTo>
                  <a:cubicBezTo>
                    <a:pt x="3074" y="2974"/>
                    <a:pt x="3667" y="2776"/>
                    <a:pt x="3889" y="2442"/>
                  </a:cubicBezTo>
                  <a:cubicBezTo>
                    <a:pt x="3888" y="2439"/>
                    <a:pt x="3888" y="2436"/>
                    <a:pt x="3887" y="2434"/>
                  </a:cubicBezTo>
                  <a:lnTo>
                    <a:pt x="3887" y="2434"/>
                  </a:lnTo>
                  <a:lnTo>
                    <a:pt x="3893" y="2435"/>
                  </a:lnTo>
                  <a:cubicBezTo>
                    <a:pt x="3893" y="2435"/>
                    <a:pt x="3895" y="1944"/>
                    <a:pt x="3536" y="1703"/>
                  </a:cubicBezTo>
                  <a:cubicBezTo>
                    <a:pt x="3536" y="1703"/>
                    <a:pt x="3523" y="1610"/>
                    <a:pt x="3467" y="1468"/>
                  </a:cubicBezTo>
                  <a:cubicBezTo>
                    <a:pt x="3460" y="1447"/>
                    <a:pt x="3450" y="1426"/>
                    <a:pt x="3440" y="1403"/>
                  </a:cubicBezTo>
                  <a:cubicBezTo>
                    <a:pt x="3443" y="1344"/>
                    <a:pt x="3424" y="1272"/>
                    <a:pt x="3378" y="1196"/>
                  </a:cubicBezTo>
                  <a:cubicBezTo>
                    <a:pt x="3177" y="868"/>
                    <a:pt x="2939" y="631"/>
                    <a:pt x="2581" y="481"/>
                  </a:cubicBezTo>
                  <a:cubicBezTo>
                    <a:pt x="2476" y="438"/>
                    <a:pt x="2447" y="283"/>
                    <a:pt x="2384" y="180"/>
                  </a:cubicBezTo>
                  <a:cubicBezTo>
                    <a:pt x="2361" y="145"/>
                    <a:pt x="2336" y="111"/>
                    <a:pt x="2308" y="77"/>
                  </a:cubicBezTo>
                  <a:cubicBezTo>
                    <a:pt x="2285" y="50"/>
                    <a:pt x="2262" y="25"/>
                    <a:pt x="22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2891238" y="3813774"/>
              <a:ext cx="18688" cy="17426"/>
            </a:xfrm>
            <a:custGeom>
              <a:avLst/>
              <a:gdLst/>
              <a:ahLst/>
              <a:cxnLst/>
              <a:rect l="l" t="t" r="r" b="b"/>
              <a:pathLst>
                <a:path w="237" h="221" extrusionOk="0">
                  <a:moveTo>
                    <a:pt x="119" y="1"/>
                  </a:moveTo>
                  <a:cubicBezTo>
                    <a:pt x="66" y="1"/>
                    <a:pt x="20" y="37"/>
                    <a:pt x="10" y="91"/>
                  </a:cubicBezTo>
                  <a:cubicBezTo>
                    <a:pt x="0" y="150"/>
                    <a:pt x="38" y="207"/>
                    <a:pt x="98" y="218"/>
                  </a:cubicBezTo>
                  <a:cubicBezTo>
                    <a:pt x="105" y="220"/>
                    <a:pt x="111" y="220"/>
                    <a:pt x="118" y="220"/>
                  </a:cubicBezTo>
                  <a:cubicBezTo>
                    <a:pt x="170" y="220"/>
                    <a:pt x="216" y="183"/>
                    <a:pt x="226" y="130"/>
                  </a:cubicBezTo>
                  <a:cubicBezTo>
                    <a:pt x="236" y="70"/>
                    <a:pt x="199" y="14"/>
                    <a:pt x="138" y="3"/>
                  </a:cubicBezTo>
                  <a:cubicBezTo>
                    <a:pt x="132" y="1"/>
                    <a:pt x="125" y="1"/>
                    <a:pt x="119" y="1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3027733" y="3847365"/>
              <a:ext cx="18451" cy="17426"/>
            </a:xfrm>
            <a:custGeom>
              <a:avLst/>
              <a:gdLst/>
              <a:ahLst/>
              <a:cxnLst/>
              <a:rect l="l" t="t" r="r" b="b"/>
              <a:pathLst>
                <a:path w="234" h="221" extrusionOk="0">
                  <a:moveTo>
                    <a:pt x="117" y="0"/>
                  </a:moveTo>
                  <a:cubicBezTo>
                    <a:pt x="112" y="0"/>
                    <a:pt x="108" y="1"/>
                    <a:pt x="104" y="1"/>
                  </a:cubicBezTo>
                  <a:cubicBezTo>
                    <a:pt x="43" y="9"/>
                    <a:pt x="0" y="65"/>
                    <a:pt x="8" y="124"/>
                  </a:cubicBezTo>
                  <a:cubicBezTo>
                    <a:pt x="15" y="180"/>
                    <a:pt x="62" y="221"/>
                    <a:pt x="117" y="221"/>
                  </a:cubicBezTo>
                  <a:cubicBezTo>
                    <a:pt x="121" y="221"/>
                    <a:pt x="126" y="221"/>
                    <a:pt x="130" y="220"/>
                  </a:cubicBezTo>
                  <a:cubicBezTo>
                    <a:pt x="191" y="212"/>
                    <a:pt x="234" y="158"/>
                    <a:pt x="226" y="97"/>
                  </a:cubicBezTo>
                  <a:cubicBezTo>
                    <a:pt x="219" y="41"/>
                    <a:pt x="171" y="0"/>
                    <a:pt x="117" y="0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3133554" y="3849415"/>
              <a:ext cx="18846" cy="17348"/>
            </a:xfrm>
            <a:custGeom>
              <a:avLst/>
              <a:gdLst/>
              <a:ahLst/>
              <a:cxnLst/>
              <a:rect l="l" t="t" r="r" b="b"/>
              <a:pathLst>
                <a:path w="239" h="220" extrusionOk="0">
                  <a:moveTo>
                    <a:pt x="119" y="0"/>
                  </a:moveTo>
                  <a:cubicBezTo>
                    <a:pt x="67" y="0"/>
                    <a:pt x="21" y="36"/>
                    <a:pt x="11" y="90"/>
                  </a:cubicBezTo>
                  <a:cubicBezTo>
                    <a:pt x="1" y="150"/>
                    <a:pt x="39" y="206"/>
                    <a:pt x="99" y="218"/>
                  </a:cubicBezTo>
                  <a:cubicBezTo>
                    <a:pt x="106" y="219"/>
                    <a:pt x="112" y="219"/>
                    <a:pt x="119" y="219"/>
                  </a:cubicBezTo>
                  <a:cubicBezTo>
                    <a:pt x="171" y="219"/>
                    <a:pt x="217" y="183"/>
                    <a:pt x="227" y="130"/>
                  </a:cubicBezTo>
                  <a:cubicBezTo>
                    <a:pt x="238" y="69"/>
                    <a:pt x="198" y="13"/>
                    <a:pt x="139" y="2"/>
                  </a:cubicBezTo>
                  <a:cubicBezTo>
                    <a:pt x="132" y="1"/>
                    <a:pt x="126" y="0"/>
                    <a:pt x="119" y="0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3092944" y="3799817"/>
              <a:ext cx="14509" cy="13484"/>
            </a:xfrm>
            <a:custGeom>
              <a:avLst/>
              <a:gdLst/>
              <a:ahLst/>
              <a:cxnLst/>
              <a:rect l="l" t="t" r="r" b="b"/>
              <a:pathLst>
                <a:path w="184" h="171" extrusionOk="0">
                  <a:moveTo>
                    <a:pt x="91" y="1"/>
                  </a:moveTo>
                  <a:cubicBezTo>
                    <a:pt x="51" y="1"/>
                    <a:pt x="16" y="30"/>
                    <a:pt x="9" y="70"/>
                  </a:cubicBezTo>
                  <a:cubicBezTo>
                    <a:pt x="0" y="116"/>
                    <a:pt x="31" y="160"/>
                    <a:pt x="77" y="169"/>
                  </a:cubicBezTo>
                  <a:cubicBezTo>
                    <a:pt x="82" y="170"/>
                    <a:pt x="87" y="171"/>
                    <a:pt x="92" y="171"/>
                  </a:cubicBezTo>
                  <a:cubicBezTo>
                    <a:pt x="132" y="171"/>
                    <a:pt x="167" y="142"/>
                    <a:pt x="175" y="101"/>
                  </a:cubicBezTo>
                  <a:cubicBezTo>
                    <a:pt x="183" y="55"/>
                    <a:pt x="154" y="12"/>
                    <a:pt x="108" y="3"/>
                  </a:cubicBezTo>
                  <a:cubicBezTo>
                    <a:pt x="102" y="1"/>
                    <a:pt x="97" y="1"/>
                    <a:pt x="91" y="1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3120780" y="3885057"/>
              <a:ext cx="14509" cy="13484"/>
            </a:xfrm>
            <a:custGeom>
              <a:avLst/>
              <a:gdLst/>
              <a:ahLst/>
              <a:cxnLst/>
              <a:rect l="l" t="t" r="r" b="b"/>
              <a:pathLst>
                <a:path w="184" h="171" extrusionOk="0">
                  <a:moveTo>
                    <a:pt x="93" y="1"/>
                  </a:moveTo>
                  <a:cubicBezTo>
                    <a:pt x="52" y="1"/>
                    <a:pt x="17" y="30"/>
                    <a:pt x="9" y="71"/>
                  </a:cubicBezTo>
                  <a:cubicBezTo>
                    <a:pt x="0" y="117"/>
                    <a:pt x="31" y="160"/>
                    <a:pt x="77" y="169"/>
                  </a:cubicBezTo>
                  <a:cubicBezTo>
                    <a:pt x="82" y="170"/>
                    <a:pt x="88" y="170"/>
                    <a:pt x="93" y="170"/>
                  </a:cubicBezTo>
                  <a:cubicBezTo>
                    <a:pt x="133" y="170"/>
                    <a:pt x="167" y="142"/>
                    <a:pt x="175" y="101"/>
                  </a:cubicBezTo>
                  <a:cubicBezTo>
                    <a:pt x="183" y="55"/>
                    <a:pt x="154" y="11"/>
                    <a:pt x="108" y="2"/>
                  </a:cubicBezTo>
                  <a:cubicBezTo>
                    <a:pt x="102" y="1"/>
                    <a:pt x="98" y="1"/>
                    <a:pt x="93" y="1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4"/>
            <p:cNvSpPr/>
            <p:nvPr/>
          </p:nvSpPr>
          <p:spPr>
            <a:xfrm>
              <a:off x="2912686" y="3849967"/>
              <a:ext cx="14509" cy="13484"/>
            </a:xfrm>
            <a:custGeom>
              <a:avLst/>
              <a:gdLst/>
              <a:ahLst/>
              <a:cxnLst/>
              <a:rect l="l" t="t" r="r" b="b"/>
              <a:pathLst>
                <a:path w="184" h="171" extrusionOk="0">
                  <a:moveTo>
                    <a:pt x="93" y="1"/>
                  </a:moveTo>
                  <a:cubicBezTo>
                    <a:pt x="53" y="1"/>
                    <a:pt x="18" y="29"/>
                    <a:pt x="9" y="70"/>
                  </a:cubicBezTo>
                  <a:cubicBezTo>
                    <a:pt x="0" y="117"/>
                    <a:pt x="31" y="159"/>
                    <a:pt x="77" y="169"/>
                  </a:cubicBezTo>
                  <a:cubicBezTo>
                    <a:pt x="83" y="170"/>
                    <a:pt x="88" y="170"/>
                    <a:pt x="93" y="170"/>
                  </a:cubicBezTo>
                  <a:cubicBezTo>
                    <a:pt x="133" y="170"/>
                    <a:pt x="168" y="142"/>
                    <a:pt x="175" y="101"/>
                  </a:cubicBezTo>
                  <a:cubicBezTo>
                    <a:pt x="183" y="55"/>
                    <a:pt x="154" y="11"/>
                    <a:pt x="108" y="2"/>
                  </a:cubicBezTo>
                  <a:cubicBezTo>
                    <a:pt x="103" y="1"/>
                    <a:pt x="98" y="1"/>
                    <a:pt x="93" y="1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4"/>
            <p:cNvSpPr/>
            <p:nvPr/>
          </p:nvSpPr>
          <p:spPr>
            <a:xfrm>
              <a:off x="3016457" y="3886161"/>
              <a:ext cx="14509" cy="13484"/>
            </a:xfrm>
            <a:custGeom>
              <a:avLst/>
              <a:gdLst/>
              <a:ahLst/>
              <a:cxnLst/>
              <a:rect l="l" t="t" r="r" b="b"/>
              <a:pathLst>
                <a:path w="184" h="171" extrusionOk="0">
                  <a:moveTo>
                    <a:pt x="91" y="1"/>
                  </a:moveTo>
                  <a:cubicBezTo>
                    <a:pt x="52" y="1"/>
                    <a:pt x="17" y="29"/>
                    <a:pt x="9" y="70"/>
                  </a:cubicBezTo>
                  <a:cubicBezTo>
                    <a:pt x="0" y="116"/>
                    <a:pt x="31" y="160"/>
                    <a:pt x="77" y="169"/>
                  </a:cubicBezTo>
                  <a:cubicBezTo>
                    <a:pt x="82" y="170"/>
                    <a:pt x="87" y="170"/>
                    <a:pt x="92" y="170"/>
                  </a:cubicBezTo>
                  <a:cubicBezTo>
                    <a:pt x="132" y="170"/>
                    <a:pt x="168" y="142"/>
                    <a:pt x="176" y="101"/>
                  </a:cubicBezTo>
                  <a:cubicBezTo>
                    <a:pt x="183" y="55"/>
                    <a:pt x="154" y="12"/>
                    <a:pt x="108" y="2"/>
                  </a:cubicBezTo>
                  <a:cubicBezTo>
                    <a:pt x="102" y="1"/>
                    <a:pt x="97" y="1"/>
                    <a:pt x="91" y="1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4"/>
            <p:cNvSpPr/>
            <p:nvPr/>
          </p:nvSpPr>
          <p:spPr>
            <a:xfrm>
              <a:off x="3084349" y="3860612"/>
              <a:ext cx="14430" cy="13405"/>
            </a:xfrm>
            <a:custGeom>
              <a:avLst/>
              <a:gdLst/>
              <a:ahLst/>
              <a:cxnLst/>
              <a:rect l="l" t="t" r="r" b="b"/>
              <a:pathLst>
                <a:path w="183" h="170" extrusionOk="0">
                  <a:moveTo>
                    <a:pt x="92" y="0"/>
                  </a:moveTo>
                  <a:cubicBezTo>
                    <a:pt x="52" y="0"/>
                    <a:pt x="17" y="29"/>
                    <a:pt x="9" y="70"/>
                  </a:cubicBezTo>
                  <a:cubicBezTo>
                    <a:pt x="1" y="116"/>
                    <a:pt x="31" y="159"/>
                    <a:pt x="77" y="168"/>
                  </a:cubicBezTo>
                  <a:cubicBezTo>
                    <a:pt x="83" y="169"/>
                    <a:pt x="88" y="169"/>
                    <a:pt x="94" y="169"/>
                  </a:cubicBezTo>
                  <a:cubicBezTo>
                    <a:pt x="133" y="169"/>
                    <a:pt x="167" y="141"/>
                    <a:pt x="176" y="100"/>
                  </a:cubicBezTo>
                  <a:cubicBezTo>
                    <a:pt x="183" y="54"/>
                    <a:pt x="154" y="10"/>
                    <a:pt x="108" y="2"/>
                  </a:cubicBezTo>
                  <a:cubicBezTo>
                    <a:pt x="103" y="1"/>
                    <a:pt x="97" y="0"/>
                    <a:pt x="92" y="0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4"/>
            <p:cNvSpPr/>
            <p:nvPr/>
          </p:nvSpPr>
          <p:spPr>
            <a:xfrm>
              <a:off x="2977030" y="3820949"/>
              <a:ext cx="14588" cy="13405"/>
            </a:xfrm>
            <a:custGeom>
              <a:avLst/>
              <a:gdLst/>
              <a:ahLst/>
              <a:cxnLst/>
              <a:rect l="l" t="t" r="r" b="b"/>
              <a:pathLst>
                <a:path w="185" h="170" extrusionOk="0">
                  <a:moveTo>
                    <a:pt x="93" y="0"/>
                  </a:moveTo>
                  <a:cubicBezTo>
                    <a:pt x="53" y="0"/>
                    <a:pt x="17" y="29"/>
                    <a:pt x="9" y="70"/>
                  </a:cubicBezTo>
                  <a:cubicBezTo>
                    <a:pt x="1" y="116"/>
                    <a:pt x="31" y="159"/>
                    <a:pt x="78" y="168"/>
                  </a:cubicBezTo>
                  <a:cubicBezTo>
                    <a:pt x="83" y="169"/>
                    <a:pt x="89" y="170"/>
                    <a:pt x="94" y="170"/>
                  </a:cubicBezTo>
                  <a:cubicBezTo>
                    <a:pt x="133" y="170"/>
                    <a:pt x="168" y="141"/>
                    <a:pt x="176" y="101"/>
                  </a:cubicBezTo>
                  <a:cubicBezTo>
                    <a:pt x="185" y="55"/>
                    <a:pt x="154" y="11"/>
                    <a:pt x="108" y="2"/>
                  </a:cubicBezTo>
                  <a:cubicBezTo>
                    <a:pt x="103" y="1"/>
                    <a:pt x="98" y="0"/>
                    <a:pt x="93" y="0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4"/>
            <p:cNvSpPr/>
            <p:nvPr/>
          </p:nvSpPr>
          <p:spPr>
            <a:xfrm>
              <a:off x="2944858" y="3831516"/>
              <a:ext cx="10566" cy="9857"/>
            </a:xfrm>
            <a:custGeom>
              <a:avLst/>
              <a:gdLst/>
              <a:ahLst/>
              <a:cxnLst/>
              <a:rect l="l" t="t" r="r" b="b"/>
              <a:pathLst>
                <a:path w="134" h="125" extrusionOk="0">
                  <a:moveTo>
                    <a:pt x="68" y="1"/>
                  </a:moveTo>
                  <a:cubicBezTo>
                    <a:pt x="39" y="1"/>
                    <a:pt x="12" y="23"/>
                    <a:pt x="7" y="52"/>
                  </a:cubicBezTo>
                  <a:cubicBezTo>
                    <a:pt x="1" y="86"/>
                    <a:pt x="23" y="117"/>
                    <a:pt x="57" y="123"/>
                  </a:cubicBezTo>
                  <a:cubicBezTo>
                    <a:pt x="60" y="124"/>
                    <a:pt x="64" y="124"/>
                    <a:pt x="68" y="124"/>
                  </a:cubicBezTo>
                  <a:cubicBezTo>
                    <a:pt x="96" y="124"/>
                    <a:pt x="123" y="103"/>
                    <a:pt x="128" y="74"/>
                  </a:cubicBezTo>
                  <a:cubicBezTo>
                    <a:pt x="134" y="40"/>
                    <a:pt x="112" y="9"/>
                    <a:pt x="78" y="2"/>
                  </a:cubicBezTo>
                  <a:cubicBezTo>
                    <a:pt x="75" y="1"/>
                    <a:pt x="71" y="1"/>
                    <a:pt x="68" y="1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4"/>
            <p:cNvSpPr/>
            <p:nvPr/>
          </p:nvSpPr>
          <p:spPr>
            <a:xfrm>
              <a:off x="2991697" y="3851702"/>
              <a:ext cx="10724" cy="9857"/>
            </a:xfrm>
            <a:custGeom>
              <a:avLst/>
              <a:gdLst/>
              <a:ahLst/>
              <a:cxnLst/>
              <a:rect l="l" t="t" r="r" b="b"/>
              <a:pathLst>
                <a:path w="136" h="125" extrusionOk="0">
                  <a:moveTo>
                    <a:pt x="68" y="0"/>
                  </a:moveTo>
                  <a:cubicBezTo>
                    <a:pt x="39" y="0"/>
                    <a:pt x="14" y="22"/>
                    <a:pt x="7" y="52"/>
                  </a:cubicBezTo>
                  <a:cubicBezTo>
                    <a:pt x="1" y="85"/>
                    <a:pt x="24" y="117"/>
                    <a:pt x="57" y="123"/>
                  </a:cubicBezTo>
                  <a:cubicBezTo>
                    <a:pt x="61" y="124"/>
                    <a:pt x="65" y="124"/>
                    <a:pt x="68" y="124"/>
                  </a:cubicBezTo>
                  <a:cubicBezTo>
                    <a:pt x="98" y="124"/>
                    <a:pt x="123" y="103"/>
                    <a:pt x="129" y="74"/>
                  </a:cubicBezTo>
                  <a:cubicBezTo>
                    <a:pt x="135" y="39"/>
                    <a:pt x="114" y="8"/>
                    <a:pt x="79" y="1"/>
                  </a:cubicBezTo>
                  <a:cubicBezTo>
                    <a:pt x="75" y="1"/>
                    <a:pt x="72" y="0"/>
                    <a:pt x="68" y="0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4"/>
            <p:cNvSpPr/>
            <p:nvPr/>
          </p:nvSpPr>
          <p:spPr>
            <a:xfrm>
              <a:off x="3002027" y="3801472"/>
              <a:ext cx="10645" cy="9857"/>
            </a:xfrm>
            <a:custGeom>
              <a:avLst/>
              <a:gdLst/>
              <a:ahLst/>
              <a:cxnLst/>
              <a:rect l="l" t="t" r="r" b="b"/>
              <a:pathLst>
                <a:path w="135" h="125" extrusionOk="0">
                  <a:moveTo>
                    <a:pt x="68" y="1"/>
                  </a:moveTo>
                  <a:cubicBezTo>
                    <a:pt x="38" y="1"/>
                    <a:pt x="13" y="22"/>
                    <a:pt x="7" y="52"/>
                  </a:cubicBezTo>
                  <a:cubicBezTo>
                    <a:pt x="1" y="85"/>
                    <a:pt x="23" y="118"/>
                    <a:pt x="56" y="124"/>
                  </a:cubicBezTo>
                  <a:cubicBezTo>
                    <a:pt x="60" y="124"/>
                    <a:pt x="64" y="125"/>
                    <a:pt x="67" y="125"/>
                  </a:cubicBezTo>
                  <a:cubicBezTo>
                    <a:pt x="97" y="125"/>
                    <a:pt x="122" y="104"/>
                    <a:pt x="129" y="74"/>
                  </a:cubicBezTo>
                  <a:cubicBezTo>
                    <a:pt x="135" y="41"/>
                    <a:pt x="114" y="8"/>
                    <a:pt x="79" y="2"/>
                  </a:cubicBezTo>
                  <a:cubicBezTo>
                    <a:pt x="75" y="1"/>
                    <a:pt x="71" y="1"/>
                    <a:pt x="68" y="1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4"/>
            <p:cNvSpPr/>
            <p:nvPr/>
          </p:nvSpPr>
          <p:spPr>
            <a:xfrm>
              <a:off x="2958579" y="3870311"/>
              <a:ext cx="10645" cy="9778"/>
            </a:xfrm>
            <a:custGeom>
              <a:avLst/>
              <a:gdLst/>
              <a:ahLst/>
              <a:cxnLst/>
              <a:rect l="l" t="t" r="r" b="b"/>
              <a:pathLst>
                <a:path w="135" h="124" extrusionOk="0">
                  <a:moveTo>
                    <a:pt x="66" y="0"/>
                  </a:moveTo>
                  <a:cubicBezTo>
                    <a:pt x="38" y="0"/>
                    <a:pt x="12" y="22"/>
                    <a:pt x="7" y="51"/>
                  </a:cubicBezTo>
                  <a:cubicBezTo>
                    <a:pt x="0" y="85"/>
                    <a:pt x="23" y="116"/>
                    <a:pt x="57" y="123"/>
                  </a:cubicBezTo>
                  <a:cubicBezTo>
                    <a:pt x="61" y="123"/>
                    <a:pt x="65" y="124"/>
                    <a:pt x="69" y="124"/>
                  </a:cubicBezTo>
                  <a:cubicBezTo>
                    <a:pt x="97" y="124"/>
                    <a:pt x="123" y="102"/>
                    <a:pt x="128" y="73"/>
                  </a:cubicBezTo>
                  <a:cubicBezTo>
                    <a:pt x="135" y="40"/>
                    <a:pt x="113" y="8"/>
                    <a:pt x="78" y="2"/>
                  </a:cubicBezTo>
                  <a:cubicBezTo>
                    <a:pt x="74" y="1"/>
                    <a:pt x="70" y="0"/>
                    <a:pt x="66" y="0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4"/>
            <p:cNvSpPr/>
            <p:nvPr/>
          </p:nvSpPr>
          <p:spPr>
            <a:xfrm>
              <a:off x="3095231" y="3832383"/>
              <a:ext cx="10645" cy="9778"/>
            </a:xfrm>
            <a:custGeom>
              <a:avLst/>
              <a:gdLst/>
              <a:ahLst/>
              <a:cxnLst/>
              <a:rect l="l" t="t" r="r" b="b"/>
              <a:pathLst>
                <a:path w="135" h="124" extrusionOk="0">
                  <a:moveTo>
                    <a:pt x="66" y="1"/>
                  </a:moveTo>
                  <a:cubicBezTo>
                    <a:pt x="37" y="1"/>
                    <a:pt x="12" y="22"/>
                    <a:pt x="7" y="51"/>
                  </a:cubicBezTo>
                  <a:cubicBezTo>
                    <a:pt x="1" y="85"/>
                    <a:pt x="23" y="116"/>
                    <a:pt x="57" y="123"/>
                  </a:cubicBezTo>
                  <a:cubicBezTo>
                    <a:pt x="61" y="123"/>
                    <a:pt x="65" y="124"/>
                    <a:pt x="69" y="124"/>
                  </a:cubicBezTo>
                  <a:cubicBezTo>
                    <a:pt x="97" y="124"/>
                    <a:pt x="122" y="102"/>
                    <a:pt x="129" y="73"/>
                  </a:cubicBezTo>
                  <a:cubicBezTo>
                    <a:pt x="135" y="40"/>
                    <a:pt x="111" y="8"/>
                    <a:pt x="79" y="2"/>
                  </a:cubicBezTo>
                  <a:cubicBezTo>
                    <a:pt x="74" y="1"/>
                    <a:pt x="70" y="1"/>
                    <a:pt x="66" y="1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4"/>
            <p:cNvSpPr/>
            <p:nvPr/>
          </p:nvSpPr>
          <p:spPr>
            <a:xfrm>
              <a:off x="3063769" y="3894519"/>
              <a:ext cx="10645" cy="9778"/>
            </a:xfrm>
            <a:custGeom>
              <a:avLst/>
              <a:gdLst/>
              <a:ahLst/>
              <a:cxnLst/>
              <a:rect l="l" t="t" r="r" b="b"/>
              <a:pathLst>
                <a:path w="135" h="124" extrusionOk="0">
                  <a:moveTo>
                    <a:pt x="66" y="0"/>
                  </a:moveTo>
                  <a:cubicBezTo>
                    <a:pt x="37" y="0"/>
                    <a:pt x="12" y="22"/>
                    <a:pt x="7" y="51"/>
                  </a:cubicBezTo>
                  <a:cubicBezTo>
                    <a:pt x="1" y="85"/>
                    <a:pt x="23" y="116"/>
                    <a:pt x="57" y="122"/>
                  </a:cubicBezTo>
                  <a:cubicBezTo>
                    <a:pt x="61" y="123"/>
                    <a:pt x="65" y="124"/>
                    <a:pt x="69" y="124"/>
                  </a:cubicBezTo>
                  <a:cubicBezTo>
                    <a:pt x="97" y="124"/>
                    <a:pt x="122" y="102"/>
                    <a:pt x="129" y="73"/>
                  </a:cubicBezTo>
                  <a:cubicBezTo>
                    <a:pt x="135" y="40"/>
                    <a:pt x="113" y="8"/>
                    <a:pt x="78" y="2"/>
                  </a:cubicBezTo>
                  <a:cubicBezTo>
                    <a:pt x="74" y="1"/>
                    <a:pt x="70" y="0"/>
                    <a:pt x="66" y="0"/>
                  </a:cubicBezTo>
                  <a:close/>
                </a:path>
              </a:pathLst>
            </a:custGeom>
            <a:solidFill>
              <a:srgbClr val="73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0" name="Google Shape;1860;p34"/>
          <p:cNvSpPr txBox="1"/>
          <p:nvPr/>
        </p:nvSpPr>
        <p:spPr>
          <a:xfrm>
            <a:off x="750242" y="3210874"/>
            <a:ext cx="1441275" cy="83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Cappucino</a:t>
            </a:r>
            <a:r>
              <a:rPr lang="hu-HU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hu-HU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Espresso</a:t>
            </a:r>
            <a:r>
              <a:rPr lang="hu-HU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és </a:t>
            </a:r>
            <a:r>
              <a:rPr lang="hu-HU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Latte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1" name="Google Shape;1861;p34"/>
          <p:cNvSpPr txBox="1"/>
          <p:nvPr/>
        </p:nvSpPr>
        <p:spPr>
          <a:xfrm>
            <a:off x="631900" y="2899375"/>
            <a:ext cx="1717287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KÁVÉK RENDELÉSE</a:t>
            </a:r>
            <a:endParaRPr sz="1600" b="1" dirty="0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62" name="Google Shape;1862;p34"/>
          <p:cNvSpPr txBox="1"/>
          <p:nvPr/>
        </p:nvSpPr>
        <p:spPr>
          <a:xfrm>
            <a:off x="3501481" y="2899375"/>
            <a:ext cx="2245113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EXTRA FELTÉTEK KÉRÉSE</a:t>
            </a:r>
            <a:endParaRPr sz="1600" b="1" dirty="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67" name="Google Shape;1867;p34"/>
          <p:cNvSpPr txBox="1"/>
          <p:nvPr/>
        </p:nvSpPr>
        <p:spPr>
          <a:xfrm>
            <a:off x="6490010" y="2899375"/>
            <a:ext cx="2100239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KÁVÉGÉP MŰKÖDTETÉSE</a:t>
            </a:r>
            <a:endParaRPr sz="1600" b="1" dirty="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68" name="Google Shape;1868;p34"/>
          <p:cNvSpPr txBox="1"/>
          <p:nvPr/>
        </p:nvSpPr>
        <p:spPr>
          <a:xfrm>
            <a:off x="6638693" y="3210875"/>
            <a:ext cx="1951557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Indítása, leállítása, tisztítása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0" name="Google Shape;1870;p34"/>
          <p:cNvSpPr txBox="1"/>
          <p:nvPr/>
        </p:nvSpPr>
        <p:spPr>
          <a:xfrm>
            <a:off x="3761374" y="3210875"/>
            <a:ext cx="1717287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>
                <a:latin typeface="Roboto"/>
                <a:ea typeface="Roboto"/>
                <a:cs typeface="Roboto"/>
                <a:sym typeface="Roboto"/>
              </a:rPr>
              <a:t>Extra tejjel, extra cukorral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1" name="Google Shape;1871;p34"/>
          <p:cNvCxnSpPr/>
          <p:nvPr/>
        </p:nvCxnSpPr>
        <p:spPr>
          <a:xfrm rot="10800000" flipH="1">
            <a:off x="490050" y="2552400"/>
            <a:ext cx="8163900" cy="38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2" name="Google Shape;1872;p34"/>
          <p:cNvSpPr/>
          <p:nvPr/>
        </p:nvSpPr>
        <p:spPr>
          <a:xfrm>
            <a:off x="1388017" y="2458800"/>
            <a:ext cx="225900" cy="225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4" name="Google Shape;1874;p34"/>
          <p:cNvSpPr/>
          <p:nvPr/>
        </p:nvSpPr>
        <p:spPr>
          <a:xfrm>
            <a:off x="4469322" y="2458800"/>
            <a:ext cx="225900" cy="225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7" name="Google Shape;1877;p34"/>
          <p:cNvSpPr/>
          <p:nvPr/>
        </p:nvSpPr>
        <p:spPr>
          <a:xfrm>
            <a:off x="7485508" y="2446525"/>
            <a:ext cx="225900" cy="225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sz="2800" b="1" cap="all" dirty="0" err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Factory</a:t>
            </a:r>
            <a:r>
              <a:rPr lang="hu-HU" sz="2800" b="1" cap="all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r>
              <a:rPr lang="hu-HU" sz="2800" b="1" cap="all" dirty="0" err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method</a:t>
            </a:r>
            <a:r>
              <a:rPr lang="hu-HU" sz="2800" b="1" cap="all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– LÉTREHOZÁSI MINTA</a:t>
            </a:r>
            <a:endParaRPr sz="2800" b="1" cap="all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cap="all" dirty="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42" name="Google Shape;242;p30"/>
          <p:cNvGrpSpPr/>
          <p:nvPr/>
        </p:nvGrpSpPr>
        <p:grpSpPr>
          <a:xfrm>
            <a:off x="2938543" y="1316369"/>
            <a:ext cx="3268121" cy="2953992"/>
            <a:chOff x="3298198" y="1773488"/>
            <a:chExt cx="2718676" cy="2457360"/>
          </a:xfrm>
        </p:grpSpPr>
        <p:sp>
          <p:nvSpPr>
            <p:cNvPr id="243" name="Google Shape;243;p30"/>
            <p:cNvSpPr/>
            <p:nvPr/>
          </p:nvSpPr>
          <p:spPr>
            <a:xfrm>
              <a:off x="3298198" y="2944941"/>
              <a:ext cx="734383" cy="1112284"/>
            </a:xfrm>
            <a:custGeom>
              <a:avLst/>
              <a:gdLst/>
              <a:ahLst/>
              <a:cxnLst/>
              <a:rect l="l" t="t" r="r" b="b"/>
              <a:pathLst>
                <a:path w="5486" h="8309" extrusionOk="0">
                  <a:moveTo>
                    <a:pt x="3773" y="1"/>
                  </a:moveTo>
                  <a:cubicBezTo>
                    <a:pt x="2856" y="1"/>
                    <a:pt x="2772" y="2580"/>
                    <a:pt x="2641" y="3003"/>
                  </a:cubicBezTo>
                  <a:cubicBezTo>
                    <a:pt x="2511" y="2581"/>
                    <a:pt x="1838" y="794"/>
                    <a:pt x="1191" y="794"/>
                  </a:cubicBezTo>
                  <a:cubicBezTo>
                    <a:pt x="1108" y="794"/>
                    <a:pt x="1025" y="823"/>
                    <a:pt x="945" y="888"/>
                  </a:cubicBezTo>
                  <a:cubicBezTo>
                    <a:pt x="356" y="1361"/>
                    <a:pt x="962" y="2922"/>
                    <a:pt x="1477" y="3463"/>
                  </a:cubicBezTo>
                  <a:lnTo>
                    <a:pt x="1477" y="3463"/>
                  </a:lnTo>
                  <a:cubicBezTo>
                    <a:pt x="1249" y="3275"/>
                    <a:pt x="961" y="3086"/>
                    <a:pt x="733" y="3086"/>
                  </a:cubicBezTo>
                  <a:cubicBezTo>
                    <a:pt x="559" y="3086"/>
                    <a:pt x="420" y="3196"/>
                    <a:pt x="372" y="3503"/>
                  </a:cubicBezTo>
                  <a:cubicBezTo>
                    <a:pt x="223" y="4437"/>
                    <a:pt x="1061" y="5407"/>
                    <a:pt x="1711" y="5950"/>
                  </a:cubicBezTo>
                  <a:cubicBezTo>
                    <a:pt x="1504" y="5792"/>
                    <a:pt x="1047" y="5534"/>
                    <a:pt x="695" y="5534"/>
                  </a:cubicBezTo>
                  <a:cubicBezTo>
                    <a:pt x="506" y="5534"/>
                    <a:pt x="348" y="5608"/>
                    <a:pt x="273" y="5810"/>
                  </a:cubicBezTo>
                  <a:cubicBezTo>
                    <a:pt x="0" y="6557"/>
                    <a:pt x="1691" y="8114"/>
                    <a:pt x="2345" y="8114"/>
                  </a:cubicBezTo>
                  <a:cubicBezTo>
                    <a:pt x="2349" y="8114"/>
                    <a:pt x="2354" y="8114"/>
                    <a:pt x="2358" y="8114"/>
                  </a:cubicBezTo>
                  <a:cubicBezTo>
                    <a:pt x="2532" y="8252"/>
                    <a:pt x="2734" y="8309"/>
                    <a:pt x="2949" y="8309"/>
                  </a:cubicBezTo>
                  <a:cubicBezTo>
                    <a:pt x="3758" y="8309"/>
                    <a:pt x="4735" y="7498"/>
                    <a:pt x="4959" y="7153"/>
                  </a:cubicBezTo>
                  <a:cubicBezTo>
                    <a:pt x="5149" y="6860"/>
                    <a:pt x="5486" y="6206"/>
                    <a:pt x="5200" y="5870"/>
                  </a:cubicBezTo>
                  <a:cubicBezTo>
                    <a:pt x="5088" y="5737"/>
                    <a:pt x="4935" y="5693"/>
                    <a:pt x="4766" y="5693"/>
                  </a:cubicBezTo>
                  <a:cubicBezTo>
                    <a:pt x="4477" y="5693"/>
                    <a:pt x="4145" y="5824"/>
                    <a:pt x="3905" y="5859"/>
                  </a:cubicBezTo>
                  <a:cubicBezTo>
                    <a:pt x="4346" y="5554"/>
                    <a:pt x="5461" y="4210"/>
                    <a:pt x="5251" y="3619"/>
                  </a:cubicBezTo>
                  <a:cubicBezTo>
                    <a:pt x="5169" y="3386"/>
                    <a:pt x="4973" y="3295"/>
                    <a:pt x="4752" y="3295"/>
                  </a:cubicBezTo>
                  <a:cubicBezTo>
                    <a:pt x="4431" y="3295"/>
                    <a:pt x="4056" y="3486"/>
                    <a:pt x="3889" y="3716"/>
                  </a:cubicBezTo>
                  <a:cubicBezTo>
                    <a:pt x="4045" y="3172"/>
                    <a:pt x="4745" y="189"/>
                    <a:pt x="3882" y="12"/>
                  </a:cubicBezTo>
                  <a:cubicBezTo>
                    <a:pt x="3845" y="4"/>
                    <a:pt x="3808" y="1"/>
                    <a:pt x="37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0"/>
            <p:cNvSpPr/>
            <p:nvPr/>
          </p:nvSpPr>
          <p:spPr>
            <a:xfrm>
              <a:off x="5000571" y="2560480"/>
              <a:ext cx="1016303" cy="1448152"/>
            </a:xfrm>
            <a:custGeom>
              <a:avLst/>
              <a:gdLst/>
              <a:ahLst/>
              <a:cxnLst/>
              <a:rect l="l" t="t" r="r" b="b"/>
              <a:pathLst>
                <a:path w="7592" h="10818" extrusionOk="0">
                  <a:moveTo>
                    <a:pt x="5027" y="1"/>
                  </a:moveTo>
                  <a:cubicBezTo>
                    <a:pt x="4458" y="1"/>
                    <a:pt x="4115" y="1102"/>
                    <a:pt x="4037" y="1473"/>
                  </a:cubicBezTo>
                  <a:cubicBezTo>
                    <a:pt x="3906" y="2106"/>
                    <a:pt x="3831" y="2736"/>
                    <a:pt x="3806" y="3377"/>
                  </a:cubicBezTo>
                  <a:cubicBezTo>
                    <a:pt x="3676" y="3098"/>
                    <a:pt x="3343" y="2106"/>
                    <a:pt x="2918" y="2106"/>
                  </a:cubicBezTo>
                  <a:cubicBezTo>
                    <a:pt x="2835" y="2106"/>
                    <a:pt x="2749" y="2144"/>
                    <a:pt x="2660" y="2232"/>
                  </a:cubicBezTo>
                  <a:cubicBezTo>
                    <a:pt x="2363" y="2528"/>
                    <a:pt x="2576" y="3445"/>
                    <a:pt x="2623" y="3797"/>
                  </a:cubicBezTo>
                  <a:cubicBezTo>
                    <a:pt x="2663" y="4093"/>
                    <a:pt x="2929" y="4609"/>
                    <a:pt x="2787" y="4849"/>
                  </a:cubicBezTo>
                  <a:cubicBezTo>
                    <a:pt x="2646" y="4560"/>
                    <a:pt x="2189" y="3955"/>
                    <a:pt x="1842" y="3955"/>
                  </a:cubicBezTo>
                  <a:cubicBezTo>
                    <a:pt x="1719" y="3955"/>
                    <a:pt x="1611" y="4031"/>
                    <a:pt x="1534" y="4221"/>
                  </a:cubicBezTo>
                  <a:cubicBezTo>
                    <a:pt x="1241" y="4954"/>
                    <a:pt x="2046" y="5686"/>
                    <a:pt x="2139" y="6317"/>
                  </a:cubicBezTo>
                  <a:cubicBezTo>
                    <a:pt x="1908" y="6155"/>
                    <a:pt x="1093" y="5223"/>
                    <a:pt x="664" y="5223"/>
                  </a:cubicBezTo>
                  <a:cubicBezTo>
                    <a:pt x="538" y="5223"/>
                    <a:pt x="444" y="5304"/>
                    <a:pt x="410" y="5510"/>
                  </a:cubicBezTo>
                  <a:cubicBezTo>
                    <a:pt x="322" y="6038"/>
                    <a:pt x="921" y="6861"/>
                    <a:pt x="1177" y="7269"/>
                  </a:cubicBezTo>
                  <a:cubicBezTo>
                    <a:pt x="1440" y="7686"/>
                    <a:pt x="1768" y="8102"/>
                    <a:pt x="2028" y="8503"/>
                  </a:cubicBezTo>
                  <a:cubicBezTo>
                    <a:pt x="1794" y="8350"/>
                    <a:pt x="936" y="7704"/>
                    <a:pt x="447" y="7704"/>
                  </a:cubicBezTo>
                  <a:cubicBezTo>
                    <a:pt x="260" y="7704"/>
                    <a:pt x="127" y="7798"/>
                    <a:pt x="102" y="8049"/>
                  </a:cubicBezTo>
                  <a:cubicBezTo>
                    <a:pt x="0" y="9075"/>
                    <a:pt x="1682" y="10175"/>
                    <a:pt x="2425" y="10568"/>
                  </a:cubicBezTo>
                  <a:cubicBezTo>
                    <a:pt x="2809" y="10743"/>
                    <a:pt x="3251" y="10818"/>
                    <a:pt x="3700" y="10818"/>
                  </a:cubicBezTo>
                  <a:cubicBezTo>
                    <a:pt x="4566" y="10818"/>
                    <a:pt x="5464" y="10542"/>
                    <a:pt x="6048" y="10184"/>
                  </a:cubicBezTo>
                  <a:cubicBezTo>
                    <a:pt x="6725" y="9766"/>
                    <a:pt x="7592" y="9381"/>
                    <a:pt x="7350" y="8439"/>
                  </a:cubicBezTo>
                  <a:cubicBezTo>
                    <a:pt x="7266" y="8112"/>
                    <a:pt x="7077" y="8023"/>
                    <a:pt x="6845" y="8023"/>
                  </a:cubicBezTo>
                  <a:cubicBezTo>
                    <a:pt x="6575" y="8023"/>
                    <a:pt x="6246" y="8143"/>
                    <a:pt x="5959" y="8143"/>
                  </a:cubicBezTo>
                  <a:cubicBezTo>
                    <a:pt x="5933" y="8143"/>
                    <a:pt x="5907" y="8142"/>
                    <a:pt x="5882" y="8140"/>
                  </a:cubicBezTo>
                  <a:cubicBezTo>
                    <a:pt x="6259" y="7788"/>
                    <a:pt x="7285" y="6948"/>
                    <a:pt x="7168" y="6373"/>
                  </a:cubicBezTo>
                  <a:cubicBezTo>
                    <a:pt x="7104" y="6059"/>
                    <a:pt x="6902" y="5957"/>
                    <a:pt x="6661" y="5957"/>
                  </a:cubicBezTo>
                  <a:cubicBezTo>
                    <a:pt x="6377" y="5957"/>
                    <a:pt x="6039" y="6098"/>
                    <a:pt x="5810" y="6201"/>
                  </a:cubicBezTo>
                  <a:cubicBezTo>
                    <a:pt x="6219" y="5776"/>
                    <a:pt x="7354" y="4411"/>
                    <a:pt x="7024" y="3751"/>
                  </a:cubicBezTo>
                  <a:cubicBezTo>
                    <a:pt x="6912" y="3528"/>
                    <a:pt x="6773" y="3444"/>
                    <a:pt x="6624" y="3444"/>
                  </a:cubicBezTo>
                  <a:cubicBezTo>
                    <a:pt x="6257" y="3444"/>
                    <a:pt x="5831" y="3948"/>
                    <a:pt x="5608" y="4133"/>
                  </a:cubicBezTo>
                  <a:cubicBezTo>
                    <a:pt x="5556" y="3268"/>
                    <a:pt x="5658" y="2399"/>
                    <a:pt x="5611" y="1531"/>
                  </a:cubicBezTo>
                  <a:cubicBezTo>
                    <a:pt x="5592" y="1208"/>
                    <a:pt x="5618" y="155"/>
                    <a:pt x="5159" y="20"/>
                  </a:cubicBezTo>
                  <a:cubicBezTo>
                    <a:pt x="5114" y="7"/>
                    <a:pt x="5070" y="1"/>
                    <a:pt x="50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0"/>
            <p:cNvSpPr/>
            <p:nvPr/>
          </p:nvSpPr>
          <p:spPr>
            <a:xfrm>
              <a:off x="5087852" y="2870913"/>
              <a:ext cx="783780" cy="1192202"/>
            </a:xfrm>
            <a:custGeom>
              <a:avLst/>
              <a:gdLst/>
              <a:ahLst/>
              <a:cxnLst/>
              <a:rect l="l" t="t" r="r" b="b"/>
              <a:pathLst>
                <a:path w="5855" h="8906" extrusionOk="0">
                  <a:moveTo>
                    <a:pt x="3127" y="0"/>
                  </a:moveTo>
                  <a:cubicBezTo>
                    <a:pt x="3111" y="0"/>
                    <a:pt x="3093" y="2"/>
                    <a:pt x="3075" y="5"/>
                  </a:cubicBezTo>
                  <a:cubicBezTo>
                    <a:pt x="2886" y="43"/>
                    <a:pt x="2745" y="320"/>
                    <a:pt x="2669" y="471"/>
                  </a:cubicBezTo>
                  <a:cubicBezTo>
                    <a:pt x="2478" y="846"/>
                    <a:pt x="2454" y="1268"/>
                    <a:pt x="2411" y="1680"/>
                  </a:cubicBezTo>
                  <a:cubicBezTo>
                    <a:pt x="2379" y="1990"/>
                    <a:pt x="2343" y="2308"/>
                    <a:pt x="2392" y="2620"/>
                  </a:cubicBezTo>
                  <a:cubicBezTo>
                    <a:pt x="2412" y="2742"/>
                    <a:pt x="2468" y="2869"/>
                    <a:pt x="2461" y="2992"/>
                  </a:cubicBezTo>
                  <a:cubicBezTo>
                    <a:pt x="2314" y="2782"/>
                    <a:pt x="2046" y="2419"/>
                    <a:pt x="1804" y="2419"/>
                  </a:cubicBezTo>
                  <a:cubicBezTo>
                    <a:pt x="1699" y="2419"/>
                    <a:pt x="1598" y="2488"/>
                    <a:pt x="1515" y="2670"/>
                  </a:cubicBezTo>
                  <a:cubicBezTo>
                    <a:pt x="1220" y="3310"/>
                    <a:pt x="1642" y="3968"/>
                    <a:pt x="1817" y="4552"/>
                  </a:cubicBezTo>
                  <a:cubicBezTo>
                    <a:pt x="1576" y="4414"/>
                    <a:pt x="1388" y="4018"/>
                    <a:pt x="1093" y="3984"/>
                  </a:cubicBezTo>
                  <a:cubicBezTo>
                    <a:pt x="1082" y="3982"/>
                    <a:pt x="1071" y="3982"/>
                    <a:pt x="1061" y="3982"/>
                  </a:cubicBezTo>
                  <a:cubicBezTo>
                    <a:pt x="830" y="3982"/>
                    <a:pt x="819" y="4298"/>
                    <a:pt x="827" y="4487"/>
                  </a:cubicBezTo>
                  <a:cubicBezTo>
                    <a:pt x="847" y="4922"/>
                    <a:pt x="1039" y="5372"/>
                    <a:pt x="1223" y="5761"/>
                  </a:cubicBezTo>
                  <a:cubicBezTo>
                    <a:pt x="1359" y="6050"/>
                    <a:pt x="1612" y="6307"/>
                    <a:pt x="1720" y="6602"/>
                  </a:cubicBezTo>
                  <a:cubicBezTo>
                    <a:pt x="1582" y="6501"/>
                    <a:pt x="730" y="5497"/>
                    <a:pt x="301" y="5497"/>
                  </a:cubicBezTo>
                  <a:cubicBezTo>
                    <a:pt x="175" y="5497"/>
                    <a:pt x="86" y="5584"/>
                    <a:pt x="62" y="5806"/>
                  </a:cubicBezTo>
                  <a:cubicBezTo>
                    <a:pt x="0" y="6374"/>
                    <a:pt x="390" y="7016"/>
                    <a:pt x="729" y="7424"/>
                  </a:cubicBezTo>
                  <a:cubicBezTo>
                    <a:pt x="1239" y="8037"/>
                    <a:pt x="1779" y="8584"/>
                    <a:pt x="2519" y="8804"/>
                  </a:cubicBezTo>
                  <a:cubicBezTo>
                    <a:pt x="2633" y="8838"/>
                    <a:pt x="2750" y="8863"/>
                    <a:pt x="2872" y="8881"/>
                  </a:cubicBezTo>
                  <a:cubicBezTo>
                    <a:pt x="2928" y="8889"/>
                    <a:pt x="2984" y="8895"/>
                    <a:pt x="3041" y="8899"/>
                  </a:cubicBezTo>
                  <a:cubicBezTo>
                    <a:pt x="3056" y="8900"/>
                    <a:pt x="3070" y="8900"/>
                    <a:pt x="3083" y="8901"/>
                  </a:cubicBezTo>
                  <a:cubicBezTo>
                    <a:pt x="3134" y="8904"/>
                    <a:pt x="3186" y="8906"/>
                    <a:pt x="3237" y="8906"/>
                  </a:cubicBezTo>
                  <a:cubicBezTo>
                    <a:pt x="3763" y="8906"/>
                    <a:pt x="4288" y="8745"/>
                    <a:pt x="4728" y="8459"/>
                  </a:cubicBezTo>
                  <a:cubicBezTo>
                    <a:pt x="5088" y="8225"/>
                    <a:pt x="5855" y="7671"/>
                    <a:pt x="5604" y="7151"/>
                  </a:cubicBezTo>
                  <a:cubicBezTo>
                    <a:pt x="5493" y="6922"/>
                    <a:pt x="5056" y="6847"/>
                    <a:pt x="4841" y="6828"/>
                  </a:cubicBezTo>
                  <a:cubicBezTo>
                    <a:pt x="4791" y="6823"/>
                    <a:pt x="4738" y="6821"/>
                    <a:pt x="4684" y="6821"/>
                  </a:cubicBezTo>
                  <a:cubicBezTo>
                    <a:pt x="4461" y="6821"/>
                    <a:pt x="4216" y="6860"/>
                    <a:pt x="4018" y="6927"/>
                  </a:cubicBezTo>
                  <a:cubicBezTo>
                    <a:pt x="4418" y="6654"/>
                    <a:pt x="5502" y="6290"/>
                    <a:pt x="5433" y="5671"/>
                  </a:cubicBezTo>
                  <a:cubicBezTo>
                    <a:pt x="5404" y="5404"/>
                    <a:pt x="5216" y="5329"/>
                    <a:pt x="4991" y="5329"/>
                  </a:cubicBezTo>
                  <a:cubicBezTo>
                    <a:pt x="4721" y="5329"/>
                    <a:pt x="4397" y="5438"/>
                    <a:pt x="4226" y="5457"/>
                  </a:cubicBezTo>
                  <a:cubicBezTo>
                    <a:pt x="4480" y="5315"/>
                    <a:pt x="4745" y="4927"/>
                    <a:pt x="4915" y="4696"/>
                  </a:cubicBezTo>
                  <a:cubicBezTo>
                    <a:pt x="5053" y="4507"/>
                    <a:pt x="5277" y="4214"/>
                    <a:pt x="5194" y="3964"/>
                  </a:cubicBezTo>
                  <a:cubicBezTo>
                    <a:pt x="5128" y="3766"/>
                    <a:pt x="5000" y="3697"/>
                    <a:pt x="4851" y="3697"/>
                  </a:cubicBezTo>
                  <a:cubicBezTo>
                    <a:pt x="4610" y="3697"/>
                    <a:pt x="4314" y="3878"/>
                    <a:pt x="4139" y="3984"/>
                  </a:cubicBezTo>
                  <a:cubicBezTo>
                    <a:pt x="4452" y="3632"/>
                    <a:pt x="4664" y="3146"/>
                    <a:pt x="4868" y="2725"/>
                  </a:cubicBezTo>
                  <a:cubicBezTo>
                    <a:pt x="4984" y="2482"/>
                    <a:pt x="5160" y="2025"/>
                    <a:pt x="4995" y="1768"/>
                  </a:cubicBezTo>
                  <a:cubicBezTo>
                    <a:pt x="4931" y="1669"/>
                    <a:pt x="4833" y="1631"/>
                    <a:pt x="4728" y="1631"/>
                  </a:cubicBezTo>
                  <a:cubicBezTo>
                    <a:pt x="4583" y="1631"/>
                    <a:pt x="4425" y="1701"/>
                    <a:pt x="4318" y="1778"/>
                  </a:cubicBezTo>
                  <a:cubicBezTo>
                    <a:pt x="4011" y="1996"/>
                    <a:pt x="3920" y="2253"/>
                    <a:pt x="3741" y="2553"/>
                  </a:cubicBezTo>
                  <a:cubicBezTo>
                    <a:pt x="3667" y="2200"/>
                    <a:pt x="3729" y="0"/>
                    <a:pt x="31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5160541" y="3031953"/>
              <a:ext cx="618189" cy="1030359"/>
            </a:xfrm>
            <a:custGeom>
              <a:avLst/>
              <a:gdLst/>
              <a:ahLst/>
              <a:cxnLst/>
              <a:rect l="l" t="t" r="r" b="b"/>
              <a:pathLst>
                <a:path w="4618" h="7697" extrusionOk="0">
                  <a:moveTo>
                    <a:pt x="2568" y="0"/>
                  </a:moveTo>
                  <a:cubicBezTo>
                    <a:pt x="2547" y="0"/>
                    <a:pt x="2525" y="16"/>
                    <a:pt x="2527" y="44"/>
                  </a:cubicBezTo>
                  <a:cubicBezTo>
                    <a:pt x="2598" y="1166"/>
                    <a:pt x="2616" y="2291"/>
                    <a:pt x="2593" y="3417"/>
                  </a:cubicBezTo>
                  <a:cubicBezTo>
                    <a:pt x="2502" y="3315"/>
                    <a:pt x="2407" y="3213"/>
                    <a:pt x="2320" y="3108"/>
                  </a:cubicBezTo>
                  <a:cubicBezTo>
                    <a:pt x="2205" y="2966"/>
                    <a:pt x="2095" y="2817"/>
                    <a:pt x="1992" y="2666"/>
                  </a:cubicBezTo>
                  <a:cubicBezTo>
                    <a:pt x="1885" y="2510"/>
                    <a:pt x="1787" y="2348"/>
                    <a:pt x="1694" y="2184"/>
                  </a:cubicBezTo>
                  <a:cubicBezTo>
                    <a:pt x="1604" y="2027"/>
                    <a:pt x="1532" y="1858"/>
                    <a:pt x="1437" y="1706"/>
                  </a:cubicBezTo>
                  <a:cubicBezTo>
                    <a:pt x="1430" y="1696"/>
                    <a:pt x="1420" y="1691"/>
                    <a:pt x="1409" y="1691"/>
                  </a:cubicBezTo>
                  <a:cubicBezTo>
                    <a:pt x="1385" y="1691"/>
                    <a:pt x="1360" y="1713"/>
                    <a:pt x="1367" y="1738"/>
                  </a:cubicBezTo>
                  <a:cubicBezTo>
                    <a:pt x="1408" y="1920"/>
                    <a:pt x="1496" y="2091"/>
                    <a:pt x="1580" y="2256"/>
                  </a:cubicBezTo>
                  <a:cubicBezTo>
                    <a:pt x="1664" y="2424"/>
                    <a:pt x="1761" y="2588"/>
                    <a:pt x="1864" y="2747"/>
                  </a:cubicBezTo>
                  <a:cubicBezTo>
                    <a:pt x="2066" y="3058"/>
                    <a:pt x="2302" y="3382"/>
                    <a:pt x="2586" y="3621"/>
                  </a:cubicBezTo>
                  <a:cubicBezTo>
                    <a:pt x="2574" y="4148"/>
                    <a:pt x="2552" y="4674"/>
                    <a:pt x="2523" y="5201"/>
                  </a:cubicBezTo>
                  <a:cubicBezTo>
                    <a:pt x="2486" y="5180"/>
                    <a:pt x="2447" y="5159"/>
                    <a:pt x="2411" y="5136"/>
                  </a:cubicBezTo>
                  <a:cubicBezTo>
                    <a:pt x="2322" y="5080"/>
                    <a:pt x="2233" y="5018"/>
                    <a:pt x="2146" y="4956"/>
                  </a:cubicBezTo>
                  <a:cubicBezTo>
                    <a:pt x="1974" y="4832"/>
                    <a:pt x="1809" y="4695"/>
                    <a:pt x="1657" y="4547"/>
                  </a:cubicBezTo>
                  <a:cubicBezTo>
                    <a:pt x="1512" y="4404"/>
                    <a:pt x="1377" y="4254"/>
                    <a:pt x="1249" y="4096"/>
                  </a:cubicBezTo>
                  <a:cubicBezTo>
                    <a:pt x="1116" y="3933"/>
                    <a:pt x="1007" y="3742"/>
                    <a:pt x="865" y="3586"/>
                  </a:cubicBezTo>
                  <a:cubicBezTo>
                    <a:pt x="855" y="3575"/>
                    <a:pt x="844" y="3571"/>
                    <a:pt x="833" y="3571"/>
                  </a:cubicBezTo>
                  <a:cubicBezTo>
                    <a:pt x="806" y="3571"/>
                    <a:pt x="783" y="3598"/>
                    <a:pt x="794" y="3630"/>
                  </a:cubicBezTo>
                  <a:cubicBezTo>
                    <a:pt x="860" y="3825"/>
                    <a:pt x="1002" y="4012"/>
                    <a:pt x="1126" y="4174"/>
                  </a:cubicBezTo>
                  <a:cubicBezTo>
                    <a:pt x="1259" y="4348"/>
                    <a:pt x="1407" y="4512"/>
                    <a:pt x="1565" y="4664"/>
                  </a:cubicBezTo>
                  <a:cubicBezTo>
                    <a:pt x="1715" y="4809"/>
                    <a:pt x="1874" y="4946"/>
                    <a:pt x="2043" y="5069"/>
                  </a:cubicBezTo>
                  <a:cubicBezTo>
                    <a:pt x="2133" y="5136"/>
                    <a:pt x="2226" y="5199"/>
                    <a:pt x="2322" y="5259"/>
                  </a:cubicBezTo>
                  <a:cubicBezTo>
                    <a:pt x="2381" y="5297"/>
                    <a:pt x="2446" y="5343"/>
                    <a:pt x="2514" y="5369"/>
                  </a:cubicBezTo>
                  <a:cubicBezTo>
                    <a:pt x="2486" y="5859"/>
                    <a:pt x="2451" y="6350"/>
                    <a:pt x="2410" y="6840"/>
                  </a:cubicBezTo>
                  <a:cubicBezTo>
                    <a:pt x="2402" y="6921"/>
                    <a:pt x="2396" y="7003"/>
                    <a:pt x="2388" y="7085"/>
                  </a:cubicBezTo>
                  <a:cubicBezTo>
                    <a:pt x="2298" y="7021"/>
                    <a:pt x="2190" y="6971"/>
                    <a:pt x="2100" y="6909"/>
                  </a:cubicBezTo>
                  <a:cubicBezTo>
                    <a:pt x="1996" y="6839"/>
                    <a:pt x="1894" y="6763"/>
                    <a:pt x="1796" y="6684"/>
                  </a:cubicBezTo>
                  <a:cubicBezTo>
                    <a:pt x="1581" y="6511"/>
                    <a:pt x="1378" y="6325"/>
                    <a:pt x="1182" y="6128"/>
                  </a:cubicBezTo>
                  <a:cubicBezTo>
                    <a:pt x="806" y="5752"/>
                    <a:pt x="466" y="5334"/>
                    <a:pt x="71" y="4976"/>
                  </a:cubicBezTo>
                  <a:cubicBezTo>
                    <a:pt x="65" y="4971"/>
                    <a:pt x="58" y="4968"/>
                    <a:pt x="51" y="4968"/>
                  </a:cubicBezTo>
                  <a:cubicBezTo>
                    <a:pt x="25" y="4968"/>
                    <a:pt x="1" y="5003"/>
                    <a:pt x="21" y="5029"/>
                  </a:cubicBezTo>
                  <a:cubicBezTo>
                    <a:pt x="367" y="5456"/>
                    <a:pt x="734" y="5875"/>
                    <a:pt x="1118" y="6270"/>
                  </a:cubicBezTo>
                  <a:cubicBezTo>
                    <a:pt x="1302" y="6461"/>
                    <a:pt x="1495" y="6645"/>
                    <a:pt x="1701" y="6813"/>
                  </a:cubicBezTo>
                  <a:cubicBezTo>
                    <a:pt x="1809" y="6900"/>
                    <a:pt x="1919" y="6983"/>
                    <a:pt x="2033" y="7060"/>
                  </a:cubicBezTo>
                  <a:cubicBezTo>
                    <a:pt x="2135" y="7129"/>
                    <a:pt x="2252" y="7221"/>
                    <a:pt x="2371" y="7256"/>
                  </a:cubicBezTo>
                  <a:cubicBezTo>
                    <a:pt x="2359" y="7396"/>
                    <a:pt x="2345" y="7538"/>
                    <a:pt x="2330" y="7679"/>
                  </a:cubicBezTo>
                  <a:cubicBezTo>
                    <a:pt x="2386" y="7687"/>
                    <a:pt x="2442" y="7693"/>
                    <a:pt x="2499" y="7697"/>
                  </a:cubicBezTo>
                  <a:cubicBezTo>
                    <a:pt x="2517" y="7523"/>
                    <a:pt x="2532" y="7348"/>
                    <a:pt x="2547" y="7174"/>
                  </a:cubicBezTo>
                  <a:cubicBezTo>
                    <a:pt x="2929" y="7057"/>
                    <a:pt x="3300" y="6905"/>
                    <a:pt x="3650" y="6714"/>
                  </a:cubicBezTo>
                  <a:cubicBezTo>
                    <a:pt x="3817" y="6622"/>
                    <a:pt x="3982" y="6521"/>
                    <a:pt x="4139" y="6415"/>
                  </a:cubicBezTo>
                  <a:cubicBezTo>
                    <a:pt x="4302" y="6306"/>
                    <a:pt x="4473" y="6187"/>
                    <a:pt x="4601" y="6036"/>
                  </a:cubicBezTo>
                  <a:cubicBezTo>
                    <a:pt x="4617" y="6018"/>
                    <a:pt x="4597" y="5990"/>
                    <a:pt x="4574" y="5990"/>
                  </a:cubicBezTo>
                  <a:cubicBezTo>
                    <a:pt x="4571" y="5990"/>
                    <a:pt x="4569" y="5991"/>
                    <a:pt x="4566" y="5991"/>
                  </a:cubicBezTo>
                  <a:cubicBezTo>
                    <a:pt x="4405" y="6075"/>
                    <a:pt x="4257" y="6188"/>
                    <a:pt x="4104" y="6283"/>
                  </a:cubicBezTo>
                  <a:cubicBezTo>
                    <a:pt x="3931" y="6390"/>
                    <a:pt x="3755" y="6492"/>
                    <a:pt x="3573" y="6584"/>
                  </a:cubicBezTo>
                  <a:cubicBezTo>
                    <a:pt x="3246" y="6747"/>
                    <a:pt x="2907" y="6886"/>
                    <a:pt x="2560" y="6998"/>
                  </a:cubicBezTo>
                  <a:cubicBezTo>
                    <a:pt x="2607" y="6465"/>
                    <a:pt x="2646" y="5932"/>
                    <a:pt x="2676" y="5397"/>
                  </a:cubicBezTo>
                  <a:cubicBezTo>
                    <a:pt x="3240" y="5222"/>
                    <a:pt x="3776" y="4894"/>
                    <a:pt x="4187" y="4472"/>
                  </a:cubicBezTo>
                  <a:cubicBezTo>
                    <a:pt x="4205" y="4454"/>
                    <a:pt x="4191" y="4427"/>
                    <a:pt x="4171" y="4427"/>
                  </a:cubicBezTo>
                  <a:cubicBezTo>
                    <a:pt x="4166" y="4427"/>
                    <a:pt x="4160" y="4429"/>
                    <a:pt x="4155" y="4433"/>
                  </a:cubicBezTo>
                  <a:cubicBezTo>
                    <a:pt x="3692" y="4762"/>
                    <a:pt x="3209" y="5021"/>
                    <a:pt x="2685" y="5229"/>
                  </a:cubicBezTo>
                  <a:cubicBezTo>
                    <a:pt x="2706" y="4847"/>
                    <a:pt x="2722" y="4465"/>
                    <a:pt x="2732" y="4082"/>
                  </a:cubicBezTo>
                  <a:cubicBezTo>
                    <a:pt x="3330" y="3827"/>
                    <a:pt x="3803" y="3356"/>
                    <a:pt x="4144" y="2813"/>
                  </a:cubicBezTo>
                  <a:cubicBezTo>
                    <a:pt x="4156" y="2795"/>
                    <a:pt x="4141" y="2776"/>
                    <a:pt x="4125" y="2776"/>
                  </a:cubicBezTo>
                  <a:cubicBezTo>
                    <a:pt x="4119" y="2776"/>
                    <a:pt x="4113" y="2779"/>
                    <a:pt x="4108" y="2786"/>
                  </a:cubicBezTo>
                  <a:cubicBezTo>
                    <a:pt x="3740" y="3265"/>
                    <a:pt x="3256" y="3627"/>
                    <a:pt x="2738" y="3923"/>
                  </a:cubicBezTo>
                  <a:cubicBezTo>
                    <a:pt x="2749" y="3453"/>
                    <a:pt x="2752" y="2982"/>
                    <a:pt x="2745" y="2511"/>
                  </a:cubicBezTo>
                  <a:lnTo>
                    <a:pt x="2747" y="2511"/>
                  </a:lnTo>
                  <a:cubicBezTo>
                    <a:pt x="3015" y="2347"/>
                    <a:pt x="3250" y="2163"/>
                    <a:pt x="3454" y="1921"/>
                  </a:cubicBezTo>
                  <a:cubicBezTo>
                    <a:pt x="3556" y="1800"/>
                    <a:pt x="3646" y="1672"/>
                    <a:pt x="3726" y="1536"/>
                  </a:cubicBezTo>
                  <a:cubicBezTo>
                    <a:pt x="3791" y="1423"/>
                    <a:pt x="3897" y="1269"/>
                    <a:pt x="3897" y="1135"/>
                  </a:cubicBezTo>
                  <a:cubicBezTo>
                    <a:pt x="3898" y="1126"/>
                    <a:pt x="3890" y="1117"/>
                    <a:pt x="3881" y="1117"/>
                  </a:cubicBezTo>
                  <a:cubicBezTo>
                    <a:pt x="3878" y="1117"/>
                    <a:pt x="3875" y="1118"/>
                    <a:pt x="3871" y="1121"/>
                  </a:cubicBezTo>
                  <a:cubicBezTo>
                    <a:pt x="3776" y="1205"/>
                    <a:pt x="3720" y="1353"/>
                    <a:pt x="3648" y="1459"/>
                  </a:cubicBezTo>
                  <a:cubicBezTo>
                    <a:pt x="3563" y="1584"/>
                    <a:pt x="3470" y="1706"/>
                    <a:pt x="3370" y="1819"/>
                  </a:cubicBezTo>
                  <a:cubicBezTo>
                    <a:pt x="3188" y="2024"/>
                    <a:pt x="2974" y="2221"/>
                    <a:pt x="2745" y="2378"/>
                  </a:cubicBezTo>
                  <a:cubicBezTo>
                    <a:pt x="2743" y="2234"/>
                    <a:pt x="2739" y="2088"/>
                    <a:pt x="2735" y="1944"/>
                  </a:cubicBezTo>
                  <a:cubicBezTo>
                    <a:pt x="2716" y="1303"/>
                    <a:pt x="2666" y="669"/>
                    <a:pt x="2600" y="30"/>
                  </a:cubicBezTo>
                  <a:cubicBezTo>
                    <a:pt x="2598" y="9"/>
                    <a:pt x="2583" y="0"/>
                    <a:pt x="2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0"/>
            <p:cNvSpPr/>
            <p:nvPr/>
          </p:nvSpPr>
          <p:spPr>
            <a:xfrm>
              <a:off x="3299135" y="2421395"/>
              <a:ext cx="829026" cy="84737"/>
            </a:xfrm>
            <a:custGeom>
              <a:avLst/>
              <a:gdLst/>
              <a:ahLst/>
              <a:cxnLst/>
              <a:rect l="l" t="t" r="r" b="b"/>
              <a:pathLst>
                <a:path w="6193" h="633" extrusionOk="0">
                  <a:moveTo>
                    <a:pt x="0" y="0"/>
                  </a:moveTo>
                  <a:lnTo>
                    <a:pt x="0" y="633"/>
                  </a:lnTo>
                  <a:lnTo>
                    <a:pt x="6193" y="633"/>
                  </a:lnTo>
                  <a:lnTo>
                    <a:pt x="61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0"/>
            <p:cNvSpPr/>
            <p:nvPr/>
          </p:nvSpPr>
          <p:spPr>
            <a:xfrm>
              <a:off x="3335413" y="2275616"/>
              <a:ext cx="250328" cy="145913"/>
            </a:xfrm>
            <a:custGeom>
              <a:avLst/>
              <a:gdLst/>
              <a:ahLst/>
              <a:cxnLst/>
              <a:rect l="l" t="t" r="r" b="b"/>
              <a:pathLst>
                <a:path w="1870" h="1090" extrusionOk="0">
                  <a:moveTo>
                    <a:pt x="1453" y="572"/>
                  </a:moveTo>
                  <a:cubicBezTo>
                    <a:pt x="1507" y="572"/>
                    <a:pt x="1560" y="583"/>
                    <a:pt x="1588" y="641"/>
                  </a:cubicBezTo>
                  <a:cubicBezTo>
                    <a:pt x="1640" y="753"/>
                    <a:pt x="1556" y="795"/>
                    <a:pt x="1453" y="812"/>
                  </a:cubicBezTo>
                  <a:lnTo>
                    <a:pt x="1453" y="572"/>
                  </a:lnTo>
                  <a:close/>
                  <a:moveTo>
                    <a:pt x="335" y="1"/>
                  </a:moveTo>
                  <a:cubicBezTo>
                    <a:pt x="151" y="1"/>
                    <a:pt x="1" y="152"/>
                    <a:pt x="1" y="336"/>
                  </a:cubicBezTo>
                  <a:lnTo>
                    <a:pt x="1" y="1089"/>
                  </a:lnTo>
                  <a:lnTo>
                    <a:pt x="1451" y="1089"/>
                  </a:lnTo>
                  <a:lnTo>
                    <a:pt x="1451" y="1028"/>
                  </a:lnTo>
                  <a:cubicBezTo>
                    <a:pt x="1669" y="991"/>
                    <a:pt x="1870" y="843"/>
                    <a:pt x="1790" y="597"/>
                  </a:cubicBezTo>
                  <a:cubicBezTo>
                    <a:pt x="1748" y="472"/>
                    <a:pt x="1627" y="380"/>
                    <a:pt x="1497" y="375"/>
                  </a:cubicBezTo>
                  <a:cubicBezTo>
                    <a:pt x="1486" y="375"/>
                    <a:pt x="1470" y="377"/>
                    <a:pt x="1453" y="379"/>
                  </a:cubicBezTo>
                  <a:lnTo>
                    <a:pt x="1453" y="336"/>
                  </a:lnTo>
                  <a:cubicBezTo>
                    <a:pt x="1453" y="152"/>
                    <a:pt x="1301" y="1"/>
                    <a:pt x="11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0"/>
            <p:cNvSpPr/>
            <p:nvPr/>
          </p:nvSpPr>
          <p:spPr>
            <a:xfrm>
              <a:off x="3722687" y="2130372"/>
              <a:ext cx="250461" cy="145913"/>
            </a:xfrm>
            <a:custGeom>
              <a:avLst/>
              <a:gdLst/>
              <a:ahLst/>
              <a:cxnLst/>
              <a:rect l="l" t="t" r="r" b="b"/>
              <a:pathLst>
                <a:path w="1871" h="1090" extrusionOk="0">
                  <a:moveTo>
                    <a:pt x="1452" y="573"/>
                  </a:moveTo>
                  <a:cubicBezTo>
                    <a:pt x="1507" y="573"/>
                    <a:pt x="1559" y="583"/>
                    <a:pt x="1588" y="641"/>
                  </a:cubicBezTo>
                  <a:cubicBezTo>
                    <a:pt x="1640" y="753"/>
                    <a:pt x="1555" y="795"/>
                    <a:pt x="1452" y="812"/>
                  </a:cubicBezTo>
                  <a:lnTo>
                    <a:pt x="1452" y="573"/>
                  </a:lnTo>
                  <a:close/>
                  <a:moveTo>
                    <a:pt x="336" y="1"/>
                  </a:moveTo>
                  <a:cubicBezTo>
                    <a:pt x="152" y="1"/>
                    <a:pt x="0" y="152"/>
                    <a:pt x="0" y="337"/>
                  </a:cubicBezTo>
                  <a:lnTo>
                    <a:pt x="0" y="1090"/>
                  </a:lnTo>
                  <a:lnTo>
                    <a:pt x="1452" y="1090"/>
                  </a:lnTo>
                  <a:lnTo>
                    <a:pt x="1452" y="1028"/>
                  </a:lnTo>
                  <a:cubicBezTo>
                    <a:pt x="1670" y="991"/>
                    <a:pt x="1871" y="843"/>
                    <a:pt x="1790" y="597"/>
                  </a:cubicBezTo>
                  <a:cubicBezTo>
                    <a:pt x="1749" y="473"/>
                    <a:pt x="1627" y="381"/>
                    <a:pt x="1497" y="375"/>
                  </a:cubicBezTo>
                  <a:cubicBezTo>
                    <a:pt x="1487" y="375"/>
                    <a:pt x="1470" y="377"/>
                    <a:pt x="1452" y="380"/>
                  </a:cubicBezTo>
                  <a:lnTo>
                    <a:pt x="1452" y="337"/>
                  </a:lnTo>
                  <a:cubicBezTo>
                    <a:pt x="1452" y="152"/>
                    <a:pt x="1302" y="1"/>
                    <a:pt x="11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0"/>
            <p:cNvSpPr/>
            <p:nvPr/>
          </p:nvSpPr>
          <p:spPr>
            <a:xfrm>
              <a:off x="3589624" y="2275616"/>
              <a:ext cx="250595" cy="145913"/>
            </a:xfrm>
            <a:custGeom>
              <a:avLst/>
              <a:gdLst/>
              <a:ahLst/>
              <a:cxnLst/>
              <a:rect l="l" t="t" r="r" b="b"/>
              <a:pathLst>
                <a:path w="1872" h="1090" extrusionOk="0">
                  <a:moveTo>
                    <a:pt x="1452" y="572"/>
                  </a:moveTo>
                  <a:cubicBezTo>
                    <a:pt x="1506" y="572"/>
                    <a:pt x="1559" y="583"/>
                    <a:pt x="1587" y="641"/>
                  </a:cubicBezTo>
                  <a:cubicBezTo>
                    <a:pt x="1639" y="753"/>
                    <a:pt x="1555" y="795"/>
                    <a:pt x="1452" y="812"/>
                  </a:cubicBezTo>
                  <a:lnTo>
                    <a:pt x="1452" y="572"/>
                  </a:lnTo>
                  <a:close/>
                  <a:moveTo>
                    <a:pt x="335" y="1"/>
                  </a:moveTo>
                  <a:cubicBezTo>
                    <a:pt x="152" y="1"/>
                    <a:pt x="1" y="152"/>
                    <a:pt x="1" y="336"/>
                  </a:cubicBezTo>
                  <a:lnTo>
                    <a:pt x="1" y="1089"/>
                  </a:lnTo>
                  <a:lnTo>
                    <a:pt x="1453" y="1089"/>
                  </a:lnTo>
                  <a:lnTo>
                    <a:pt x="1453" y="1028"/>
                  </a:lnTo>
                  <a:cubicBezTo>
                    <a:pt x="1669" y="991"/>
                    <a:pt x="1871" y="843"/>
                    <a:pt x="1790" y="597"/>
                  </a:cubicBezTo>
                  <a:cubicBezTo>
                    <a:pt x="1749" y="472"/>
                    <a:pt x="1628" y="380"/>
                    <a:pt x="1498" y="375"/>
                  </a:cubicBezTo>
                  <a:cubicBezTo>
                    <a:pt x="1487" y="375"/>
                    <a:pt x="1470" y="377"/>
                    <a:pt x="1453" y="379"/>
                  </a:cubicBezTo>
                  <a:lnTo>
                    <a:pt x="1453" y="336"/>
                  </a:lnTo>
                  <a:cubicBezTo>
                    <a:pt x="1453" y="152"/>
                    <a:pt x="1301" y="1"/>
                    <a:pt x="11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0"/>
            <p:cNvSpPr/>
            <p:nvPr/>
          </p:nvSpPr>
          <p:spPr>
            <a:xfrm>
              <a:off x="3855883" y="2275616"/>
              <a:ext cx="250461" cy="145913"/>
            </a:xfrm>
            <a:custGeom>
              <a:avLst/>
              <a:gdLst/>
              <a:ahLst/>
              <a:cxnLst/>
              <a:rect l="l" t="t" r="r" b="b"/>
              <a:pathLst>
                <a:path w="1871" h="1090" extrusionOk="0">
                  <a:moveTo>
                    <a:pt x="1451" y="572"/>
                  </a:moveTo>
                  <a:cubicBezTo>
                    <a:pt x="1506" y="572"/>
                    <a:pt x="1558" y="583"/>
                    <a:pt x="1587" y="641"/>
                  </a:cubicBezTo>
                  <a:cubicBezTo>
                    <a:pt x="1640" y="753"/>
                    <a:pt x="1556" y="795"/>
                    <a:pt x="1451" y="812"/>
                  </a:cubicBezTo>
                  <a:lnTo>
                    <a:pt x="1451" y="572"/>
                  </a:lnTo>
                  <a:close/>
                  <a:moveTo>
                    <a:pt x="335" y="1"/>
                  </a:moveTo>
                  <a:cubicBezTo>
                    <a:pt x="151" y="1"/>
                    <a:pt x="1" y="152"/>
                    <a:pt x="1" y="336"/>
                  </a:cubicBezTo>
                  <a:lnTo>
                    <a:pt x="1" y="1089"/>
                  </a:lnTo>
                  <a:lnTo>
                    <a:pt x="1452" y="1089"/>
                  </a:lnTo>
                  <a:lnTo>
                    <a:pt x="1452" y="1028"/>
                  </a:lnTo>
                  <a:cubicBezTo>
                    <a:pt x="1670" y="991"/>
                    <a:pt x="1870" y="843"/>
                    <a:pt x="1790" y="597"/>
                  </a:cubicBezTo>
                  <a:cubicBezTo>
                    <a:pt x="1748" y="472"/>
                    <a:pt x="1628" y="380"/>
                    <a:pt x="1497" y="375"/>
                  </a:cubicBezTo>
                  <a:cubicBezTo>
                    <a:pt x="1486" y="375"/>
                    <a:pt x="1470" y="377"/>
                    <a:pt x="1453" y="379"/>
                  </a:cubicBezTo>
                  <a:lnTo>
                    <a:pt x="1453" y="336"/>
                  </a:lnTo>
                  <a:cubicBezTo>
                    <a:pt x="1453" y="152"/>
                    <a:pt x="1301" y="1"/>
                    <a:pt x="11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0"/>
            <p:cNvSpPr/>
            <p:nvPr/>
          </p:nvSpPr>
          <p:spPr>
            <a:xfrm>
              <a:off x="5175133" y="1918999"/>
              <a:ext cx="829160" cy="84870"/>
            </a:xfrm>
            <a:custGeom>
              <a:avLst/>
              <a:gdLst/>
              <a:ahLst/>
              <a:cxnLst/>
              <a:rect l="l" t="t" r="r" b="b"/>
              <a:pathLst>
                <a:path w="6194" h="634" extrusionOk="0">
                  <a:moveTo>
                    <a:pt x="0" y="0"/>
                  </a:moveTo>
                  <a:lnTo>
                    <a:pt x="0" y="633"/>
                  </a:lnTo>
                  <a:lnTo>
                    <a:pt x="6193" y="633"/>
                  </a:lnTo>
                  <a:lnTo>
                    <a:pt x="61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0"/>
            <p:cNvSpPr/>
            <p:nvPr/>
          </p:nvSpPr>
          <p:spPr>
            <a:xfrm>
              <a:off x="5211410" y="1773488"/>
              <a:ext cx="250461" cy="145913"/>
            </a:xfrm>
            <a:custGeom>
              <a:avLst/>
              <a:gdLst/>
              <a:ahLst/>
              <a:cxnLst/>
              <a:rect l="l" t="t" r="r" b="b"/>
              <a:pathLst>
                <a:path w="1871" h="1090" extrusionOk="0">
                  <a:moveTo>
                    <a:pt x="1452" y="570"/>
                  </a:moveTo>
                  <a:cubicBezTo>
                    <a:pt x="1507" y="570"/>
                    <a:pt x="1560" y="581"/>
                    <a:pt x="1587" y="640"/>
                  </a:cubicBezTo>
                  <a:cubicBezTo>
                    <a:pt x="1640" y="753"/>
                    <a:pt x="1555" y="794"/>
                    <a:pt x="1452" y="810"/>
                  </a:cubicBezTo>
                  <a:lnTo>
                    <a:pt x="1452" y="570"/>
                  </a:lnTo>
                  <a:close/>
                  <a:moveTo>
                    <a:pt x="336" y="0"/>
                  </a:moveTo>
                  <a:cubicBezTo>
                    <a:pt x="152" y="0"/>
                    <a:pt x="0" y="151"/>
                    <a:pt x="0" y="335"/>
                  </a:cubicBezTo>
                  <a:lnTo>
                    <a:pt x="0" y="1089"/>
                  </a:lnTo>
                  <a:lnTo>
                    <a:pt x="1452" y="1089"/>
                  </a:lnTo>
                  <a:lnTo>
                    <a:pt x="1452" y="1028"/>
                  </a:lnTo>
                  <a:cubicBezTo>
                    <a:pt x="1669" y="990"/>
                    <a:pt x="1871" y="842"/>
                    <a:pt x="1790" y="596"/>
                  </a:cubicBezTo>
                  <a:cubicBezTo>
                    <a:pt x="1749" y="472"/>
                    <a:pt x="1627" y="380"/>
                    <a:pt x="1497" y="375"/>
                  </a:cubicBezTo>
                  <a:cubicBezTo>
                    <a:pt x="1487" y="375"/>
                    <a:pt x="1469" y="376"/>
                    <a:pt x="1452" y="379"/>
                  </a:cubicBezTo>
                  <a:lnTo>
                    <a:pt x="1452" y="335"/>
                  </a:lnTo>
                  <a:cubicBezTo>
                    <a:pt x="1452" y="151"/>
                    <a:pt x="1301" y="0"/>
                    <a:pt x="11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0"/>
            <p:cNvSpPr/>
            <p:nvPr/>
          </p:nvSpPr>
          <p:spPr>
            <a:xfrm>
              <a:off x="5465622" y="1773488"/>
              <a:ext cx="250461" cy="145913"/>
            </a:xfrm>
            <a:custGeom>
              <a:avLst/>
              <a:gdLst/>
              <a:ahLst/>
              <a:cxnLst/>
              <a:rect l="l" t="t" r="r" b="b"/>
              <a:pathLst>
                <a:path w="1871" h="1090" extrusionOk="0">
                  <a:moveTo>
                    <a:pt x="1451" y="570"/>
                  </a:moveTo>
                  <a:cubicBezTo>
                    <a:pt x="1506" y="570"/>
                    <a:pt x="1559" y="581"/>
                    <a:pt x="1586" y="640"/>
                  </a:cubicBezTo>
                  <a:cubicBezTo>
                    <a:pt x="1639" y="753"/>
                    <a:pt x="1555" y="794"/>
                    <a:pt x="1451" y="810"/>
                  </a:cubicBezTo>
                  <a:lnTo>
                    <a:pt x="1451" y="570"/>
                  </a:lnTo>
                  <a:close/>
                  <a:moveTo>
                    <a:pt x="336" y="0"/>
                  </a:moveTo>
                  <a:cubicBezTo>
                    <a:pt x="152" y="0"/>
                    <a:pt x="0" y="151"/>
                    <a:pt x="0" y="335"/>
                  </a:cubicBezTo>
                  <a:lnTo>
                    <a:pt x="0" y="1089"/>
                  </a:lnTo>
                  <a:lnTo>
                    <a:pt x="1452" y="1089"/>
                  </a:lnTo>
                  <a:lnTo>
                    <a:pt x="1452" y="1028"/>
                  </a:lnTo>
                  <a:cubicBezTo>
                    <a:pt x="1670" y="990"/>
                    <a:pt x="1871" y="842"/>
                    <a:pt x="1790" y="596"/>
                  </a:cubicBezTo>
                  <a:cubicBezTo>
                    <a:pt x="1749" y="472"/>
                    <a:pt x="1627" y="380"/>
                    <a:pt x="1497" y="375"/>
                  </a:cubicBezTo>
                  <a:cubicBezTo>
                    <a:pt x="1487" y="375"/>
                    <a:pt x="1471" y="376"/>
                    <a:pt x="1452" y="379"/>
                  </a:cubicBezTo>
                  <a:lnTo>
                    <a:pt x="1452" y="335"/>
                  </a:lnTo>
                  <a:cubicBezTo>
                    <a:pt x="1452" y="151"/>
                    <a:pt x="1302" y="0"/>
                    <a:pt x="11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0"/>
            <p:cNvSpPr/>
            <p:nvPr/>
          </p:nvSpPr>
          <p:spPr>
            <a:xfrm>
              <a:off x="5731881" y="1773488"/>
              <a:ext cx="250461" cy="145913"/>
            </a:xfrm>
            <a:custGeom>
              <a:avLst/>
              <a:gdLst/>
              <a:ahLst/>
              <a:cxnLst/>
              <a:rect l="l" t="t" r="r" b="b"/>
              <a:pathLst>
                <a:path w="1871" h="1090" extrusionOk="0">
                  <a:moveTo>
                    <a:pt x="1451" y="570"/>
                  </a:moveTo>
                  <a:cubicBezTo>
                    <a:pt x="1505" y="570"/>
                    <a:pt x="1559" y="581"/>
                    <a:pt x="1586" y="640"/>
                  </a:cubicBezTo>
                  <a:cubicBezTo>
                    <a:pt x="1640" y="753"/>
                    <a:pt x="1556" y="794"/>
                    <a:pt x="1451" y="810"/>
                  </a:cubicBezTo>
                  <a:lnTo>
                    <a:pt x="1451" y="570"/>
                  </a:lnTo>
                  <a:close/>
                  <a:moveTo>
                    <a:pt x="336" y="0"/>
                  </a:moveTo>
                  <a:cubicBezTo>
                    <a:pt x="152" y="0"/>
                    <a:pt x="0" y="151"/>
                    <a:pt x="0" y="335"/>
                  </a:cubicBezTo>
                  <a:lnTo>
                    <a:pt x="0" y="1089"/>
                  </a:lnTo>
                  <a:lnTo>
                    <a:pt x="1452" y="1089"/>
                  </a:lnTo>
                  <a:lnTo>
                    <a:pt x="1452" y="1028"/>
                  </a:lnTo>
                  <a:cubicBezTo>
                    <a:pt x="1669" y="990"/>
                    <a:pt x="1871" y="842"/>
                    <a:pt x="1790" y="596"/>
                  </a:cubicBezTo>
                  <a:cubicBezTo>
                    <a:pt x="1749" y="472"/>
                    <a:pt x="1627" y="380"/>
                    <a:pt x="1497" y="375"/>
                  </a:cubicBezTo>
                  <a:cubicBezTo>
                    <a:pt x="1487" y="375"/>
                    <a:pt x="1470" y="376"/>
                    <a:pt x="1452" y="379"/>
                  </a:cubicBezTo>
                  <a:lnTo>
                    <a:pt x="1452" y="335"/>
                  </a:lnTo>
                  <a:cubicBezTo>
                    <a:pt x="1452" y="151"/>
                    <a:pt x="1301" y="0"/>
                    <a:pt x="11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0"/>
            <p:cNvSpPr/>
            <p:nvPr/>
          </p:nvSpPr>
          <p:spPr>
            <a:xfrm>
              <a:off x="3305159" y="3941030"/>
              <a:ext cx="2671678" cy="289818"/>
            </a:xfrm>
            <a:custGeom>
              <a:avLst/>
              <a:gdLst/>
              <a:ahLst/>
              <a:cxnLst/>
              <a:rect l="l" t="t" r="r" b="b"/>
              <a:pathLst>
                <a:path w="19958" h="2165" extrusionOk="0">
                  <a:moveTo>
                    <a:pt x="1082" y="0"/>
                  </a:moveTo>
                  <a:cubicBezTo>
                    <a:pt x="782" y="0"/>
                    <a:pt x="513" y="122"/>
                    <a:pt x="317" y="318"/>
                  </a:cubicBezTo>
                  <a:cubicBezTo>
                    <a:pt x="121" y="513"/>
                    <a:pt x="0" y="783"/>
                    <a:pt x="0" y="1082"/>
                  </a:cubicBezTo>
                  <a:cubicBezTo>
                    <a:pt x="0" y="1680"/>
                    <a:pt x="484" y="2164"/>
                    <a:pt x="1082" y="2164"/>
                  </a:cubicBezTo>
                  <a:lnTo>
                    <a:pt x="18875" y="2164"/>
                  </a:lnTo>
                  <a:cubicBezTo>
                    <a:pt x="19175" y="2164"/>
                    <a:pt x="19444" y="2043"/>
                    <a:pt x="19641" y="1847"/>
                  </a:cubicBezTo>
                  <a:cubicBezTo>
                    <a:pt x="19755" y="1734"/>
                    <a:pt x="19845" y="1593"/>
                    <a:pt x="19898" y="1435"/>
                  </a:cubicBezTo>
                  <a:cubicBezTo>
                    <a:pt x="19937" y="1324"/>
                    <a:pt x="19958" y="1207"/>
                    <a:pt x="19958" y="1082"/>
                  </a:cubicBezTo>
                  <a:cubicBezTo>
                    <a:pt x="19958" y="485"/>
                    <a:pt x="19473" y="0"/>
                    <a:pt x="188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0"/>
            <p:cNvSpPr/>
            <p:nvPr/>
          </p:nvSpPr>
          <p:spPr>
            <a:xfrm>
              <a:off x="3571284" y="4024830"/>
              <a:ext cx="1476665" cy="127306"/>
            </a:xfrm>
            <a:custGeom>
              <a:avLst/>
              <a:gdLst/>
              <a:ahLst/>
              <a:cxnLst/>
              <a:rect l="l" t="t" r="r" b="b"/>
              <a:pathLst>
                <a:path w="11031" h="951" extrusionOk="0">
                  <a:moveTo>
                    <a:pt x="494" y="1"/>
                  </a:moveTo>
                  <a:cubicBezTo>
                    <a:pt x="223" y="1"/>
                    <a:pt x="1" y="214"/>
                    <a:pt x="1" y="475"/>
                  </a:cubicBezTo>
                  <a:cubicBezTo>
                    <a:pt x="1" y="736"/>
                    <a:pt x="223" y="950"/>
                    <a:pt x="494" y="950"/>
                  </a:cubicBezTo>
                  <a:lnTo>
                    <a:pt x="10538" y="950"/>
                  </a:lnTo>
                  <a:cubicBezTo>
                    <a:pt x="10809" y="950"/>
                    <a:pt x="11030" y="736"/>
                    <a:pt x="11030" y="475"/>
                  </a:cubicBezTo>
                  <a:cubicBezTo>
                    <a:pt x="11030" y="214"/>
                    <a:pt x="10809" y="1"/>
                    <a:pt x="105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0"/>
            <p:cNvSpPr/>
            <p:nvPr/>
          </p:nvSpPr>
          <p:spPr>
            <a:xfrm>
              <a:off x="3807826" y="2479358"/>
              <a:ext cx="1252173" cy="1461806"/>
            </a:xfrm>
            <a:custGeom>
              <a:avLst/>
              <a:gdLst/>
              <a:ahLst/>
              <a:cxnLst/>
              <a:rect l="l" t="t" r="r" b="b"/>
              <a:pathLst>
                <a:path w="9354" h="10920" extrusionOk="0">
                  <a:moveTo>
                    <a:pt x="6558" y="0"/>
                  </a:moveTo>
                  <a:cubicBezTo>
                    <a:pt x="6514" y="0"/>
                    <a:pt x="6466" y="1"/>
                    <a:pt x="6416" y="2"/>
                  </a:cubicBezTo>
                  <a:cubicBezTo>
                    <a:pt x="6381" y="4"/>
                    <a:pt x="6346" y="6"/>
                    <a:pt x="6310" y="7"/>
                  </a:cubicBezTo>
                  <a:cubicBezTo>
                    <a:pt x="6165" y="13"/>
                    <a:pt x="6000" y="29"/>
                    <a:pt x="5820" y="53"/>
                  </a:cubicBezTo>
                  <a:lnTo>
                    <a:pt x="5818" y="53"/>
                  </a:lnTo>
                  <a:cubicBezTo>
                    <a:pt x="5583" y="86"/>
                    <a:pt x="5307" y="101"/>
                    <a:pt x="5045" y="219"/>
                  </a:cubicBezTo>
                  <a:cubicBezTo>
                    <a:pt x="5040" y="221"/>
                    <a:pt x="5035" y="223"/>
                    <a:pt x="5030" y="226"/>
                  </a:cubicBezTo>
                  <a:cubicBezTo>
                    <a:pt x="4119" y="635"/>
                    <a:pt x="3247" y="1149"/>
                    <a:pt x="2170" y="2341"/>
                  </a:cubicBezTo>
                  <a:cubicBezTo>
                    <a:pt x="2170" y="2341"/>
                    <a:pt x="1" y="4986"/>
                    <a:pt x="1712" y="5424"/>
                  </a:cubicBezTo>
                  <a:cubicBezTo>
                    <a:pt x="1712" y="5424"/>
                    <a:pt x="1839" y="5434"/>
                    <a:pt x="2046" y="5434"/>
                  </a:cubicBezTo>
                  <a:cubicBezTo>
                    <a:pt x="2413" y="5434"/>
                    <a:pt x="3031" y="5403"/>
                    <a:pt x="3650" y="5235"/>
                  </a:cubicBezTo>
                  <a:cubicBezTo>
                    <a:pt x="3651" y="5233"/>
                    <a:pt x="3651" y="5233"/>
                    <a:pt x="3653" y="5233"/>
                  </a:cubicBezTo>
                  <a:cubicBezTo>
                    <a:pt x="3653" y="5233"/>
                    <a:pt x="3651" y="5246"/>
                    <a:pt x="3648" y="5272"/>
                  </a:cubicBezTo>
                  <a:cubicBezTo>
                    <a:pt x="3588" y="5686"/>
                    <a:pt x="3076" y="9227"/>
                    <a:pt x="2968" y="10919"/>
                  </a:cubicBezTo>
                  <a:lnTo>
                    <a:pt x="9354" y="10919"/>
                  </a:lnTo>
                  <a:cubicBezTo>
                    <a:pt x="9353" y="10845"/>
                    <a:pt x="9348" y="10758"/>
                    <a:pt x="9345" y="10660"/>
                  </a:cubicBezTo>
                  <a:cubicBezTo>
                    <a:pt x="9345" y="10652"/>
                    <a:pt x="9344" y="10644"/>
                    <a:pt x="9344" y="10635"/>
                  </a:cubicBezTo>
                  <a:cubicBezTo>
                    <a:pt x="9281" y="8639"/>
                    <a:pt x="9052" y="2308"/>
                    <a:pt x="8621" y="362"/>
                  </a:cubicBezTo>
                  <a:cubicBezTo>
                    <a:pt x="8621" y="362"/>
                    <a:pt x="8427" y="273"/>
                    <a:pt x="8114" y="185"/>
                  </a:cubicBezTo>
                  <a:cubicBezTo>
                    <a:pt x="8055" y="170"/>
                    <a:pt x="7994" y="152"/>
                    <a:pt x="7928" y="137"/>
                  </a:cubicBezTo>
                  <a:cubicBezTo>
                    <a:pt x="7815" y="109"/>
                    <a:pt x="7690" y="85"/>
                    <a:pt x="7555" y="64"/>
                  </a:cubicBezTo>
                  <a:cubicBezTo>
                    <a:pt x="7373" y="38"/>
                    <a:pt x="7173" y="19"/>
                    <a:pt x="6964" y="19"/>
                  </a:cubicBezTo>
                  <a:cubicBezTo>
                    <a:pt x="6964" y="19"/>
                    <a:pt x="6813" y="0"/>
                    <a:pt x="65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0"/>
            <p:cNvSpPr/>
            <p:nvPr/>
          </p:nvSpPr>
          <p:spPr>
            <a:xfrm>
              <a:off x="4204738" y="2486185"/>
              <a:ext cx="855130" cy="1454979"/>
            </a:xfrm>
            <a:custGeom>
              <a:avLst/>
              <a:gdLst/>
              <a:ahLst/>
              <a:cxnLst/>
              <a:rect l="l" t="t" r="r" b="b"/>
              <a:pathLst>
                <a:path w="6388" h="10869" extrusionOk="0">
                  <a:moveTo>
                    <a:pt x="2852" y="0"/>
                  </a:moveTo>
                  <a:cubicBezTo>
                    <a:pt x="2617" y="34"/>
                    <a:pt x="2341" y="49"/>
                    <a:pt x="2078" y="167"/>
                  </a:cubicBezTo>
                  <a:cubicBezTo>
                    <a:pt x="2073" y="168"/>
                    <a:pt x="2068" y="171"/>
                    <a:pt x="2062" y="173"/>
                  </a:cubicBezTo>
                  <a:lnTo>
                    <a:pt x="1734" y="2833"/>
                  </a:lnTo>
                  <a:lnTo>
                    <a:pt x="1726" y="2902"/>
                  </a:lnTo>
                  <a:lnTo>
                    <a:pt x="1720" y="2956"/>
                  </a:lnTo>
                  <a:lnTo>
                    <a:pt x="1715" y="2992"/>
                  </a:lnTo>
                  <a:cubicBezTo>
                    <a:pt x="1715" y="2992"/>
                    <a:pt x="1631" y="3175"/>
                    <a:pt x="1500" y="3452"/>
                  </a:cubicBezTo>
                  <a:cubicBezTo>
                    <a:pt x="1291" y="3900"/>
                    <a:pt x="966" y="4592"/>
                    <a:pt x="685" y="5182"/>
                  </a:cubicBezTo>
                  <a:cubicBezTo>
                    <a:pt x="686" y="5181"/>
                    <a:pt x="686" y="5181"/>
                    <a:pt x="688" y="5181"/>
                  </a:cubicBezTo>
                  <a:cubicBezTo>
                    <a:pt x="688" y="5181"/>
                    <a:pt x="686" y="5193"/>
                    <a:pt x="683" y="5220"/>
                  </a:cubicBezTo>
                  <a:cubicBezTo>
                    <a:pt x="623" y="5635"/>
                    <a:pt x="111" y="9176"/>
                    <a:pt x="1" y="10868"/>
                  </a:cubicBezTo>
                  <a:lnTo>
                    <a:pt x="6388" y="10868"/>
                  </a:lnTo>
                  <a:cubicBezTo>
                    <a:pt x="6384" y="10794"/>
                    <a:pt x="6382" y="10707"/>
                    <a:pt x="6379" y="10609"/>
                  </a:cubicBezTo>
                  <a:cubicBezTo>
                    <a:pt x="6379" y="10600"/>
                    <a:pt x="6378" y="10593"/>
                    <a:pt x="6378" y="10584"/>
                  </a:cubicBezTo>
                  <a:cubicBezTo>
                    <a:pt x="6314" y="8588"/>
                    <a:pt x="6086" y="2256"/>
                    <a:pt x="5654" y="311"/>
                  </a:cubicBezTo>
                  <a:cubicBezTo>
                    <a:pt x="5654" y="311"/>
                    <a:pt x="5459" y="222"/>
                    <a:pt x="5147" y="133"/>
                  </a:cubicBezTo>
                  <a:cubicBezTo>
                    <a:pt x="5089" y="118"/>
                    <a:pt x="5028" y="101"/>
                    <a:pt x="4962" y="86"/>
                  </a:cubicBezTo>
                  <a:lnTo>
                    <a:pt x="4962" y="86"/>
                  </a:lnTo>
                  <a:cubicBezTo>
                    <a:pt x="4973" y="719"/>
                    <a:pt x="4962" y="2033"/>
                    <a:pt x="4911" y="2576"/>
                  </a:cubicBezTo>
                  <a:cubicBezTo>
                    <a:pt x="4911" y="2576"/>
                    <a:pt x="4725" y="2600"/>
                    <a:pt x="4397" y="2600"/>
                  </a:cubicBezTo>
                  <a:cubicBezTo>
                    <a:pt x="4012" y="2600"/>
                    <a:pt x="3431" y="2567"/>
                    <a:pt x="2722" y="2423"/>
                  </a:cubicBezTo>
                  <a:cubicBezTo>
                    <a:pt x="2722" y="2423"/>
                    <a:pt x="2829" y="1130"/>
                    <a:pt x="2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0"/>
            <p:cNvSpPr/>
            <p:nvPr/>
          </p:nvSpPr>
          <p:spPr>
            <a:xfrm>
              <a:off x="4202730" y="2948555"/>
              <a:ext cx="728761" cy="1050706"/>
            </a:xfrm>
            <a:custGeom>
              <a:avLst/>
              <a:gdLst/>
              <a:ahLst/>
              <a:cxnLst/>
              <a:rect l="l" t="t" r="r" b="b"/>
              <a:pathLst>
                <a:path w="5444" h="7849" extrusionOk="0">
                  <a:moveTo>
                    <a:pt x="702" y="1728"/>
                  </a:moveTo>
                  <a:cubicBezTo>
                    <a:pt x="702" y="1728"/>
                    <a:pt x="701" y="1729"/>
                    <a:pt x="701" y="1730"/>
                  </a:cubicBezTo>
                  <a:cubicBezTo>
                    <a:pt x="702" y="1729"/>
                    <a:pt x="702" y="1729"/>
                    <a:pt x="702" y="1728"/>
                  </a:cubicBezTo>
                  <a:close/>
                  <a:moveTo>
                    <a:pt x="1518" y="0"/>
                  </a:moveTo>
                  <a:cubicBezTo>
                    <a:pt x="1308" y="446"/>
                    <a:pt x="983" y="1138"/>
                    <a:pt x="702" y="1728"/>
                  </a:cubicBezTo>
                  <a:lnTo>
                    <a:pt x="702" y="1728"/>
                  </a:lnTo>
                  <a:cubicBezTo>
                    <a:pt x="703" y="1728"/>
                    <a:pt x="704" y="1728"/>
                    <a:pt x="704" y="1728"/>
                  </a:cubicBezTo>
                  <a:cubicBezTo>
                    <a:pt x="704" y="1728"/>
                    <a:pt x="59" y="6142"/>
                    <a:pt x="0" y="7739"/>
                  </a:cubicBezTo>
                  <a:cubicBezTo>
                    <a:pt x="0" y="7739"/>
                    <a:pt x="1807" y="7849"/>
                    <a:pt x="3705" y="7849"/>
                  </a:cubicBezTo>
                  <a:cubicBezTo>
                    <a:pt x="4293" y="7849"/>
                    <a:pt x="4889" y="7838"/>
                    <a:pt x="5444" y="7810"/>
                  </a:cubicBezTo>
                  <a:cubicBezTo>
                    <a:pt x="5197" y="7647"/>
                    <a:pt x="4970" y="7456"/>
                    <a:pt x="4734" y="7245"/>
                  </a:cubicBezTo>
                  <a:cubicBezTo>
                    <a:pt x="4220" y="6780"/>
                    <a:pt x="3675" y="6370"/>
                    <a:pt x="3299" y="5777"/>
                  </a:cubicBezTo>
                  <a:cubicBezTo>
                    <a:pt x="2942" y="5215"/>
                    <a:pt x="2616" y="4570"/>
                    <a:pt x="2348" y="3958"/>
                  </a:cubicBezTo>
                  <a:cubicBezTo>
                    <a:pt x="1850" y="2830"/>
                    <a:pt x="1729" y="1547"/>
                    <a:pt x="1561" y="336"/>
                  </a:cubicBezTo>
                  <a:cubicBezTo>
                    <a:pt x="1544" y="223"/>
                    <a:pt x="1530" y="111"/>
                    <a:pt x="15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0"/>
            <p:cNvSpPr/>
            <p:nvPr/>
          </p:nvSpPr>
          <p:spPr>
            <a:xfrm>
              <a:off x="4634180" y="2330099"/>
              <a:ext cx="201333" cy="316725"/>
            </a:xfrm>
            <a:custGeom>
              <a:avLst/>
              <a:gdLst/>
              <a:ahLst/>
              <a:cxnLst/>
              <a:rect l="l" t="t" r="r" b="b"/>
              <a:pathLst>
                <a:path w="1504" h="2366" extrusionOk="0">
                  <a:moveTo>
                    <a:pt x="310" y="1"/>
                  </a:moveTo>
                  <a:lnTo>
                    <a:pt x="146" y="1060"/>
                  </a:lnTo>
                  <a:lnTo>
                    <a:pt x="56" y="1633"/>
                  </a:lnTo>
                  <a:cubicBezTo>
                    <a:pt x="0" y="1984"/>
                    <a:pt x="245" y="2313"/>
                    <a:pt x="598" y="2360"/>
                  </a:cubicBezTo>
                  <a:cubicBezTo>
                    <a:pt x="628" y="2364"/>
                    <a:pt x="658" y="2366"/>
                    <a:pt x="689" y="2366"/>
                  </a:cubicBezTo>
                  <a:cubicBezTo>
                    <a:pt x="705" y="2366"/>
                    <a:pt x="722" y="2365"/>
                    <a:pt x="739" y="2364"/>
                  </a:cubicBezTo>
                  <a:cubicBezTo>
                    <a:pt x="1034" y="2340"/>
                    <a:pt x="1283" y="2106"/>
                    <a:pt x="1315" y="1798"/>
                  </a:cubicBezTo>
                  <a:lnTo>
                    <a:pt x="1375" y="1252"/>
                  </a:lnTo>
                  <a:lnTo>
                    <a:pt x="1504" y="52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rgbClr val="FECB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4653591" y="2329831"/>
              <a:ext cx="181923" cy="171213"/>
            </a:xfrm>
            <a:custGeom>
              <a:avLst/>
              <a:gdLst/>
              <a:ahLst/>
              <a:cxnLst/>
              <a:rect l="l" t="t" r="r" b="b"/>
              <a:pathLst>
                <a:path w="1359" h="1279" extrusionOk="0">
                  <a:moveTo>
                    <a:pt x="165" y="1"/>
                  </a:moveTo>
                  <a:lnTo>
                    <a:pt x="1" y="1060"/>
                  </a:lnTo>
                  <a:cubicBezTo>
                    <a:pt x="222" y="1211"/>
                    <a:pt x="515" y="1278"/>
                    <a:pt x="776" y="1278"/>
                  </a:cubicBezTo>
                  <a:cubicBezTo>
                    <a:pt x="819" y="1278"/>
                    <a:pt x="862" y="1276"/>
                    <a:pt x="903" y="1273"/>
                  </a:cubicBezTo>
                  <a:cubicBezTo>
                    <a:pt x="1012" y="1262"/>
                    <a:pt x="1121" y="1262"/>
                    <a:pt x="1230" y="1254"/>
                  </a:cubicBezTo>
                  <a:lnTo>
                    <a:pt x="1359" y="54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FFB3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0"/>
            <p:cNvSpPr/>
            <p:nvPr/>
          </p:nvSpPr>
          <p:spPr>
            <a:xfrm>
              <a:off x="4473541" y="1855279"/>
              <a:ext cx="176434" cy="364113"/>
            </a:xfrm>
            <a:custGeom>
              <a:avLst/>
              <a:gdLst/>
              <a:ahLst/>
              <a:cxnLst/>
              <a:rect l="l" t="t" r="r" b="b"/>
              <a:pathLst>
                <a:path w="1318" h="2720" extrusionOk="0">
                  <a:moveTo>
                    <a:pt x="719" y="0"/>
                  </a:moveTo>
                  <a:cubicBezTo>
                    <a:pt x="628" y="0"/>
                    <a:pt x="540" y="26"/>
                    <a:pt x="459" y="74"/>
                  </a:cubicBezTo>
                  <a:cubicBezTo>
                    <a:pt x="289" y="176"/>
                    <a:pt x="159" y="372"/>
                    <a:pt x="101" y="558"/>
                  </a:cubicBezTo>
                  <a:cubicBezTo>
                    <a:pt x="0" y="883"/>
                    <a:pt x="73" y="1268"/>
                    <a:pt x="156" y="1589"/>
                  </a:cubicBezTo>
                  <a:cubicBezTo>
                    <a:pt x="246" y="1931"/>
                    <a:pt x="332" y="2374"/>
                    <a:pt x="609" y="2614"/>
                  </a:cubicBezTo>
                  <a:cubicBezTo>
                    <a:pt x="645" y="2644"/>
                    <a:pt x="727" y="2719"/>
                    <a:pt x="786" y="2719"/>
                  </a:cubicBezTo>
                  <a:cubicBezTo>
                    <a:pt x="795" y="2719"/>
                    <a:pt x="803" y="2718"/>
                    <a:pt x="811" y="2714"/>
                  </a:cubicBezTo>
                  <a:cubicBezTo>
                    <a:pt x="854" y="2691"/>
                    <a:pt x="890" y="2480"/>
                    <a:pt x="902" y="2444"/>
                  </a:cubicBezTo>
                  <a:cubicBezTo>
                    <a:pt x="960" y="2230"/>
                    <a:pt x="988" y="2008"/>
                    <a:pt x="1044" y="1793"/>
                  </a:cubicBezTo>
                  <a:cubicBezTo>
                    <a:pt x="1153" y="1370"/>
                    <a:pt x="1317" y="935"/>
                    <a:pt x="1312" y="494"/>
                  </a:cubicBezTo>
                  <a:cubicBezTo>
                    <a:pt x="1307" y="248"/>
                    <a:pt x="1199" y="171"/>
                    <a:pt x="1040" y="90"/>
                  </a:cubicBezTo>
                  <a:cubicBezTo>
                    <a:pt x="965" y="82"/>
                    <a:pt x="894" y="25"/>
                    <a:pt x="816" y="10"/>
                  </a:cubicBezTo>
                  <a:cubicBezTo>
                    <a:pt x="783" y="3"/>
                    <a:pt x="751" y="0"/>
                    <a:pt x="7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0"/>
            <p:cNvSpPr/>
            <p:nvPr/>
          </p:nvSpPr>
          <p:spPr>
            <a:xfrm>
              <a:off x="4497905" y="2108418"/>
              <a:ext cx="103076" cy="145377"/>
            </a:xfrm>
            <a:custGeom>
              <a:avLst/>
              <a:gdLst/>
              <a:ahLst/>
              <a:cxnLst/>
              <a:rect l="l" t="t" r="r" b="b"/>
              <a:pathLst>
                <a:path w="770" h="1086" extrusionOk="0">
                  <a:moveTo>
                    <a:pt x="379" y="0"/>
                  </a:moveTo>
                  <a:cubicBezTo>
                    <a:pt x="351" y="0"/>
                    <a:pt x="319" y="5"/>
                    <a:pt x="286" y="17"/>
                  </a:cubicBezTo>
                  <a:cubicBezTo>
                    <a:pt x="0" y="112"/>
                    <a:pt x="100" y="506"/>
                    <a:pt x="162" y="711"/>
                  </a:cubicBezTo>
                  <a:cubicBezTo>
                    <a:pt x="200" y="839"/>
                    <a:pt x="368" y="1085"/>
                    <a:pt x="535" y="1085"/>
                  </a:cubicBezTo>
                  <a:cubicBezTo>
                    <a:pt x="579" y="1085"/>
                    <a:pt x="623" y="1068"/>
                    <a:pt x="664" y="1028"/>
                  </a:cubicBezTo>
                  <a:cubicBezTo>
                    <a:pt x="770" y="926"/>
                    <a:pt x="739" y="763"/>
                    <a:pt x="727" y="575"/>
                  </a:cubicBezTo>
                  <a:cubicBezTo>
                    <a:pt x="709" y="376"/>
                    <a:pt x="626" y="0"/>
                    <a:pt x="379" y="0"/>
                  </a:cubicBezTo>
                  <a:close/>
                </a:path>
              </a:pathLst>
            </a:custGeom>
            <a:solidFill>
              <a:srgbClr val="FFB3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0"/>
            <p:cNvSpPr/>
            <p:nvPr/>
          </p:nvSpPr>
          <p:spPr>
            <a:xfrm>
              <a:off x="4921590" y="2151389"/>
              <a:ext cx="129314" cy="136141"/>
            </a:xfrm>
            <a:custGeom>
              <a:avLst/>
              <a:gdLst/>
              <a:ahLst/>
              <a:cxnLst/>
              <a:rect l="l" t="t" r="r" b="b"/>
              <a:pathLst>
                <a:path w="966" h="1017" extrusionOk="0">
                  <a:moveTo>
                    <a:pt x="570" y="1"/>
                  </a:moveTo>
                  <a:cubicBezTo>
                    <a:pt x="363" y="1"/>
                    <a:pt x="204" y="296"/>
                    <a:pt x="138" y="466"/>
                  </a:cubicBezTo>
                  <a:cubicBezTo>
                    <a:pt x="76" y="643"/>
                    <a:pt x="0" y="790"/>
                    <a:pt x="73" y="918"/>
                  </a:cubicBezTo>
                  <a:cubicBezTo>
                    <a:pt x="113" y="989"/>
                    <a:pt x="171" y="1016"/>
                    <a:pt x="234" y="1016"/>
                  </a:cubicBezTo>
                  <a:cubicBezTo>
                    <a:pt x="388" y="1016"/>
                    <a:pt x="578" y="854"/>
                    <a:pt x="644" y="754"/>
                  </a:cubicBezTo>
                  <a:cubicBezTo>
                    <a:pt x="761" y="571"/>
                    <a:pt x="966" y="221"/>
                    <a:pt x="717" y="52"/>
                  </a:cubicBezTo>
                  <a:cubicBezTo>
                    <a:pt x="666" y="16"/>
                    <a:pt x="617" y="1"/>
                    <a:pt x="570" y="1"/>
                  </a:cubicBezTo>
                  <a:close/>
                </a:path>
              </a:pathLst>
            </a:custGeom>
            <a:solidFill>
              <a:srgbClr val="FFB3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0"/>
            <p:cNvSpPr/>
            <p:nvPr/>
          </p:nvSpPr>
          <p:spPr>
            <a:xfrm>
              <a:off x="4581303" y="1867997"/>
              <a:ext cx="414312" cy="584455"/>
            </a:xfrm>
            <a:custGeom>
              <a:avLst/>
              <a:gdLst/>
              <a:ahLst/>
              <a:cxnLst/>
              <a:rect l="l" t="t" r="r" b="b"/>
              <a:pathLst>
                <a:path w="3095" h="4366" extrusionOk="0">
                  <a:moveTo>
                    <a:pt x="1677" y="0"/>
                  </a:moveTo>
                  <a:cubicBezTo>
                    <a:pt x="1172" y="0"/>
                    <a:pt x="697" y="249"/>
                    <a:pt x="452" y="402"/>
                  </a:cubicBezTo>
                  <a:cubicBezTo>
                    <a:pt x="339" y="471"/>
                    <a:pt x="264" y="586"/>
                    <a:pt x="244" y="717"/>
                  </a:cubicBezTo>
                  <a:cubicBezTo>
                    <a:pt x="131" y="1418"/>
                    <a:pt x="27" y="2778"/>
                    <a:pt x="5" y="3095"/>
                  </a:cubicBezTo>
                  <a:cubicBezTo>
                    <a:pt x="1" y="3141"/>
                    <a:pt x="5" y="3188"/>
                    <a:pt x="16" y="3234"/>
                  </a:cubicBezTo>
                  <a:cubicBezTo>
                    <a:pt x="175" y="3867"/>
                    <a:pt x="809" y="4208"/>
                    <a:pt x="1080" y="4328"/>
                  </a:cubicBezTo>
                  <a:cubicBezTo>
                    <a:pt x="1138" y="4352"/>
                    <a:pt x="1200" y="4365"/>
                    <a:pt x="1262" y="4365"/>
                  </a:cubicBezTo>
                  <a:cubicBezTo>
                    <a:pt x="1286" y="4365"/>
                    <a:pt x="1310" y="4363"/>
                    <a:pt x="1334" y="4359"/>
                  </a:cubicBezTo>
                  <a:cubicBezTo>
                    <a:pt x="1991" y="4254"/>
                    <a:pt x="2378" y="3924"/>
                    <a:pt x="2542" y="3749"/>
                  </a:cubicBezTo>
                  <a:cubicBezTo>
                    <a:pt x="2602" y="3685"/>
                    <a:pt x="2641" y="3607"/>
                    <a:pt x="2657" y="3521"/>
                  </a:cubicBezTo>
                  <a:lnTo>
                    <a:pt x="3076" y="1274"/>
                  </a:lnTo>
                  <a:cubicBezTo>
                    <a:pt x="3095" y="1181"/>
                    <a:pt x="3083" y="1084"/>
                    <a:pt x="3042" y="998"/>
                  </a:cubicBezTo>
                  <a:cubicBezTo>
                    <a:pt x="2679" y="231"/>
                    <a:pt x="2164" y="0"/>
                    <a:pt x="1677" y="0"/>
                  </a:cubicBezTo>
                  <a:close/>
                </a:path>
              </a:pathLst>
            </a:custGeom>
            <a:solidFill>
              <a:srgbClr val="FECB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0"/>
            <p:cNvSpPr/>
            <p:nvPr/>
          </p:nvSpPr>
          <p:spPr>
            <a:xfrm>
              <a:off x="4564838" y="2031178"/>
              <a:ext cx="428770" cy="441755"/>
            </a:xfrm>
            <a:custGeom>
              <a:avLst/>
              <a:gdLst/>
              <a:ahLst/>
              <a:cxnLst/>
              <a:rect l="l" t="t" r="r" b="b"/>
              <a:pathLst>
                <a:path w="3203" h="3300" extrusionOk="0">
                  <a:moveTo>
                    <a:pt x="199" y="15"/>
                  </a:moveTo>
                  <a:lnTo>
                    <a:pt x="199" y="15"/>
                  </a:lnTo>
                  <a:cubicBezTo>
                    <a:pt x="199" y="15"/>
                    <a:pt x="199" y="15"/>
                    <a:pt x="199" y="15"/>
                  </a:cubicBezTo>
                  <a:lnTo>
                    <a:pt x="199" y="15"/>
                  </a:lnTo>
                  <a:cubicBezTo>
                    <a:pt x="199" y="15"/>
                    <a:pt x="199" y="15"/>
                    <a:pt x="199" y="15"/>
                  </a:cubicBezTo>
                  <a:close/>
                  <a:moveTo>
                    <a:pt x="199" y="15"/>
                  </a:moveTo>
                  <a:cubicBezTo>
                    <a:pt x="258" y="27"/>
                    <a:pt x="144" y="737"/>
                    <a:pt x="138" y="796"/>
                  </a:cubicBezTo>
                  <a:cubicBezTo>
                    <a:pt x="133" y="874"/>
                    <a:pt x="121" y="953"/>
                    <a:pt x="107" y="1033"/>
                  </a:cubicBezTo>
                  <a:cubicBezTo>
                    <a:pt x="61" y="1313"/>
                    <a:pt x="1" y="1596"/>
                    <a:pt x="26" y="1876"/>
                  </a:cubicBezTo>
                  <a:cubicBezTo>
                    <a:pt x="46" y="2082"/>
                    <a:pt x="153" y="2254"/>
                    <a:pt x="246" y="2435"/>
                  </a:cubicBezTo>
                  <a:cubicBezTo>
                    <a:pt x="465" y="2858"/>
                    <a:pt x="762" y="3217"/>
                    <a:pt x="1260" y="3289"/>
                  </a:cubicBezTo>
                  <a:cubicBezTo>
                    <a:pt x="1313" y="3296"/>
                    <a:pt x="1365" y="3300"/>
                    <a:pt x="1416" y="3300"/>
                  </a:cubicBezTo>
                  <a:cubicBezTo>
                    <a:pt x="1821" y="3300"/>
                    <a:pt x="2181" y="3075"/>
                    <a:pt x="2488" y="2822"/>
                  </a:cubicBezTo>
                  <a:cubicBezTo>
                    <a:pt x="2789" y="2573"/>
                    <a:pt x="2846" y="2238"/>
                    <a:pt x="2922" y="1878"/>
                  </a:cubicBezTo>
                  <a:cubicBezTo>
                    <a:pt x="3005" y="1485"/>
                    <a:pt x="3082" y="1087"/>
                    <a:pt x="3133" y="690"/>
                  </a:cubicBezTo>
                  <a:cubicBezTo>
                    <a:pt x="3140" y="640"/>
                    <a:pt x="3198" y="40"/>
                    <a:pt x="3202" y="39"/>
                  </a:cubicBezTo>
                  <a:lnTo>
                    <a:pt x="3202" y="39"/>
                  </a:lnTo>
                  <a:cubicBezTo>
                    <a:pt x="3156" y="40"/>
                    <a:pt x="3109" y="45"/>
                    <a:pt x="3064" y="45"/>
                  </a:cubicBezTo>
                  <a:cubicBezTo>
                    <a:pt x="3042" y="45"/>
                    <a:pt x="3020" y="44"/>
                    <a:pt x="2998" y="40"/>
                  </a:cubicBezTo>
                  <a:lnTo>
                    <a:pt x="2998" y="40"/>
                  </a:lnTo>
                  <a:cubicBezTo>
                    <a:pt x="3015" y="51"/>
                    <a:pt x="2956" y="302"/>
                    <a:pt x="2952" y="325"/>
                  </a:cubicBezTo>
                  <a:cubicBezTo>
                    <a:pt x="2922" y="500"/>
                    <a:pt x="2895" y="676"/>
                    <a:pt x="2865" y="852"/>
                  </a:cubicBezTo>
                  <a:cubicBezTo>
                    <a:pt x="2789" y="1287"/>
                    <a:pt x="2670" y="1714"/>
                    <a:pt x="2516" y="2127"/>
                  </a:cubicBezTo>
                  <a:cubicBezTo>
                    <a:pt x="2405" y="2423"/>
                    <a:pt x="2219" y="2674"/>
                    <a:pt x="1898" y="2758"/>
                  </a:cubicBezTo>
                  <a:cubicBezTo>
                    <a:pt x="1756" y="2794"/>
                    <a:pt x="1607" y="2816"/>
                    <a:pt x="1459" y="2816"/>
                  </a:cubicBezTo>
                  <a:cubicBezTo>
                    <a:pt x="1232" y="2816"/>
                    <a:pt x="1006" y="2765"/>
                    <a:pt x="814" y="2636"/>
                  </a:cubicBezTo>
                  <a:cubicBezTo>
                    <a:pt x="6" y="2097"/>
                    <a:pt x="421" y="1114"/>
                    <a:pt x="480" y="341"/>
                  </a:cubicBezTo>
                  <a:cubicBezTo>
                    <a:pt x="485" y="269"/>
                    <a:pt x="521" y="143"/>
                    <a:pt x="482" y="78"/>
                  </a:cubicBezTo>
                  <a:cubicBezTo>
                    <a:pt x="436" y="0"/>
                    <a:pt x="278" y="31"/>
                    <a:pt x="199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4573940" y="1804143"/>
              <a:ext cx="527830" cy="313646"/>
            </a:xfrm>
            <a:custGeom>
              <a:avLst/>
              <a:gdLst/>
              <a:ahLst/>
              <a:cxnLst/>
              <a:rect l="l" t="t" r="r" b="b"/>
              <a:pathLst>
                <a:path w="3943" h="2343" extrusionOk="0">
                  <a:moveTo>
                    <a:pt x="1170" y="1"/>
                  </a:moveTo>
                  <a:cubicBezTo>
                    <a:pt x="941" y="1"/>
                    <a:pt x="706" y="26"/>
                    <a:pt x="504" y="96"/>
                  </a:cubicBezTo>
                  <a:cubicBezTo>
                    <a:pt x="347" y="150"/>
                    <a:pt x="159" y="259"/>
                    <a:pt x="81" y="412"/>
                  </a:cubicBezTo>
                  <a:cubicBezTo>
                    <a:pt x="0" y="561"/>
                    <a:pt x="16" y="714"/>
                    <a:pt x="41" y="916"/>
                  </a:cubicBezTo>
                  <a:cubicBezTo>
                    <a:pt x="110" y="1101"/>
                    <a:pt x="300" y="1269"/>
                    <a:pt x="427" y="1410"/>
                  </a:cubicBezTo>
                  <a:cubicBezTo>
                    <a:pt x="614" y="1618"/>
                    <a:pt x="829" y="1878"/>
                    <a:pt x="1112" y="1952"/>
                  </a:cubicBezTo>
                  <a:cubicBezTo>
                    <a:pt x="1157" y="1964"/>
                    <a:pt x="1198" y="1970"/>
                    <a:pt x="1234" y="1970"/>
                  </a:cubicBezTo>
                  <a:cubicBezTo>
                    <a:pt x="1338" y="1970"/>
                    <a:pt x="1400" y="1914"/>
                    <a:pt x="1400" y="1772"/>
                  </a:cubicBezTo>
                  <a:cubicBezTo>
                    <a:pt x="1400" y="1610"/>
                    <a:pt x="1356" y="1430"/>
                    <a:pt x="1300" y="1280"/>
                  </a:cubicBezTo>
                  <a:lnTo>
                    <a:pt x="1300" y="1280"/>
                  </a:lnTo>
                  <a:cubicBezTo>
                    <a:pt x="1539" y="1619"/>
                    <a:pt x="1808" y="2003"/>
                    <a:pt x="2214" y="2162"/>
                  </a:cubicBezTo>
                  <a:cubicBezTo>
                    <a:pt x="2244" y="2173"/>
                    <a:pt x="2270" y="2179"/>
                    <a:pt x="2292" y="2179"/>
                  </a:cubicBezTo>
                  <a:cubicBezTo>
                    <a:pt x="2523" y="2179"/>
                    <a:pt x="2385" y="1609"/>
                    <a:pt x="2313" y="1472"/>
                  </a:cubicBezTo>
                  <a:lnTo>
                    <a:pt x="2313" y="1472"/>
                  </a:lnTo>
                  <a:cubicBezTo>
                    <a:pt x="2408" y="1582"/>
                    <a:pt x="2476" y="1716"/>
                    <a:pt x="2577" y="1827"/>
                  </a:cubicBezTo>
                  <a:cubicBezTo>
                    <a:pt x="2727" y="1997"/>
                    <a:pt x="2885" y="2229"/>
                    <a:pt x="3099" y="2321"/>
                  </a:cubicBezTo>
                  <a:cubicBezTo>
                    <a:pt x="3133" y="2336"/>
                    <a:pt x="3168" y="2343"/>
                    <a:pt x="3204" y="2343"/>
                  </a:cubicBezTo>
                  <a:cubicBezTo>
                    <a:pt x="3300" y="2343"/>
                    <a:pt x="3396" y="2292"/>
                    <a:pt x="3437" y="2201"/>
                  </a:cubicBezTo>
                  <a:cubicBezTo>
                    <a:pt x="3488" y="2088"/>
                    <a:pt x="3447" y="1931"/>
                    <a:pt x="3415" y="1820"/>
                  </a:cubicBezTo>
                  <a:cubicBezTo>
                    <a:pt x="3416" y="1819"/>
                    <a:pt x="3418" y="1818"/>
                    <a:pt x="3421" y="1818"/>
                  </a:cubicBezTo>
                  <a:cubicBezTo>
                    <a:pt x="3423" y="1818"/>
                    <a:pt x="3425" y="1819"/>
                    <a:pt x="3428" y="1820"/>
                  </a:cubicBezTo>
                  <a:cubicBezTo>
                    <a:pt x="3468" y="1925"/>
                    <a:pt x="3552" y="2052"/>
                    <a:pt x="3655" y="2052"/>
                  </a:cubicBezTo>
                  <a:cubicBezTo>
                    <a:pt x="3691" y="2052"/>
                    <a:pt x="3729" y="2037"/>
                    <a:pt x="3768" y="2001"/>
                  </a:cubicBezTo>
                  <a:cubicBezTo>
                    <a:pt x="3943" y="1838"/>
                    <a:pt x="3855" y="1481"/>
                    <a:pt x="3779" y="1291"/>
                  </a:cubicBezTo>
                  <a:cubicBezTo>
                    <a:pt x="3556" y="728"/>
                    <a:pt x="2936" y="366"/>
                    <a:pt x="2388" y="186"/>
                  </a:cubicBezTo>
                  <a:cubicBezTo>
                    <a:pt x="2121" y="98"/>
                    <a:pt x="1829" y="53"/>
                    <a:pt x="1550" y="22"/>
                  </a:cubicBezTo>
                  <a:cubicBezTo>
                    <a:pt x="1430" y="9"/>
                    <a:pt x="1301" y="1"/>
                    <a:pt x="11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4640606" y="2255536"/>
              <a:ext cx="221814" cy="173355"/>
            </a:xfrm>
            <a:custGeom>
              <a:avLst/>
              <a:gdLst/>
              <a:ahLst/>
              <a:cxnLst/>
              <a:rect l="l" t="t" r="r" b="b"/>
              <a:pathLst>
                <a:path w="1657" h="1295" extrusionOk="0">
                  <a:moveTo>
                    <a:pt x="868" y="0"/>
                  </a:moveTo>
                  <a:cubicBezTo>
                    <a:pt x="629" y="0"/>
                    <a:pt x="390" y="124"/>
                    <a:pt x="251" y="315"/>
                  </a:cubicBezTo>
                  <a:cubicBezTo>
                    <a:pt x="177" y="417"/>
                    <a:pt x="125" y="517"/>
                    <a:pt x="85" y="634"/>
                  </a:cubicBezTo>
                  <a:cubicBezTo>
                    <a:pt x="47" y="753"/>
                    <a:pt x="41" y="878"/>
                    <a:pt x="1" y="995"/>
                  </a:cubicBezTo>
                  <a:cubicBezTo>
                    <a:pt x="36" y="1047"/>
                    <a:pt x="32" y="1146"/>
                    <a:pt x="134" y="1161"/>
                  </a:cubicBezTo>
                  <a:cubicBezTo>
                    <a:pt x="142" y="1163"/>
                    <a:pt x="151" y="1164"/>
                    <a:pt x="159" y="1164"/>
                  </a:cubicBezTo>
                  <a:cubicBezTo>
                    <a:pt x="236" y="1164"/>
                    <a:pt x="297" y="1103"/>
                    <a:pt x="330" y="1037"/>
                  </a:cubicBezTo>
                  <a:cubicBezTo>
                    <a:pt x="446" y="811"/>
                    <a:pt x="441" y="469"/>
                    <a:pt x="701" y="345"/>
                  </a:cubicBezTo>
                  <a:cubicBezTo>
                    <a:pt x="755" y="319"/>
                    <a:pt x="825" y="305"/>
                    <a:pt x="897" y="305"/>
                  </a:cubicBezTo>
                  <a:cubicBezTo>
                    <a:pt x="1022" y="305"/>
                    <a:pt x="1154" y="346"/>
                    <a:pt x="1218" y="435"/>
                  </a:cubicBezTo>
                  <a:cubicBezTo>
                    <a:pt x="1344" y="609"/>
                    <a:pt x="1326" y="887"/>
                    <a:pt x="1313" y="1090"/>
                  </a:cubicBezTo>
                  <a:cubicBezTo>
                    <a:pt x="1310" y="1154"/>
                    <a:pt x="1286" y="1271"/>
                    <a:pt x="1367" y="1291"/>
                  </a:cubicBezTo>
                  <a:cubicBezTo>
                    <a:pt x="1375" y="1293"/>
                    <a:pt x="1384" y="1294"/>
                    <a:pt x="1392" y="1294"/>
                  </a:cubicBezTo>
                  <a:cubicBezTo>
                    <a:pt x="1455" y="1294"/>
                    <a:pt x="1524" y="1247"/>
                    <a:pt x="1556" y="1202"/>
                  </a:cubicBezTo>
                  <a:cubicBezTo>
                    <a:pt x="1656" y="1057"/>
                    <a:pt x="1630" y="786"/>
                    <a:pt x="1604" y="622"/>
                  </a:cubicBezTo>
                  <a:cubicBezTo>
                    <a:pt x="1549" y="295"/>
                    <a:pt x="1305" y="67"/>
                    <a:pt x="985" y="10"/>
                  </a:cubicBezTo>
                  <a:cubicBezTo>
                    <a:pt x="946" y="3"/>
                    <a:pt x="907" y="0"/>
                    <a:pt x="8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4562696" y="1871075"/>
              <a:ext cx="149259" cy="238414"/>
            </a:xfrm>
            <a:custGeom>
              <a:avLst/>
              <a:gdLst/>
              <a:ahLst/>
              <a:cxnLst/>
              <a:rect l="l" t="t" r="r" b="b"/>
              <a:pathLst>
                <a:path w="1115" h="1781" extrusionOk="0">
                  <a:moveTo>
                    <a:pt x="726" y="0"/>
                  </a:moveTo>
                  <a:cubicBezTo>
                    <a:pt x="601" y="0"/>
                    <a:pt x="471" y="69"/>
                    <a:pt x="384" y="147"/>
                  </a:cubicBezTo>
                  <a:cubicBezTo>
                    <a:pt x="0" y="494"/>
                    <a:pt x="17" y="1084"/>
                    <a:pt x="124" y="1548"/>
                  </a:cubicBezTo>
                  <a:cubicBezTo>
                    <a:pt x="140" y="1616"/>
                    <a:pt x="165" y="1714"/>
                    <a:pt x="220" y="1760"/>
                  </a:cubicBezTo>
                  <a:cubicBezTo>
                    <a:pt x="238" y="1775"/>
                    <a:pt x="246" y="1780"/>
                    <a:pt x="254" y="1780"/>
                  </a:cubicBezTo>
                  <a:cubicBezTo>
                    <a:pt x="262" y="1780"/>
                    <a:pt x="271" y="1776"/>
                    <a:pt x="292" y="1771"/>
                  </a:cubicBezTo>
                  <a:cubicBezTo>
                    <a:pt x="411" y="1748"/>
                    <a:pt x="535" y="1642"/>
                    <a:pt x="614" y="1555"/>
                  </a:cubicBezTo>
                  <a:cubicBezTo>
                    <a:pt x="777" y="1374"/>
                    <a:pt x="902" y="1175"/>
                    <a:pt x="982" y="943"/>
                  </a:cubicBezTo>
                  <a:cubicBezTo>
                    <a:pt x="1028" y="808"/>
                    <a:pt x="1049" y="675"/>
                    <a:pt x="1072" y="536"/>
                  </a:cubicBezTo>
                  <a:cubicBezTo>
                    <a:pt x="1084" y="468"/>
                    <a:pt x="1115" y="388"/>
                    <a:pt x="1101" y="316"/>
                  </a:cubicBezTo>
                  <a:cubicBezTo>
                    <a:pt x="1054" y="187"/>
                    <a:pt x="922" y="39"/>
                    <a:pt x="799" y="9"/>
                  </a:cubicBezTo>
                  <a:cubicBezTo>
                    <a:pt x="775" y="3"/>
                    <a:pt x="751" y="0"/>
                    <a:pt x="7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4861886" y="2195163"/>
              <a:ext cx="31324" cy="38821"/>
            </a:xfrm>
            <a:custGeom>
              <a:avLst/>
              <a:gdLst/>
              <a:ahLst/>
              <a:cxnLst/>
              <a:rect l="l" t="t" r="r" b="b"/>
              <a:pathLst>
                <a:path w="234" h="290" extrusionOk="0">
                  <a:moveTo>
                    <a:pt x="126" y="1"/>
                  </a:moveTo>
                  <a:cubicBezTo>
                    <a:pt x="67" y="1"/>
                    <a:pt x="26" y="57"/>
                    <a:pt x="12" y="109"/>
                  </a:cubicBezTo>
                  <a:cubicBezTo>
                    <a:pt x="1" y="152"/>
                    <a:pt x="0" y="208"/>
                    <a:pt x="26" y="246"/>
                  </a:cubicBezTo>
                  <a:cubicBezTo>
                    <a:pt x="45" y="275"/>
                    <a:pt x="77" y="290"/>
                    <a:pt x="110" y="290"/>
                  </a:cubicBezTo>
                  <a:cubicBezTo>
                    <a:pt x="135" y="290"/>
                    <a:pt x="160" y="281"/>
                    <a:pt x="180" y="264"/>
                  </a:cubicBezTo>
                  <a:cubicBezTo>
                    <a:pt x="225" y="226"/>
                    <a:pt x="233" y="156"/>
                    <a:pt x="222" y="100"/>
                  </a:cubicBezTo>
                  <a:cubicBezTo>
                    <a:pt x="213" y="58"/>
                    <a:pt x="187" y="8"/>
                    <a:pt x="140" y="2"/>
                  </a:cubicBezTo>
                  <a:cubicBezTo>
                    <a:pt x="135" y="1"/>
                    <a:pt x="130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4668316" y="2170531"/>
              <a:ext cx="31458" cy="38821"/>
            </a:xfrm>
            <a:custGeom>
              <a:avLst/>
              <a:gdLst/>
              <a:ahLst/>
              <a:cxnLst/>
              <a:rect l="l" t="t" r="r" b="b"/>
              <a:pathLst>
                <a:path w="235" h="290" extrusionOk="0">
                  <a:moveTo>
                    <a:pt x="127" y="1"/>
                  </a:moveTo>
                  <a:cubicBezTo>
                    <a:pt x="68" y="1"/>
                    <a:pt x="28" y="57"/>
                    <a:pt x="14" y="109"/>
                  </a:cubicBezTo>
                  <a:cubicBezTo>
                    <a:pt x="1" y="152"/>
                    <a:pt x="0" y="207"/>
                    <a:pt x="26" y="246"/>
                  </a:cubicBezTo>
                  <a:cubicBezTo>
                    <a:pt x="45" y="275"/>
                    <a:pt x="78" y="290"/>
                    <a:pt x="111" y="290"/>
                  </a:cubicBezTo>
                  <a:cubicBezTo>
                    <a:pt x="136" y="290"/>
                    <a:pt x="161" y="281"/>
                    <a:pt x="180" y="264"/>
                  </a:cubicBezTo>
                  <a:cubicBezTo>
                    <a:pt x="225" y="226"/>
                    <a:pt x="235" y="156"/>
                    <a:pt x="223" y="100"/>
                  </a:cubicBezTo>
                  <a:cubicBezTo>
                    <a:pt x="214" y="58"/>
                    <a:pt x="189" y="8"/>
                    <a:pt x="141" y="2"/>
                  </a:cubicBezTo>
                  <a:cubicBezTo>
                    <a:pt x="136" y="1"/>
                    <a:pt x="132" y="1"/>
                    <a:pt x="1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0"/>
            <p:cNvSpPr/>
            <p:nvPr/>
          </p:nvSpPr>
          <p:spPr>
            <a:xfrm>
              <a:off x="4746092" y="2149782"/>
              <a:ext cx="60373" cy="124896"/>
            </a:xfrm>
            <a:custGeom>
              <a:avLst/>
              <a:gdLst/>
              <a:ahLst/>
              <a:cxnLst/>
              <a:rect l="l" t="t" r="r" b="b"/>
              <a:pathLst>
                <a:path w="451" h="933" extrusionOk="0">
                  <a:moveTo>
                    <a:pt x="301" y="0"/>
                  </a:moveTo>
                  <a:cubicBezTo>
                    <a:pt x="242" y="0"/>
                    <a:pt x="182" y="36"/>
                    <a:pt x="157" y="112"/>
                  </a:cubicBezTo>
                  <a:cubicBezTo>
                    <a:pt x="115" y="245"/>
                    <a:pt x="84" y="382"/>
                    <a:pt x="62" y="520"/>
                  </a:cubicBezTo>
                  <a:cubicBezTo>
                    <a:pt x="41" y="642"/>
                    <a:pt x="0" y="781"/>
                    <a:pt x="89" y="880"/>
                  </a:cubicBezTo>
                  <a:cubicBezTo>
                    <a:pt x="118" y="912"/>
                    <a:pt x="155" y="932"/>
                    <a:pt x="194" y="932"/>
                  </a:cubicBezTo>
                  <a:cubicBezTo>
                    <a:pt x="217" y="932"/>
                    <a:pt x="240" y="925"/>
                    <a:pt x="262" y="910"/>
                  </a:cubicBezTo>
                  <a:cubicBezTo>
                    <a:pt x="376" y="832"/>
                    <a:pt x="371" y="706"/>
                    <a:pt x="387" y="580"/>
                  </a:cubicBezTo>
                  <a:cubicBezTo>
                    <a:pt x="407" y="441"/>
                    <a:pt x="426" y="303"/>
                    <a:pt x="440" y="164"/>
                  </a:cubicBezTo>
                  <a:cubicBezTo>
                    <a:pt x="450" y="59"/>
                    <a:pt x="377" y="0"/>
                    <a:pt x="301" y="0"/>
                  </a:cubicBezTo>
                  <a:close/>
                </a:path>
              </a:pathLst>
            </a:custGeom>
            <a:solidFill>
              <a:srgbClr val="FFB3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0"/>
            <p:cNvSpPr/>
            <p:nvPr/>
          </p:nvSpPr>
          <p:spPr>
            <a:xfrm>
              <a:off x="4717311" y="2311090"/>
              <a:ext cx="87146" cy="50601"/>
            </a:xfrm>
            <a:custGeom>
              <a:avLst/>
              <a:gdLst/>
              <a:ahLst/>
              <a:cxnLst/>
              <a:rect l="l" t="t" r="r" b="b"/>
              <a:pathLst>
                <a:path w="651" h="378" extrusionOk="0">
                  <a:moveTo>
                    <a:pt x="50" y="1"/>
                  </a:moveTo>
                  <a:lnTo>
                    <a:pt x="50" y="1"/>
                  </a:lnTo>
                  <a:cubicBezTo>
                    <a:pt x="1" y="334"/>
                    <a:pt x="321" y="373"/>
                    <a:pt x="320" y="374"/>
                  </a:cubicBezTo>
                  <a:cubicBezTo>
                    <a:pt x="336" y="376"/>
                    <a:pt x="351" y="377"/>
                    <a:pt x="366" y="377"/>
                  </a:cubicBezTo>
                  <a:cubicBezTo>
                    <a:pt x="624" y="377"/>
                    <a:pt x="650" y="59"/>
                    <a:pt x="650" y="59"/>
                  </a:cubicBezTo>
                  <a:cubicBezTo>
                    <a:pt x="427" y="12"/>
                    <a:pt x="50" y="1"/>
                    <a:pt x="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0"/>
            <p:cNvSpPr/>
            <p:nvPr/>
          </p:nvSpPr>
          <p:spPr>
            <a:xfrm>
              <a:off x="4543821" y="2082314"/>
              <a:ext cx="420336" cy="186474"/>
            </a:xfrm>
            <a:custGeom>
              <a:avLst/>
              <a:gdLst/>
              <a:ahLst/>
              <a:cxnLst/>
              <a:rect l="l" t="t" r="r" b="b"/>
              <a:pathLst>
                <a:path w="3140" h="1393" extrusionOk="0">
                  <a:moveTo>
                    <a:pt x="1114" y="174"/>
                  </a:moveTo>
                  <a:cubicBezTo>
                    <a:pt x="1186" y="174"/>
                    <a:pt x="1257" y="190"/>
                    <a:pt x="1322" y="222"/>
                  </a:cubicBezTo>
                  <a:cubicBezTo>
                    <a:pt x="1356" y="242"/>
                    <a:pt x="1389" y="267"/>
                    <a:pt x="1417" y="298"/>
                  </a:cubicBezTo>
                  <a:cubicBezTo>
                    <a:pt x="1534" y="416"/>
                    <a:pt x="1576" y="580"/>
                    <a:pt x="1549" y="743"/>
                  </a:cubicBezTo>
                  <a:cubicBezTo>
                    <a:pt x="1513" y="949"/>
                    <a:pt x="1358" y="1064"/>
                    <a:pt x="1160" y="1110"/>
                  </a:cubicBezTo>
                  <a:cubicBezTo>
                    <a:pt x="1121" y="1119"/>
                    <a:pt x="1082" y="1123"/>
                    <a:pt x="1043" y="1123"/>
                  </a:cubicBezTo>
                  <a:cubicBezTo>
                    <a:pt x="903" y="1123"/>
                    <a:pt x="771" y="1065"/>
                    <a:pt x="699" y="932"/>
                  </a:cubicBezTo>
                  <a:cubicBezTo>
                    <a:pt x="624" y="793"/>
                    <a:pt x="600" y="591"/>
                    <a:pt x="668" y="447"/>
                  </a:cubicBezTo>
                  <a:cubicBezTo>
                    <a:pt x="750" y="273"/>
                    <a:pt x="932" y="174"/>
                    <a:pt x="1114" y="174"/>
                  </a:cubicBezTo>
                  <a:close/>
                  <a:moveTo>
                    <a:pt x="2512" y="340"/>
                  </a:moveTo>
                  <a:cubicBezTo>
                    <a:pt x="2584" y="340"/>
                    <a:pt x="2655" y="356"/>
                    <a:pt x="2721" y="389"/>
                  </a:cubicBezTo>
                  <a:cubicBezTo>
                    <a:pt x="2756" y="409"/>
                    <a:pt x="2787" y="433"/>
                    <a:pt x="2817" y="463"/>
                  </a:cubicBezTo>
                  <a:cubicBezTo>
                    <a:pt x="2934" y="583"/>
                    <a:pt x="2976" y="747"/>
                    <a:pt x="2947" y="908"/>
                  </a:cubicBezTo>
                  <a:cubicBezTo>
                    <a:pt x="2913" y="1116"/>
                    <a:pt x="2757" y="1231"/>
                    <a:pt x="2560" y="1276"/>
                  </a:cubicBezTo>
                  <a:cubicBezTo>
                    <a:pt x="2521" y="1285"/>
                    <a:pt x="2481" y="1289"/>
                    <a:pt x="2441" y="1289"/>
                  </a:cubicBezTo>
                  <a:cubicBezTo>
                    <a:pt x="2302" y="1289"/>
                    <a:pt x="2169" y="1231"/>
                    <a:pt x="2098" y="1098"/>
                  </a:cubicBezTo>
                  <a:cubicBezTo>
                    <a:pt x="2024" y="958"/>
                    <a:pt x="1999" y="758"/>
                    <a:pt x="2067" y="614"/>
                  </a:cubicBezTo>
                  <a:cubicBezTo>
                    <a:pt x="2149" y="439"/>
                    <a:pt x="2331" y="340"/>
                    <a:pt x="2512" y="340"/>
                  </a:cubicBezTo>
                  <a:close/>
                  <a:moveTo>
                    <a:pt x="132" y="1"/>
                  </a:moveTo>
                  <a:cubicBezTo>
                    <a:pt x="81" y="1"/>
                    <a:pt x="38" y="20"/>
                    <a:pt x="9" y="69"/>
                  </a:cubicBezTo>
                  <a:cubicBezTo>
                    <a:pt x="1" y="84"/>
                    <a:pt x="13" y="106"/>
                    <a:pt x="31" y="106"/>
                  </a:cubicBezTo>
                  <a:cubicBezTo>
                    <a:pt x="32" y="106"/>
                    <a:pt x="33" y="105"/>
                    <a:pt x="35" y="105"/>
                  </a:cubicBezTo>
                  <a:cubicBezTo>
                    <a:pt x="50" y="103"/>
                    <a:pt x="65" y="101"/>
                    <a:pt x="78" y="101"/>
                  </a:cubicBezTo>
                  <a:cubicBezTo>
                    <a:pt x="177" y="101"/>
                    <a:pt x="247" y="163"/>
                    <a:pt x="332" y="222"/>
                  </a:cubicBezTo>
                  <a:cubicBezTo>
                    <a:pt x="418" y="281"/>
                    <a:pt x="495" y="345"/>
                    <a:pt x="576" y="410"/>
                  </a:cubicBezTo>
                  <a:cubicBezTo>
                    <a:pt x="577" y="410"/>
                    <a:pt x="577" y="411"/>
                    <a:pt x="578" y="411"/>
                  </a:cubicBezTo>
                  <a:cubicBezTo>
                    <a:pt x="480" y="624"/>
                    <a:pt x="512" y="903"/>
                    <a:pt x="670" y="1076"/>
                  </a:cubicBezTo>
                  <a:cubicBezTo>
                    <a:pt x="766" y="1180"/>
                    <a:pt x="905" y="1227"/>
                    <a:pt x="1048" y="1227"/>
                  </a:cubicBezTo>
                  <a:cubicBezTo>
                    <a:pt x="1240" y="1227"/>
                    <a:pt x="1439" y="1143"/>
                    <a:pt x="1550" y="999"/>
                  </a:cubicBezTo>
                  <a:cubicBezTo>
                    <a:pt x="1627" y="901"/>
                    <a:pt x="1662" y="780"/>
                    <a:pt x="1662" y="660"/>
                  </a:cubicBezTo>
                  <a:cubicBezTo>
                    <a:pt x="1702" y="656"/>
                    <a:pt x="1742" y="652"/>
                    <a:pt x="1781" y="652"/>
                  </a:cubicBezTo>
                  <a:cubicBezTo>
                    <a:pt x="1836" y="652"/>
                    <a:pt x="1890" y="660"/>
                    <a:pt x="1941" y="685"/>
                  </a:cubicBezTo>
                  <a:cubicBezTo>
                    <a:pt x="1893" y="877"/>
                    <a:pt x="1938" y="1098"/>
                    <a:pt x="2071" y="1243"/>
                  </a:cubicBezTo>
                  <a:cubicBezTo>
                    <a:pt x="2167" y="1346"/>
                    <a:pt x="2305" y="1393"/>
                    <a:pt x="2448" y="1393"/>
                  </a:cubicBezTo>
                  <a:cubicBezTo>
                    <a:pt x="2640" y="1393"/>
                    <a:pt x="2840" y="1309"/>
                    <a:pt x="2951" y="1166"/>
                  </a:cubicBezTo>
                  <a:cubicBezTo>
                    <a:pt x="3139" y="921"/>
                    <a:pt x="3073" y="534"/>
                    <a:pt x="2834" y="348"/>
                  </a:cubicBezTo>
                  <a:cubicBezTo>
                    <a:pt x="2737" y="271"/>
                    <a:pt x="2619" y="233"/>
                    <a:pt x="2503" y="233"/>
                  </a:cubicBezTo>
                  <a:cubicBezTo>
                    <a:pt x="2369" y="233"/>
                    <a:pt x="2237" y="283"/>
                    <a:pt x="2141" y="378"/>
                  </a:cubicBezTo>
                  <a:cubicBezTo>
                    <a:pt x="2125" y="389"/>
                    <a:pt x="2111" y="400"/>
                    <a:pt x="2098" y="412"/>
                  </a:cubicBezTo>
                  <a:cubicBezTo>
                    <a:pt x="2050" y="456"/>
                    <a:pt x="2011" y="508"/>
                    <a:pt x="1982" y="566"/>
                  </a:cubicBezTo>
                  <a:cubicBezTo>
                    <a:pt x="1934" y="539"/>
                    <a:pt x="1876" y="528"/>
                    <a:pt x="1818" y="528"/>
                  </a:cubicBezTo>
                  <a:cubicBezTo>
                    <a:pt x="1760" y="528"/>
                    <a:pt x="1701" y="539"/>
                    <a:pt x="1651" y="553"/>
                  </a:cubicBezTo>
                  <a:cubicBezTo>
                    <a:pt x="1625" y="408"/>
                    <a:pt x="1550" y="270"/>
                    <a:pt x="1436" y="181"/>
                  </a:cubicBezTo>
                  <a:cubicBezTo>
                    <a:pt x="1338" y="104"/>
                    <a:pt x="1220" y="67"/>
                    <a:pt x="1103" y="67"/>
                  </a:cubicBezTo>
                  <a:cubicBezTo>
                    <a:pt x="969" y="67"/>
                    <a:pt x="837" y="116"/>
                    <a:pt x="741" y="212"/>
                  </a:cubicBezTo>
                  <a:cubicBezTo>
                    <a:pt x="726" y="222"/>
                    <a:pt x="711" y="233"/>
                    <a:pt x="699" y="246"/>
                  </a:cubicBezTo>
                  <a:cubicBezTo>
                    <a:pt x="678" y="265"/>
                    <a:pt x="657" y="287"/>
                    <a:pt x="639" y="311"/>
                  </a:cubicBezTo>
                  <a:cubicBezTo>
                    <a:pt x="551" y="220"/>
                    <a:pt x="300" y="1"/>
                    <a:pt x="1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0"/>
            <p:cNvSpPr/>
            <p:nvPr/>
          </p:nvSpPr>
          <p:spPr>
            <a:xfrm>
              <a:off x="4656402" y="2066518"/>
              <a:ext cx="93170" cy="27844"/>
            </a:xfrm>
            <a:custGeom>
              <a:avLst/>
              <a:gdLst/>
              <a:ahLst/>
              <a:cxnLst/>
              <a:rect l="l" t="t" r="r" b="b"/>
              <a:pathLst>
                <a:path w="696" h="208" extrusionOk="0">
                  <a:moveTo>
                    <a:pt x="345" y="1"/>
                  </a:moveTo>
                  <a:cubicBezTo>
                    <a:pt x="209" y="1"/>
                    <a:pt x="74" y="40"/>
                    <a:pt x="17" y="131"/>
                  </a:cubicBezTo>
                  <a:cubicBezTo>
                    <a:pt x="0" y="157"/>
                    <a:pt x="24" y="185"/>
                    <a:pt x="47" y="192"/>
                  </a:cubicBezTo>
                  <a:cubicBezTo>
                    <a:pt x="67" y="198"/>
                    <a:pt x="88" y="200"/>
                    <a:pt x="110" y="200"/>
                  </a:cubicBezTo>
                  <a:cubicBezTo>
                    <a:pt x="177" y="200"/>
                    <a:pt x="249" y="179"/>
                    <a:pt x="315" y="177"/>
                  </a:cubicBezTo>
                  <a:cubicBezTo>
                    <a:pt x="318" y="177"/>
                    <a:pt x="321" y="177"/>
                    <a:pt x="324" y="177"/>
                  </a:cubicBezTo>
                  <a:cubicBezTo>
                    <a:pt x="417" y="177"/>
                    <a:pt x="504" y="208"/>
                    <a:pt x="595" y="208"/>
                  </a:cubicBezTo>
                  <a:cubicBezTo>
                    <a:pt x="599" y="208"/>
                    <a:pt x="603" y="208"/>
                    <a:pt x="607" y="208"/>
                  </a:cubicBezTo>
                  <a:cubicBezTo>
                    <a:pt x="670" y="208"/>
                    <a:pt x="696" y="120"/>
                    <a:pt x="648" y="83"/>
                  </a:cubicBezTo>
                  <a:cubicBezTo>
                    <a:pt x="581" y="31"/>
                    <a:pt x="463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0"/>
            <p:cNvSpPr/>
            <p:nvPr/>
          </p:nvSpPr>
          <p:spPr>
            <a:xfrm>
              <a:off x="4838861" y="2088740"/>
              <a:ext cx="96651" cy="30655"/>
            </a:xfrm>
            <a:custGeom>
              <a:avLst/>
              <a:gdLst/>
              <a:ahLst/>
              <a:cxnLst/>
              <a:rect l="l" t="t" r="r" b="b"/>
              <a:pathLst>
                <a:path w="722" h="229" extrusionOk="0">
                  <a:moveTo>
                    <a:pt x="279" y="1"/>
                  </a:moveTo>
                  <a:cubicBezTo>
                    <a:pt x="203" y="1"/>
                    <a:pt x="129" y="10"/>
                    <a:pt x="60" y="47"/>
                  </a:cubicBezTo>
                  <a:cubicBezTo>
                    <a:pt x="0" y="79"/>
                    <a:pt x="34" y="168"/>
                    <a:pt x="90" y="180"/>
                  </a:cubicBezTo>
                  <a:cubicBezTo>
                    <a:pt x="134" y="190"/>
                    <a:pt x="179" y="191"/>
                    <a:pt x="224" y="191"/>
                  </a:cubicBezTo>
                  <a:cubicBezTo>
                    <a:pt x="242" y="191"/>
                    <a:pt x="260" y="191"/>
                    <a:pt x="278" y="191"/>
                  </a:cubicBezTo>
                  <a:cubicBezTo>
                    <a:pt x="310" y="191"/>
                    <a:pt x="342" y="192"/>
                    <a:pt x="373" y="195"/>
                  </a:cubicBezTo>
                  <a:cubicBezTo>
                    <a:pt x="446" y="205"/>
                    <a:pt x="520" y="229"/>
                    <a:pt x="594" y="229"/>
                  </a:cubicBezTo>
                  <a:cubicBezTo>
                    <a:pt x="610" y="229"/>
                    <a:pt x="625" y="227"/>
                    <a:pt x="641" y="225"/>
                  </a:cubicBezTo>
                  <a:cubicBezTo>
                    <a:pt x="702" y="215"/>
                    <a:pt x="721" y="147"/>
                    <a:pt x="680" y="103"/>
                  </a:cubicBezTo>
                  <a:cubicBezTo>
                    <a:pt x="602" y="24"/>
                    <a:pt x="477" y="11"/>
                    <a:pt x="372" y="4"/>
                  </a:cubicBezTo>
                  <a:cubicBezTo>
                    <a:pt x="341" y="2"/>
                    <a:pt x="310" y="1"/>
                    <a:pt x="2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0"/>
            <p:cNvSpPr/>
            <p:nvPr/>
          </p:nvSpPr>
          <p:spPr>
            <a:xfrm>
              <a:off x="4482510" y="2838384"/>
              <a:ext cx="263045" cy="185537"/>
            </a:xfrm>
            <a:custGeom>
              <a:avLst/>
              <a:gdLst/>
              <a:ahLst/>
              <a:cxnLst/>
              <a:rect l="l" t="t" r="r" b="b"/>
              <a:pathLst>
                <a:path w="1965" h="1386" extrusionOk="0">
                  <a:moveTo>
                    <a:pt x="1253" y="1"/>
                  </a:moveTo>
                  <a:cubicBezTo>
                    <a:pt x="769" y="1"/>
                    <a:pt x="119" y="167"/>
                    <a:pt x="119" y="167"/>
                  </a:cubicBezTo>
                  <a:cubicBezTo>
                    <a:pt x="95" y="182"/>
                    <a:pt x="48" y="196"/>
                    <a:pt x="21" y="201"/>
                  </a:cubicBezTo>
                  <a:cubicBezTo>
                    <a:pt x="1" y="305"/>
                    <a:pt x="2" y="426"/>
                    <a:pt x="10" y="532"/>
                  </a:cubicBezTo>
                  <a:cubicBezTo>
                    <a:pt x="18" y="668"/>
                    <a:pt x="10" y="805"/>
                    <a:pt x="36" y="939"/>
                  </a:cubicBezTo>
                  <a:cubicBezTo>
                    <a:pt x="51" y="1024"/>
                    <a:pt x="54" y="1151"/>
                    <a:pt x="109" y="1234"/>
                  </a:cubicBezTo>
                  <a:cubicBezTo>
                    <a:pt x="148" y="1245"/>
                    <a:pt x="186" y="1250"/>
                    <a:pt x="222" y="1250"/>
                  </a:cubicBezTo>
                  <a:cubicBezTo>
                    <a:pt x="292" y="1250"/>
                    <a:pt x="359" y="1231"/>
                    <a:pt x="431" y="1204"/>
                  </a:cubicBezTo>
                  <a:cubicBezTo>
                    <a:pt x="514" y="1170"/>
                    <a:pt x="753" y="1082"/>
                    <a:pt x="786" y="899"/>
                  </a:cubicBezTo>
                  <a:cubicBezTo>
                    <a:pt x="834" y="989"/>
                    <a:pt x="1072" y="1097"/>
                    <a:pt x="1187" y="1127"/>
                  </a:cubicBezTo>
                  <a:cubicBezTo>
                    <a:pt x="1180" y="1192"/>
                    <a:pt x="1102" y="1295"/>
                    <a:pt x="1154" y="1348"/>
                  </a:cubicBezTo>
                  <a:cubicBezTo>
                    <a:pt x="1180" y="1375"/>
                    <a:pt x="1209" y="1386"/>
                    <a:pt x="1238" y="1386"/>
                  </a:cubicBezTo>
                  <a:cubicBezTo>
                    <a:pt x="1320" y="1386"/>
                    <a:pt x="1399" y="1298"/>
                    <a:pt x="1398" y="1230"/>
                  </a:cubicBezTo>
                  <a:lnTo>
                    <a:pt x="1398" y="1230"/>
                  </a:lnTo>
                  <a:cubicBezTo>
                    <a:pt x="1418" y="1282"/>
                    <a:pt x="1432" y="1350"/>
                    <a:pt x="1497" y="1362"/>
                  </a:cubicBezTo>
                  <a:cubicBezTo>
                    <a:pt x="1504" y="1363"/>
                    <a:pt x="1511" y="1363"/>
                    <a:pt x="1518" y="1363"/>
                  </a:cubicBezTo>
                  <a:cubicBezTo>
                    <a:pt x="1584" y="1363"/>
                    <a:pt x="1636" y="1311"/>
                    <a:pt x="1647" y="1241"/>
                  </a:cubicBezTo>
                  <a:cubicBezTo>
                    <a:pt x="1660" y="1293"/>
                    <a:pt x="1711" y="1320"/>
                    <a:pt x="1763" y="1320"/>
                  </a:cubicBezTo>
                  <a:cubicBezTo>
                    <a:pt x="1774" y="1320"/>
                    <a:pt x="1785" y="1319"/>
                    <a:pt x="1795" y="1317"/>
                  </a:cubicBezTo>
                  <a:cubicBezTo>
                    <a:pt x="1819" y="1310"/>
                    <a:pt x="1838" y="1291"/>
                    <a:pt x="1847" y="1266"/>
                  </a:cubicBezTo>
                  <a:cubicBezTo>
                    <a:pt x="1964" y="869"/>
                    <a:pt x="1869" y="617"/>
                    <a:pt x="1869" y="617"/>
                  </a:cubicBezTo>
                  <a:cubicBezTo>
                    <a:pt x="1703" y="184"/>
                    <a:pt x="1253" y="1"/>
                    <a:pt x="1253" y="1"/>
                  </a:cubicBezTo>
                  <a:close/>
                </a:path>
              </a:pathLst>
            </a:custGeom>
            <a:solidFill>
              <a:srgbClr val="FECB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0"/>
            <p:cNvSpPr/>
            <p:nvPr/>
          </p:nvSpPr>
          <p:spPr>
            <a:xfrm>
              <a:off x="4617447" y="2917097"/>
              <a:ext cx="55152" cy="108832"/>
            </a:xfrm>
            <a:custGeom>
              <a:avLst/>
              <a:gdLst/>
              <a:ahLst/>
              <a:cxnLst/>
              <a:rect l="l" t="t" r="r" b="b"/>
              <a:pathLst>
                <a:path w="412" h="813" extrusionOk="0">
                  <a:moveTo>
                    <a:pt x="23" y="0"/>
                  </a:moveTo>
                  <a:cubicBezTo>
                    <a:pt x="10" y="0"/>
                    <a:pt x="1" y="21"/>
                    <a:pt x="15" y="32"/>
                  </a:cubicBezTo>
                  <a:cubicBezTo>
                    <a:pt x="146" y="129"/>
                    <a:pt x="251" y="225"/>
                    <a:pt x="317" y="380"/>
                  </a:cubicBezTo>
                  <a:cubicBezTo>
                    <a:pt x="349" y="457"/>
                    <a:pt x="380" y="539"/>
                    <a:pt x="371" y="625"/>
                  </a:cubicBezTo>
                  <a:cubicBezTo>
                    <a:pt x="360" y="728"/>
                    <a:pt x="292" y="784"/>
                    <a:pt x="196" y="784"/>
                  </a:cubicBezTo>
                  <a:cubicBezTo>
                    <a:pt x="189" y="784"/>
                    <a:pt x="182" y="783"/>
                    <a:pt x="176" y="783"/>
                  </a:cubicBezTo>
                  <a:cubicBezTo>
                    <a:pt x="175" y="783"/>
                    <a:pt x="174" y="783"/>
                    <a:pt x="174" y="783"/>
                  </a:cubicBezTo>
                  <a:cubicBezTo>
                    <a:pt x="166" y="783"/>
                    <a:pt x="165" y="794"/>
                    <a:pt x="172" y="797"/>
                  </a:cubicBezTo>
                  <a:cubicBezTo>
                    <a:pt x="191" y="808"/>
                    <a:pt x="211" y="813"/>
                    <a:pt x="232" y="813"/>
                  </a:cubicBezTo>
                  <a:cubicBezTo>
                    <a:pt x="276" y="813"/>
                    <a:pt x="320" y="790"/>
                    <a:pt x="351" y="755"/>
                  </a:cubicBezTo>
                  <a:cubicBezTo>
                    <a:pt x="406" y="694"/>
                    <a:pt x="412" y="604"/>
                    <a:pt x="397" y="525"/>
                  </a:cubicBezTo>
                  <a:cubicBezTo>
                    <a:pt x="354" y="295"/>
                    <a:pt x="211" y="138"/>
                    <a:pt x="31" y="3"/>
                  </a:cubicBezTo>
                  <a:cubicBezTo>
                    <a:pt x="28" y="1"/>
                    <a:pt x="26" y="0"/>
                    <a:pt x="23" y="0"/>
                  </a:cubicBezTo>
                  <a:close/>
                </a:path>
              </a:pathLst>
            </a:custGeom>
            <a:solidFill>
              <a:srgbClr val="F7B9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0"/>
            <p:cNvSpPr/>
            <p:nvPr/>
          </p:nvSpPr>
          <p:spPr>
            <a:xfrm>
              <a:off x="4663898" y="2902907"/>
              <a:ext cx="44845" cy="120077"/>
            </a:xfrm>
            <a:custGeom>
              <a:avLst/>
              <a:gdLst/>
              <a:ahLst/>
              <a:cxnLst/>
              <a:rect l="l" t="t" r="r" b="b"/>
              <a:pathLst>
                <a:path w="335" h="897" extrusionOk="0">
                  <a:moveTo>
                    <a:pt x="11" y="1"/>
                  </a:moveTo>
                  <a:cubicBezTo>
                    <a:pt x="5" y="1"/>
                    <a:pt x="0" y="9"/>
                    <a:pt x="6" y="16"/>
                  </a:cubicBezTo>
                  <a:cubicBezTo>
                    <a:pt x="53" y="75"/>
                    <a:pt x="108" y="129"/>
                    <a:pt x="155" y="187"/>
                  </a:cubicBezTo>
                  <a:cubicBezTo>
                    <a:pt x="216" y="262"/>
                    <a:pt x="243" y="343"/>
                    <a:pt x="263" y="436"/>
                  </a:cubicBezTo>
                  <a:cubicBezTo>
                    <a:pt x="283" y="528"/>
                    <a:pt x="292" y="624"/>
                    <a:pt x="273" y="717"/>
                  </a:cubicBezTo>
                  <a:cubicBezTo>
                    <a:pt x="263" y="759"/>
                    <a:pt x="249" y="803"/>
                    <a:pt x="216" y="832"/>
                  </a:cubicBezTo>
                  <a:cubicBezTo>
                    <a:pt x="199" y="847"/>
                    <a:pt x="182" y="854"/>
                    <a:pt x="166" y="854"/>
                  </a:cubicBezTo>
                  <a:cubicBezTo>
                    <a:pt x="116" y="854"/>
                    <a:pt x="79" y="786"/>
                    <a:pt x="62" y="733"/>
                  </a:cubicBezTo>
                  <a:cubicBezTo>
                    <a:pt x="59" y="725"/>
                    <a:pt x="51" y="721"/>
                    <a:pt x="44" y="721"/>
                  </a:cubicBezTo>
                  <a:cubicBezTo>
                    <a:pt x="32" y="721"/>
                    <a:pt x="21" y="730"/>
                    <a:pt x="26" y="744"/>
                  </a:cubicBezTo>
                  <a:cubicBezTo>
                    <a:pt x="47" y="808"/>
                    <a:pt x="89" y="897"/>
                    <a:pt x="164" y="897"/>
                  </a:cubicBezTo>
                  <a:cubicBezTo>
                    <a:pt x="173" y="897"/>
                    <a:pt x="183" y="896"/>
                    <a:pt x="193" y="893"/>
                  </a:cubicBezTo>
                  <a:cubicBezTo>
                    <a:pt x="278" y="870"/>
                    <a:pt x="307" y="754"/>
                    <a:pt x="316" y="681"/>
                  </a:cubicBezTo>
                  <a:cubicBezTo>
                    <a:pt x="334" y="552"/>
                    <a:pt x="311" y="404"/>
                    <a:pt x="258" y="285"/>
                  </a:cubicBezTo>
                  <a:cubicBezTo>
                    <a:pt x="211" y="175"/>
                    <a:pt x="111" y="77"/>
                    <a:pt x="18" y="4"/>
                  </a:cubicBezTo>
                  <a:cubicBezTo>
                    <a:pt x="16" y="2"/>
                    <a:pt x="13" y="1"/>
                    <a:pt x="11" y="1"/>
                  </a:cubicBezTo>
                  <a:close/>
                </a:path>
              </a:pathLst>
            </a:custGeom>
            <a:solidFill>
              <a:srgbClr val="F7B9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0"/>
            <p:cNvSpPr/>
            <p:nvPr/>
          </p:nvSpPr>
          <p:spPr>
            <a:xfrm>
              <a:off x="4037004" y="2856322"/>
              <a:ext cx="540011" cy="354876"/>
            </a:xfrm>
            <a:custGeom>
              <a:avLst/>
              <a:gdLst/>
              <a:ahLst/>
              <a:cxnLst/>
              <a:rect l="l" t="t" r="r" b="b"/>
              <a:pathLst>
                <a:path w="4034" h="2651" extrusionOk="0">
                  <a:moveTo>
                    <a:pt x="3502" y="1"/>
                  </a:moveTo>
                  <a:cubicBezTo>
                    <a:pt x="3502" y="1"/>
                    <a:pt x="2588" y="247"/>
                    <a:pt x="1161" y="590"/>
                  </a:cubicBezTo>
                  <a:lnTo>
                    <a:pt x="0" y="2606"/>
                  </a:lnTo>
                  <a:cubicBezTo>
                    <a:pt x="0" y="2606"/>
                    <a:pt x="184" y="2650"/>
                    <a:pt x="530" y="2650"/>
                  </a:cubicBezTo>
                  <a:cubicBezTo>
                    <a:pt x="1175" y="2650"/>
                    <a:pt x="2387" y="2497"/>
                    <a:pt x="4034" y="1617"/>
                  </a:cubicBezTo>
                  <a:cubicBezTo>
                    <a:pt x="4034" y="1617"/>
                    <a:pt x="3806" y="552"/>
                    <a:pt x="35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4092960" y="2847621"/>
              <a:ext cx="419801" cy="136542"/>
            </a:xfrm>
            <a:custGeom>
              <a:avLst/>
              <a:gdLst/>
              <a:ahLst/>
              <a:cxnLst/>
              <a:rect l="l" t="t" r="r" b="b"/>
              <a:pathLst>
                <a:path w="3136" h="1020" extrusionOk="0">
                  <a:moveTo>
                    <a:pt x="3056" y="0"/>
                  </a:moveTo>
                  <a:cubicBezTo>
                    <a:pt x="3051" y="0"/>
                    <a:pt x="3046" y="1"/>
                    <a:pt x="3040" y="2"/>
                  </a:cubicBezTo>
                  <a:cubicBezTo>
                    <a:pt x="2040" y="277"/>
                    <a:pt x="1048" y="578"/>
                    <a:pt x="62" y="906"/>
                  </a:cubicBezTo>
                  <a:cubicBezTo>
                    <a:pt x="0" y="927"/>
                    <a:pt x="18" y="1019"/>
                    <a:pt x="75" y="1019"/>
                  </a:cubicBezTo>
                  <a:cubicBezTo>
                    <a:pt x="80" y="1019"/>
                    <a:pt x="86" y="1018"/>
                    <a:pt x="93" y="1016"/>
                  </a:cubicBezTo>
                  <a:cubicBezTo>
                    <a:pt x="1078" y="689"/>
                    <a:pt x="2071" y="388"/>
                    <a:pt x="3070" y="112"/>
                  </a:cubicBezTo>
                  <a:cubicBezTo>
                    <a:pt x="3135" y="94"/>
                    <a:pt x="3115" y="0"/>
                    <a:pt x="30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0"/>
            <p:cNvSpPr/>
            <p:nvPr/>
          </p:nvSpPr>
          <p:spPr>
            <a:xfrm>
              <a:off x="4634582" y="3849199"/>
              <a:ext cx="101068" cy="150330"/>
            </a:xfrm>
            <a:custGeom>
              <a:avLst/>
              <a:gdLst/>
              <a:ahLst/>
              <a:cxnLst/>
              <a:rect l="l" t="t" r="r" b="b"/>
              <a:pathLst>
                <a:path w="755" h="1123" extrusionOk="0">
                  <a:moveTo>
                    <a:pt x="379" y="0"/>
                  </a:moveTo>
                  <a:cubicBezTo>
                    <a:pt x="378" y="0"/>
                    <a:pt x="377" y="1"/>
                    <a:pt x="376" y="1"/>
                  </a:cubicBezTo>
                  <a:cubicBezTo>
                    <a:pt x="169" y="51"/>
                    <a:pt x="75" y="273"/>
                    <a:pt x="32" y="471"/>
                  </a:cubicBezTo>
                  <a:cubicBezTo>
                    <a:pt x="2" y="611"/>
                    <a:pt x="1" y="772"/>
                    <a:pt x="54" y="906"/>
                  </a:cubicBezTo>
                  <a:cubicBezTo>
                    <a:pt x="77" y="967"/>
                    <a:pt x="112" y="1013"/>
                    <a:pt x="155" y="1047"/>
                  </a:cubicBezTo>
                  <a:cubicBezTo>
                    <a:pt x="218" y="1097"/>
                    <a:pt x="298" y="1122"/>
                    <a:pt x="378" y="1122"/>
                  </a:cubicBezTo>
                  <a:cubicBezTo>
                    <a:pt x="419" y="1122"/>
                    <a:pt x="460" y="1116"/>
                    <a:pt x="499" y="1102"/>
                  </a:cubicBezTo>
                  <a:cubicBezTo>
                    <a:pt x="647" y="1051"/>
                    <a:pt x="755" y="900"/>
                    <a:pt x="755" y="738"/>
                  </a:cubicBezTo>
                  <a:cubicBezTo>
                    <a:pt x="755" y="614"/>
                    <a:pt x="691" y="492"/>
                    <a:pt x="592" y="421"/>
                  </a:cubicBezTo>
                  <a:cubicBezTo>
                    <a:pt x="497" y="353"/>
                    <a:pt x="361" y="297"/>
                    <a:pt x="335" y="164"/>
                  </a:cubicBezTo>
                  <a:cubicBezTo>
                    <a:pt x="325" y="113"/>
                    <a:pt x="351" y="58"/>
                    <a:pt x="386" y="20"/>
                  </a:cubicBezTo>
                  <a:cubicBezTo>
                    <a:pt x="394" y="13"/>
                    <a:pt x="388" y="0"/>
                    <a:pt x="3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0"/>
            <p:cNvSpPr/>
            <p:nvPr/>
          </p:nvSpPr>
          <p:spPr>
            <a:xfrm>
              <a:off x="4650512" y="3886547"/>
              <a:ext cx="72019" cy="104816"/>
            </a:xfrm>
            <a:custGeom>
              <a:avLst/>
              <a:gdLst/>
              <a:ahLst/>
              <a:cxnLst/>
              <a:rect l="l" t="t" r="r" b="b"/>
              <a:pathLst>
                <a:path w="538" h="783" extrusionOk="0">
                  <a:moveTo>
                    <a:pt x="236" y="1"/>
                  </a:moveTo>
                  <a:cubicBezTo>
                    <a:pt x="236" y="1"/>
                    <a:pt x="235" y="1"/>
                    <a:pt x="235" y="1"/>
                  </a:cubicBezTo>
                  <a:cubicBezTo>
                    <a:pt x="92" y="46"/>
                    <a:pt x="37" y="205"/>
                    <a:pt x="16" y="345"/>
                  </a:cubicBezTo>
                  <a:cubicBezTo>
                    <a:pt x="0" y="444"/>
                    <a:pt x="6" y="556"/>
                    <a:pt x="50" y="647"/>
                  </a:cubicBezTo>
                  <a:cubicBezTo>
                    <a:pt x="68" y="686"/>
                    <a:pt x="95" y="716"/>
                    <a:pt x="127" y="740"/>
                  </a:cubicBezTo>
                  <a:cubicBezTo>
                    <a:pt x="167" y="768"/>
                    <a:pt x="217" y="782"/>
                    <a:pt x="267" y="782"/>
                  </a:cubicBezTo>
                  <a:cubicBezTo>
                    <a:pt x="302" y="782"/>
                    <a:pt x="337" y="775"/>
                    <a:pt x="369" y="761"/>
                  </a:cubicBezTo>
                  <a:cubicBezTo>
                    <a:pt x="470" y="720"/>
                    <a:pt x="537" y="609"/>
                    <a:pt x="530" y="496"/>
                  </a:cubicBezTo>
                  <a:cubicBezTo>
                    <a:pt x="525" y="412"/>
                    <a:pt x="475" y="330"/>
                    <a:pt x="403" y="285"/>
                  </a:cubicBezTo>
                  <a:cubicBezTo>
                    <a:pt x="334" y="241"/>
                    <a:pt x="237" y="208"/>
                    <a:pt x="213" y="117"/>
                  </a:cubicBezTo>
                  <a:cubicBezTo>
                    <a:pt x="204" y="82"/>
                    <a:pt x="219" y="44"/>
                    <a:pt x="242" y="15"/>
                  </a:cubicBezTo>
                  <a:cubicBezTo>
                    <a:pt x="246" y="9"/>
                    <a:pt x="242" y="1"/>
                    <a:pt x="2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0"/>
            <p:cNvSpPr/>
            <p:nvPr/>
          </p:nvSpPr>
          <p:spPr>
            <a:xfrm>
              <a:off x="4565775" y="3975433"/>
              <a:ext cx="239083" cy="86745"/>
            </a:xfrm>
            <a:custGeom>
              <a:avLst/>
              <a:gdLst/>
              <a:ahLst/>
              <a:cxnLst/>
              <a:rect l="l" t="t" r="r" b="b"/>
              <a:pathLst>
                <a:path w="1786" h="648" extrusionOk="0">
                  <a:moveTo>
                    <a:pt x="182" y="0"/>
                  </a:moveTo>
                  <a:cubicBezTo>
                    <a:pt x="80" y="0"/>
                    <a:pt x="1" y="97"/>
                    <a:pt x="22" y="203"/>
                  </a:cubicBezTo>
                  <a:lnTo>
                    <a:pt x="107" y="648"/>
                  </a:lnTo>
                  <a:lnTo>
                    <a:pt x="1681" y="648"/>
                  </a:lnTo>
                  <a:lnTo>
                    <a:pt x="1767" y="203"/>
                  </a:lnTo>
                  <a:cubicBezTo>
                    <a:pt x="1785" y="99"/>
                    <a:pt x="1709" y="1"/>
                    <a:pt x="1608" y="0"/>
                  </a:cubicBezTo>
                  <a:close/>
                </a:path>
              </a:pathLst>
            </a:custGeom>
            <a:solidFill>
              <a:srgbClr val="36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4565641" y="3975567"/>
              <a:ext cx="140960" cy="86745"/>
            </a:xfrm>
            <a:custGeom>
              <a:avLst/>
              <a:gdLst/>
              <a:ahLst/>
              <a:cxnLst/>
              <a:rect l="l" t="t" r="r" b="b"/>
              <a:pathLst>
                <a:path w="1053" h="648" extrusionOk="0">
                  <a:moveTo>
                    <a:pt x="182" y="0"/>
                  </a:moveTo>
                  <a:cubicBezTo>
                    <a:pt x="80" y="0"/>
                    <a:pt x="1" y="98"/>
                    <a:pt x="21" y="203"/>
                  </a:cubicBezTo>
                  <a:lnTo>
                    <a:pt x="107" y="648"/>
                  </a:lnTo>
                  <a:lnTo>
                    <a:pt x="1053" y="648"/>
                  </a:lnTo>
                  <a:cubicBezTo>
                    <a:pt x="905" y="582"/>
                    <a:pt x="765" y="499"/>
                    <a:pt x="637" y="387"/>
                  </a:cubicBezTo>
                  <a:cubicBezTo>
                    <a:pt x="504" y="273"/>
                    <a:pt x="414" y="141"/>
                    <a:pt x="342" y="0"/>
                  </a:cubicBezTo>
                  <a:close/>
                </a:path>
              </a:pathLst>
            </a:custGeom>
            <a:solidFill>
              <a:srgbClr val="2F37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4332179" y="3447068"/>
              <a:ext cx="357955" cy="573076"/>
            </a:xfrm>
            <a:custGeom>
              <a:avLst/>
              <a:gdLst/>
              <a:ahLst/>
              <a:cxnLst/>
              <a:rect l="l" t="t" r="r" b="b"/>
              <a:pathLst>
                <a:path w="2674" h="4281" extrusionOk="0">
                  <a:moveTo>
                    <a:pt x="593" y="1"/>
                  </a:moveTo>
                  <a:cubicBezTo>
                    <a:pt x="266" y="1"/>
                    <a:pt x="0" y="275"/>
                    <a:pt x="0" y="613"/>
                  </a:cubicBezTo>
                  <a:lnTo>
                    <a:pt x="0" y="4281"/>
                  </a:lnTo>
                  <a:lnTo>
                    <a:pt x="269" y="4281"/>
                  </a:lnTo>
                  <a:lnTo>
                    <a:pt x="269" y="613"/>
                  </a:lnTo>
                  <a:cubicBezTo>
                    <a:pt x="269" y="428"/>
                    <a:pt x="414" y="278"/>
                    <a:pt x="593" y="278"/>
                  </a:cubicBezTo>
                  <a:lnTo>
                    <a:pt x="2674" y="278"/>
                  </a:lnTo>
                  <a:lnTo>
                    <a:pt x="26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4338203" y="4059099"/>
              <a:ext cx="552862" cy="44577"/>
            </a:xfrm>
            <a:custGeom>
              <a:avLst/>
              <a:gdLst/>
              <a:ahLst/>
              <a:cxnLst/>
              <a:rect l="l" t="t" r="r" b="b"/>
              <a:pathLst>
                <a:path w="4130" h="333" extrusionOk="0">
                  <a:moveTo>
                    <a:pt x="0" y="0"/>
                  </a:moveTo>
                  <a:lnTo>
                    <a:pt x="0" y="333"/>
                  </a:lnTo>
                  <a:lnTo>
                    <a:pt x="4130" y="333"/>
                  </a:lnTo>
                  <a:lnTo>
                    <a:pt x="41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4301256" y="3895650"/>
              <a:ext cx="100666" cy="207892"/>
            </a:xfrm>
            <a:custGeom>
              <a:avLst/>
              <a:gdLst/>
              <a:ahLst/>
              <a:cxnLst/>
              <a:rect l="l" t="t" r="r" b="b"/>
              <a:pathLst>
                <a:path w="752" h="1553" extrusionOk="0">
                  <a:moveTo>
                    <a:pt x="80" y="1"/>
                  </a:moveTo>
                  <a:cubicBezTo>
                    <a:pt x="36" y="1"/>
                    <a:pt x="0" y="38"/>
                    <a:pt x="0" y="83"/>
                  </a:cubicBezTo>
                  <a:lnTo>
                    <a:pt x="0" y="1553"/>
                  </a:lnTo>
                  <a:lnTo>
                    <a:pt x="751" y="1553"/>
                  </a:lnTo>
                  <a:lnTo>
                    <a:pt x="751" y="83"/>
                  </a:lnTo>
                  <a:cubicBezTo>
                    <a:pt x="751" y="38"/>
                    <a:pt x="715" y="1"/>
                    <a:pt x="671" y="1"/>
                  </a:cubicBezTo>
                  <a:close/>
                </a:path>
              </a:pathLst>
            </a:custGeom>
            <a:solidFill>
              <a:srgbClr val="36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4301122" y="3895784"/>
              <a:ext cx="87949" cy="207892"/>
            </a:xfrm>
            <a:custGeom>
              <a:avLst/>
              <a:gdLst/>
              <a:ahLst/>
              <a:cxnLst/>
              <a:rect l="l" t="t" r="r" b="b"/>
              <a:pathLst>
                <a:path w="657" h="1553" extrusionOk="0">
                  <a:moveTo>
                    <a:pt x="79" y="1"/>
                  </a:moveTo>
                  <a:cubicBezTo>
                    <a:pt x="36" y="1"/>
                    <a:pt x="0" y="38"/>
                    <a:pt x="0" y="83"/>
                  </a:cubicBezTo>
                  <a:lnTo>
                    <a:pt x="0" y="1553"/>
                  </a:lnTo>
                  <a:lnTo>
                    <a:pt x="657" y="1553"/>
                  </a:lnTo>
                  <a:cubicBezTo>
                    <a:pt x="498" y="1376"/>
                    <a:pt x="390" y="1174"/>
                    <a:pt x="326" y="897"/>
                  </a:cubicBezTo>
                  <a:cubicBezTo>
                    <a:pt x="261" y="601"/>
                    <a:pt x="263" y="299"/>
                    <a:pt x="240" y="1"/>
                  </a:cubicBezTo>
                  <a:close/>
                </a:path>
              </a:pathLst>
            </a:custGeom>
            <a:solidFill>
              <a:srgbClr val="2F37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4641007" y="3377458"/>
              <a:ext cx="99060" cy="70681"/>
            </a:xfrm>
            <a:custGeom>
              <a:avLst/>
              <a:gdLst/>
              <a:ahLst/>
              <a:cxnLst/>
              <a:rect l="l" t="t" r="r" b="b"/>
              <a:pathLst>
                <a:path w="740" h="528" extrusionOk="0">
                  <a:moveTo>
                    <a:pt x="1" y="0"/>
                  </a:moveTo>
                  <a:lnTo>
                    <a:pt x="1" y="193"/>
                  </a:lnTo>
                  <a:cubicBezTo>
                    <a:pt x="1" y="379"/>
                    <a:pt x="151" y="528"/>
                    <a:pt x="336" y="528"/>
                  </a:cubicBezTo>
                  <a:lnTo>
                    <a:pt x="404" y="528"/>
                  </a:lnTo>
                  <a:cubicBezTo>
                    <a:pt x="589" y="528"/>
                    <a:pt x="739" y="379"/>
                    <a:pt x="739" y="193"/>
                  </a:cubicBezTo>
                  <a:lnTo>
                    <a:pt x="739" y="0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4505803" y="3495260"/>
              <a:ext cx="366121" cy="344167"/>
            </a:xfrm>
            <a:custGeom>
              <a:avLst/>
              <a:gdLst/>
              <a:ahLst/>
              <a:cxnLst/>
              <a:rect l="l" t="t" r="r" b="b"/>
              <a:pathLst>
                <a:path w="2735" h="2571" extrusionOk="0">
                  <a:moveTo>
                    <a:pt x="908" y="1"/>
                  </a:moveTo>
                  <a:cubicBezTo>
                    <a:pt x="446" y="338"/>
                    <a:pt x="1" y="1018"/>
                    <a:pt x="1" y="1545"/>
                  </a:cubicBezTo>
                  <a:cubicBezTo>
                    <a:pt x="1" y="2272"/>
                    <a:pt x="614" y="2570"/>
                    <a:pt x="1368" y="2570"/>
                  </a:cubicBezTo>
                  <a:cubicBezTo>
                    <a:pt x="2123" y="2570"/>
                    <a:pt x="2735" y="2274"/>
                    <a:pt x="2735" y="1545"/>
                  </a:cubicBezTo>
                  <a:cubicBezTo>
                    <a:pt x="2735" y="1018"/>
                    <a:pt x="2272" y="338"/>
                    <a:pt x="18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4534718" y="3463132"/>
              <a:ext cx="308291" cy="349120"/>
            </a:xfrm>
            <a:custGeom>
              <a:avLst/>
              <a:gdLst/>
              <a:ahLst/>
              <a:cxnLst/>
              <a:rect l="l" t="t" r="r" b="b"/>
              <a:pathLst>
                <a:path w="2303" h="2608" extrusionOk="0">
                  <a:moveTo>
                    <a:pt x="786" y="1"/>
                  </a:moveTo>
                  <a:lnTo>
                    <a:pt x="768" y="445"/>
                  </a:lnTo>
                  <a:lnTo>
                    <a:pt x="766" y="445"/>
                  </a:lnTo>
                  <a:cubicBezTo>
                    <a:pt x="548" y="602"/>
                    <a:pt x="335" y="850"/>
                    <a:pt x="190" y="1115"/>
                  </a:cubicBezTo>
                  <a:cubicBezTo>
                    <a:pt x="75" y="1326"/>
                    <a:pt x="1" y="1547"/>
                    <a:pt x="1" y="1744"/>
                  </a:cubicBezTo>
                  <a:cubicBezTo>
                    <a:pt x="1" y="2357"/>
                    <a:pt x="516" y="2608"/>
                    <a:pt x="1152" y="2608"/>
                  </a:cubicBezTo>
                  <a:cubicBezTo>
                    <a:pt x="1787" y="2608"/>
                    <a:pt x="2303" y="2358"/>
                    <a:pt x="2303" y="1744"/>
                  </a:cubicBezTo>
                  <a:cubicBezTo>
                    <a:pt x="2303" y="1533"/>
                    <a:pt x="2215" y="1294"/>
                    <a:pt x="2082" y="1069"/>
                  </a:cubicBezTo>
                  <a:cubicBezTo>
                    <a:pt x="1933" y="820"/>
                    <a:pt x="1729" y="593"/>
                    <a:pt x="1524" y="445"/>
                  </a:cubicBezTo>
                  <a:lnTo>
                    <a:pt x="1519" y="445"/>
                  </a:lnTo>
                  <a:lnTo>
                    <a:pt x="1519" y="1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4534718" y="3606100"/>
              <a:ext cx="308291" cy="206152"/>
            </a:xfrm>
            <a:custGeom>
              <a:avLst/>
              <a:gdLst/>
              <a:ahLst/>
              <a:cxnLst/>
              <a:rect l="l" t="t" r="r" b="b"/>
              <a:pathLst>
                <a:path w="2303" h="1540" extrusionOk="0">
                  <a:moveTo>
                    <a:pt x="2081" y="1"/>
                  </a:moveTo>
                  <a:cubicBezTo>
                    <a:pt x="1726" y="53"/>
                    <a:pt x="1330" y="70"/>
                    <a:pt x="964" y="70"/>
                  </a:cubicBezTo>
                  <a:cubicBezTo>
                    <a:pt x="677" y="70"/>
                    <a:pt x="408" y="60"/>
                    <a:pt x="190" y="47"/>
                  </a:cubicBezTo>
                  <a:cubicBezTo>
                    <a:pt x="143" y="133"/>
                    <a:pt x="103" y="220"/>
                    <a:pt x="72" y="305"/>
                  </a:cubicBezTo>
                  <a:cubicBezTo>
                    <a:pt x="27" y="432"/>
                    <a:pt x="1" y="558"/>
                    <a:pt x="1" y="676"/>
                  </a:cubicBezTo>
                  <a:cubicBezTo>
                    <a:pt x="1" y="1289"/>
                    <a:pt x="516" y="1540"/>
                    <a:pt x="1152" y="1540"/>
                  </a:cubicBezTo>
                  <a:cubicBezTo>
                    <a:pt x="1787" y="1540"/>
                    <a:pt x="2303" y="1290"/>
                    <a:pt x="2303" y="676"/>
                  </a:cubicBezTo>
                  <a:cubicBezTo>
                    <a:pt x="2303" y="663"/>
                    <a:pt x="2303" y="652"/>
                    <a:pt x="2302" y="638"/>
                  </a:cubicBezTo>
                  <a:cubicBezTo>
                    <a:pt x="2293" y="437"/>
                    <a:pt x="2207" y="212"/>
                    <a:pt x="20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4544356" y="3606100"/>
              <a:ext cx="298519" cy="88619"/>
            </a:xfrm>
            <a:custGeom>
              <a:avLst/>
              <a:gdLst/>
              <a:ahLst/>
              <a:cxnLst/>
              <a:rect l="l" t="t" r="r" b="b"/>
              <a:pathLst>
                <a:path w="2230" h="662" extrusionOk="0">
                  <a:moveTo>
                    <a:pt x="2009" y="1"/>
                  </a:moveTo>
                  <a:cubicBezTo>
                    <a:pt x="1654" y="53"/>
                    <a:pt x="1258" y="70"/>
                    <a:pt x="892" y="70"/>
                  </a:cubicBezTo>
                  <a:cubicBezTo>
                    <a:pt x="605" y="70"/>
                    <a:pt x="336" y="60"/>
                    <a:pt x="118" y="47"/>
                  </a:cubicBezTo>
                  <a:cubicBezTo>
                    <a:pt x="71" y="133"/>
                    <a:pt x="31" y="220"/>
                    <a:pt x="0" y="305"/>
                  </a:cubicBezTo>
                  <a:cubicBezTo>
                    <a:pt x="31" y="319"/>
                    <a:pt x="63" y="332"/>
                    <a:pt x="93" y="344"/>
                  </a:cubicBezTo>
                  <a:cubicBezTo>
                    <a:pt x="633" y="551"/>
                    <a:pt x="1211" y="661"/>
                    <a:pt x="1788" y="661"/>
                  </a:cubicBezTo>
                  <a:cubicBezTo>
                    <a:pt x="1935" y="661"/>
                    <a:pt x="2083" y="654"/>
                    <a:pt x="2230" y="639"/>
                  </a:cubicBezTo>
                  <a:cubicBezTo>
                    <a:pt x="2221" y="437"/>
                    <a:pt x="2135" y="212"/>
                    <a:pt x="20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4614770" y="3602218"/>
              <a:ext cx="22489" cy="22355"/>
            </a:xfrm>
            <a:custGeom>
              <a:avLst/>
              <a:gdLst/>
              <a:ahLst/>
              <a:cxnLst/>
              <a:rect l="l" t="t" r="r" b="b"/>
              <a:pathLst>
                <a:path w="168" h="167" extrusionOk="0">
                  <a:moveTo>
                    <a:pt x="81" y="0"/>
                  </a:moveTo>
                  <a:cubicBezTo>
                    <a:pt x="61" y="0"/>
                    <a:pt x="38" y="9"/>
                    <a:pt x="25" y="25"/>
                  </a:cubicBezTo>
                  <a:cubicBezTo>
                    <a:pt x="10" y="39"/>
                    <a:pt x="0" y="63"/>
                    <a:pt x="1" y="83"/>
                  </a:cubicBezTo>
                  <a:cubicBezTo>
                    <a:pt x="2" y="105"/>
                    <a:pt x="9" y="127"/>
                    <a:pt x="25" y="142"/>
                  </a:cubicBezTo>
                  <a:cubicBezTo>
                    <a:pt x="40" y="158"/>
                    <a:pt x="58" y="167"/>
                    <a:pt x="81" y="167"/>
                  </a:cubicBezTo>
                  <a:lnTo>
                    <a:pt x="87" y="167"/>
                  </a:lnTo>
                  <a:cubicBezTo>
                    <a:pt x="108" y="167"/>
                    <a:pt x="129" y="158"/>
                    <a:pt x="143" y="142"/>
                  </a:cubicBezTo>
                  <a:cubicBezTo>
                    <a:pt x="158" y="128"/>
                    <a:pt x="168" y="103"/>
                    <a:pt x="166" y="83"/>
                  </a:cubicBezTo>
                  <a:cubicBezTo>
                    <a:pt x="165" y="61"/>
                    <a:pt x="159" y="40"/>
                    <a:pt x="143" y="25"/>
                  </a:cubicBezTo>
                  <a:cubicBezTo>
                    <a:pt x="128" y="9"/>
                    <a:pt x="109" y="0"/>
                    <a:pt x="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4658544" y="3563263"/>
              <a:ext cx="22623" cy="23293"/>
            </a:xfrm>
            <a:custGeom>
              <a:avLst/>
              <a:gdLst/>
              <a:ahLst/>
              <a:cxnLst/>
              <a:rect l="l" t="t" r="r" b="b"/>
              <a:pathLst>
                <a:path w="169" h="174" extrusionOk="0">
                  <a:moveTo>
                    <a:pt x="81" y="1"/>
                  </a:moveTo>
                  <a:cubicBezTo>
                    <a:pt x="62" y="1"/>
                    <a:pt x="37" y="10"/>
                    <a:pt x="25" y="25"/>
                  </a:cubicBezTo>
                  <a:cubicBezTo>
                    <a:pt x="11" y="40"/>
                    <a:pt x="1" y="62"/>
                    <a:pt x="2" y="84"/>
                  </a:cubicBezTo>
                  <a:cubicBezTo>
                    <a:pt x="3" y="106"/>
                    <a:pt x="10" y="127"/>
                    <a:pt x="25" y="143"/>
                  </a:cubicBezTo>
                  <a:lnTo>
                    <a:pt x="31" y="149"/>
                  </a:lnTo>
                  <a:cubicBezTo>
                    <a:pt x="46" y="164"/>
                    <a:pt x="67" y="173"/>
                    <a:pt x="88" y="173"/>
                  </a:cubicBezTo>
                  <a:cubicBezTo>
                    <a:pt x="107" y="173"/>
                    <a:pt x="131" y="164"/>
                    <a:pt x="144" y="149"/>
                  </a:cubicBezTo>
                  <a:cubicBezTo>
                    <a:pt x="158" y="134"/>
                    <a:pt x="168" y="112"/>
                    <a:pt x="166" y="91"/>
                  </a:cubicBezTo>
                  <a:cubicBezTo>
                    <a:pt x="166" y="69"/>
                    <a:pt x="159" y="49"/>
                    <a:pt x="144" y="31"/>
                  </a:cubicBezTo>
                  <a:lnTo>
                    <a:pt x="138" y="25"/>
                  </a:lnTo>
                  <a:cubicBezTo>
                    <a:pt x="123" y="10"/>
                    <a:pt x="102" y="1"/>
                    <a:pt x="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4669789" y="3606234"/>
              <a:ext cx="27978" cy="22489"/>
            </a:xfrm>
            <a:custGeom>
              <a:avLst/>
              <a:gdLst/>
              <a:ahLst/>
              <a:cxnLst/>
              <a:rect l="l" t="t" r="r" b="b"/>
              <a:pathLst>
                <a:path w="209" h="168" extrusionOk="0">
                  <a:moveTo>
                    <a:pt x="105" y="1"/>
                  </a:moveTo>
                  <a:cubicBezTo>
                    <a:pt x="0" y="1"/>
                    <a:pt x="0" y="168"/>
                    <a:pt x="105" y="168"/>
                  </a:cubicBezTo>
                  <a:cubicBezTo>
                    <a:pt x="208" y="168"/>
                    <a:pt x="208" y="1"/>
                    <a:pt x="1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4716775" y="3642511"/>
              <a:ext cx="22623" cy="22489"/>
            </a:xfrm>
            <a:custGeom>
              <a:avLst/>
              <a:gdLst/>
              <a:ahLst/>
              <a:cxnLst/>
              <a:rect l="l" t="t" r="r" b="b"/>
              <a:pathLst>
                <a:path w="169" h="168" extrusionOk="0">
                  <a:moveTo>
                    <a:pt x="81" y="1"/>
                  </a:moveTo>
                  <a:cubicBezTo>
                    <a:pt x="61" y="1"/>
                    <a:pt x="38" y="10"/>
                    <a:pt x="25" y="25"/>
                  </a:cubicBezTo>
                  <a:cubicBezTo>
                    <a:pt x="11" y="40"/>
                    <a:pt x="0" y="63"/>
                    <a:pt x="1" y="84"/>
                  </a:cubicBezTo>
                  <a:cubicBezTo>
                    <a:pt x="2" y="106"/>
                    <a:pt x="10" y="128"/>
                    <a:pt x="25" y="143"/>
                  </a:cubicBezTo>
                  <a:cubicBezTo>
                    <a:pt x="40" y="158"/>
                    <a:pt x="59" y="168"/>
                    <a:pt x="81" y="168"/>
                  </a:cubicBezTo>
                  <a:lnTo>
                    <a:pt x="87" y="168"/>
                  </a:lnTo>
                  <a:cubicBezTo>
                    <a:pt x="108" y="168"/>
                    <a:pt x="129" y="158"/>
                    <a:pt x="144" y="143"/>
                  </a:cubicBezTo>
                  <a:cubicBezTo>
                    <a:pt x="158" y="129"/>
                    <a:pt x="168" y="104"/>
                    <a:pt x="166" y="84"/>
                  </a:cubicBezTo>
                  <a:cubicBezTo>
                    <a:pt x="166" y="62"/>
                    <a:pt x="160" y="41"/>
                    <a:pt x="144" y="25"/>
                  </a:cubicBezTo>
                  <a:cubicBezTo>
                    <a:pt x="128" y="10"/>
                    <a:pt x="109" y="1"/>
                    <a:pt x="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4746360" y="3591375"/>
              <a:ext cx="22623" cy="22489"/>
            </a:xfrm>
            <a:custGeom>
              <a:avLst/>
              <a:gdLst/>
              <a:ahLst/>
              <a:cxnLst/>
              <a:rect l="l" t="t" r="r" b="b"/>
              <a:pathLst>
                <a:path w="169" h="168" extrusionOk="0">
                  <a:moveTo>
                    <a:pt x="81" y="0"/>
                  </a:moveTo>
                  <a:cubicBezTo>
                    <a:pt x="61" y="0"/>
                    <a:pt x="39" y="9"/>
                    <a:pt x="25" y="25"/>
                  </a:cubicBezTo>
                  <a:cubicBezTo>
                    <a:pt x="11" y="39"/>
                    <a:pt x="0" y="64"/>
                    <a:pt x="1" y="84"/>
                  </a:cubicBezTo>
                  <a:cubicBezTo>
                    <a:pt x="4" y="106"/>
                    <a:pt x="10" y="127"/>
                    <a:pt x="25" y="142"/>
                  </a:cubicBezTo>
                  <a:cubicBezTo>
                    <a:pt x="40" y="158"/>
                    <a:pt x="60" y="167"/>
                    <a:pt x="81" y="167"/>
                  </a:cubicBezTo>
                  <a:lnTo>
                    <a:pt x="87" y="167"/>
                  </a:lnTo>
                  <a:cubicBezTo>
                    <a:pt x="108" y="167"/>
                    <a:pt x="129" y="158"/>
                    <a:pt x="144" y="142"/>
                  </a:cubicBezTo>
                  <a:cubicBezTo>
                    <a:pt x="158" y="128"/>
                    <a:pt x="168" y="105"/>
                    <a:pt x="167" y="84"/>
                  </a:cubicBezTo>
                  <a:cubicBezTo>
                    <a:pt x="165" y="64"/>
                    <a:pt x="159" y="40"/>
                    <a:pt x="144" y="25"/>
                  </a:cubicBezTo>
                  <a:cubicBezTo>
                    <a:pt x="128" y="9"/>
                    <a:pt x="109" y="0"/>
                    <a:pt x="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4697766" y="3550947"/>
              <a:ext cx="27844" cy="22489"/>
            </a:xfrm>
            <a:custGeom>
              <a:avLst/>
              <a:gdLst/>
              <a:ahLst/>
              <a:cxnLst/>
              <a:rect l="l" t="t" r="r" b="b"/>
              <a:pathLst>
                <a:path w="208" h="168" extrusionOk="0">
                  <a:moveTo>
                    <a:pt x="104" y="0"/>
                  </a:moveTo>
                  <a:cubicBezTo>
                    <a:pt x="0" y="0"/>
                    <a:pt x="0" y="167"/>
                    <a:pt x="104" y="167"/>
                  </a:cubicBezTo>
                  <a:cubicBezTo>
                    <a:pt x="208" y="167"/>
                    <a:pt x="208" y="0"/>
                    <a:pt x="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4625747" y="3433414"/>
              <a:ext cx="124361" cy="66932"/>
            </a:xfrm>
            <a:custGeom>
              <a:avLst/>
              <a:gdLst/>
              <a:ahLst/>
              <a:cxnLst/>
              <a:rect l="l" t="t" r="r" b="b"/>
              <a:pathLst>
                <a:path w="929" h="500" extrusionOk="0">
                  <a:moveTo>
                    <a:pt x="83" y="1"/>
                  </a:moveTo>
                  <a:cubicBezTo>
                    <a:pt x="37" y="1"/>
                    <a:pt x="0" y="39"/>
                    <a:pt x="0" y="87"/>
                  </a:cubicBezTo>
                  <a:lnTo>
                    <a:pt x="0" y="413"/>
                  </a:lnTo>
                  <a:cubicBezTo>
                    <a:pt x="0" y="462"/>
                    <a:pt x="37" y="500"/>
                    <a:pt x="83" y="500"/>
                  </a:cubicBezTo>
                  <a:lnTo>
                    <a:pt x="845" y="500"/>
                  </a:lnTo>
                  <a:cubicBezTo>
                    <a:pt x="891" y="500"/>
                    <a:pt x="928" y="461"/>
                    <a:pt x="928" y="413"/>
                  </a:cubicBezTo>
                  <a:lnTo>
                    <a:pt x="928" y="87"/>
                  </a:lnTo>
                  <a:cubicBezTo>
                    <a:pt x="928" y="39"/>
                    <a:pt x="890" y="2"/>
                    <a:pt x="845" y="1"/>
                  </a:cubicBezTo>
                  <a:close/>
                </a:path>
              </a:pathLst>
            </a:custGeom>
            <a:solidFill>
              <a:srgbClr val="36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4625613" y="3433414"/>
              <a:ext cx="97454" cy="66932"/>
            </a:xfrm>
            <a:custGeom>
              <a:avLst/>
              <a:gdLst/>
              <a:ahLst/>
              <a:cxnLst/>
              <a:rect l="l" t="t" r="r" b="b"/>
              <a:pathLst>
                <a:path w="728" h="500" extrusionOk="0">
                  <a:moveTo>
                    <a:pt x="83" y="1"/>
                  </a:moveTo>
                  <a:cubicBezTo>
                    <a:pt x="37" y="1"/>
                    <a:pt x="0" y="39"/>
                    <a:pt x="0" y="87"/>
                  </a:cubicBezTo>
                  <a:lnTo>
                    <a:pt x="0" y="413"/>
                  </a:lnTo>
                  <a:cubicBezTo>
                    <a:pt x="0" y="462"/>
                    <a:pt x="37" y="500"/>
                    <a:pt x="83" y="500"/>
                  </a:cubicBezTo>
                  <a:lnTo>
                    <a:pt x="727" y="500"/>
                  </a:lnTo>
                  <a:cubicBezTo>
                    <a:pt x="486" y="395"/>
                    <a:pt x="208" y="269"/>
                    <a:pt x="151" y="1"/>
                  </a:cubicBezTo>
                  <a:close/>
                </a:path>
              </a:pathLst>
            </a:custGeom>
            <a:solidFill>
              <a:srgbClr val="2F37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4533111" y="3002904"/>
              <a:ext cx="315118" cy="405879"/>
            </a:xfrm>
            <a:custGeom>
              <a:avLst/>
              <a:gdLst/>
              <a:ahLst/>
              <a:cxnLst/>
              <a:rect l="l" t="t" r="r" b="b"/>
              <a:pathLst>
                <a:path w="2354" h="3032" extrusionOk="0">
                  <a:moveTo>
                    <a:pt x="1265" y="1"/>
                  </a:moveTo>
                  <a:cubicBezTo>
                    <a:pt x="567" y="1"/>
                    <a:pt x="0" y="32"/>
                    <a:pt x="0" y="32"/>
                  </a:cubicBezTo>
                  <a:lnTo>
                    <a:pt x="0" y="2468"/>
                  </a:lnTo>
                  <a:cubicBezTo>
                    <a:pt x="0" y="2565"/>
                    <a:pt x="83" y="2650"/>
                    <a:pt x="197" y="2666"/>
                  </a:cubicBezTo>
                  <a:cubicBezTo>
                    <a:pt x="262" y="2675"/>
                    <a:pt x="326" y="2684"/>
                    <a:pt x="389" y="2692"/>
                  </a:cubicBezTo>
                  <a:lnTo>
                    <a:pt x="389" y="2824"/>
                  </a:lnTo>
                  <a:cubicBezTo>
                    <a:pt x="389" y="2892"/>
                    <a:pt x="443" y="2953"/>
                    <a:pt x="523" y="2971"/>
                  </a:cubicBezTo>
                  <a:cubicBezTo>
                    <a:pt x="650" y="2999"/>
                    <a:pt x="859" y="3031"/>
                    <a:pt x="1132" y="3031"/>
                  </a:cubicBezTo>
                  <a:cubicBezTo>
                    <a:pt x="1331" y="3031"/>
                    <a:pt x="1564" y="3014"/>
                    <a:pt x="1825" y="2966"/>
                  </a:cubicBezTo>
                  <a:cubicBezTo>
                    <a:pt x="1906" y="2950"/>
                    <a:pt x="1962" y="2887"/>
                    <a:pt x="1962" y="2817"/>
                  </a:cubicBezTo>
                  <a:lnTo>
                    <a:pt x="1962" y="2701"/>
                  </a:lnTo>
                  <a:cubicBezTo>
                    <a:pt x="2039" y="2692"/>
                    <a:pt x="2104" y="2681"/>
                    <a:pt x="2159" y="2672"/>
                  </a:cubicBezTo>
                  <a:cubicBezTo>
                    <a:pt x="2271" y="2655"/>
                    <a:pt x="2352" y="2572"/>
                    <a:pt x="2352" y="2476"/>
                  </a:cubicBezTo>
                  <a:lnTo>
                    <a:pt x="2352" y="32"/>
                  </a:lnTo>
                  <a:lnTo>
                    <a:pt x="2354" y="32"/>
                  </a:lnTo>
                  <a:cubicBezTo>
                    <a:pt x="1995" y="8"/>
                    <a:pt x="1613" y="1"/>
                    <a:pt x="1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4560822" y="3030480"/>
              <a:ext cx="261037" cy="346443"/>
            </a:xfrm>
            <a:custGeom>
              <a:avLst/>
              <a:gdLst/>
              <a:ahLst/>
              <a:cxnLst/>
              <a:rect l="l" t="t" r="r" b="b"/>
              <a:pathLst>
                <a:path w="1950" h="2588" extrusionOk="0">
                  <a:moveTo>
                    <a:pt x="1154" y="1"/>
                  </a:moveTo>
                  <a:cubicBezTo>
                    <a:pt x="784" y="1"/>
                    <a:pt x="349" y="10"/>
                    <a:pt x="0" y="45"/>
                  </a:cubicBezTo>
                  <a:lnTo>
                    <a:pt x="0" y="2132"/>
                  </a:lnTo>
                  <a:cubicBezTo>
                    <a:pt x="0" y="2192"/>
                    <a:pt x="59" y="2241"/>
                    <a:pt x="132" y="2241"/>
                  </a:cubicBezTo>
                  <a:lnTo>
                    <a:pt x="341" y="2241"/>
                  </a:lnTo>
                  <a:lnTo>
                    <a:pt x="341" y="2441"/>
                  </a:lnTo>
                  <a:cubicBezTo>
                    <a:pt x="341" y="2522"/>
                    <a:pt x="419" y="2588"/>
                    <a:pt x="515" y="2588"/>
                  </a:cubicBezTo>
                  <a:lnTo>
                    <a:pt x="1417" y="2588"/>
                  </a:lnTo>
                  <a:cubicBezTo>
                    <a:pt x="1513" y="2588"/>
                    <a:pt x="1591" y="2521"/>
                    <a:pt x="1591" y="2441"/>
                  </a:cubicBezTo>
                  <a:lnTo>
                    <a:pt x="1591" y="2241"/>
                  </a:lnTo>
                  <a:lnTo>
                    <a:pt x="1817" y="2241"/>
                  </a:lnTo>
                  <a:cubicBezTo>
                    <a:pt x="1891" y="2241"/>
                    <a:pt x="1949" y="2193"/>
                    <a:pt x="1949" y="2132"/>
                  </a:cubicBezTo>
                  <a:lnTo>
                    <a:pt x="1949" y="15"/>
                  </a:lnTo>
                  <a:cubicBezTo>
                    <a:pt x="1949" y="15"/>
                    <a:pt x="1598" y="1"/>
                    <a:pt x="1154" y="1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4560822" y="3225522"/>
              <a:ext cx="261037" cy="151267"/>
            </a:xfrm>
            <a:custGeom>
              <a:avLst/>
              <a:gdLst/>
              <a:ahLst/>
              <a:cxnLst/>
              <a:rect l="l" t="t" r="r" b="b"/>
              <a:pathLst>
                <a:path w="1950" h="1130" extrusionOk="0">
                  <a:moveTo>
                    <a:pt x="1949" y="0"/>
                  </a:moveTo>
                  <a:cubicBezTo>
                    <a:pt x="1430" y="64"/>
                    <a:pt x="794" y="82"/>
                    <a:pt x="270" y="82"/>
                  </a:cubicBezTo>
                  <a:cubicBezTo>
                    <a:pt x="176" y="82"/>
                    <a:pt x="86" y="81"/>
                    <a:pt x="0" y="80"/>
                  </a:cubicBezTo>
                  <a:lnTo>
                    <a:pt x="0" y="674"/>
                  </a:lnTo>
                  <a:cubicBezTo>
                    <a:pt x="0" y="733"/>
                    <a:pt x="59" y="783"/>
                    <a:pt x="132" y="783"/>
                  </a:cubicBezTo>
                  <a:lnTo>
                    <a:pt x="341" y="783"/>
                  </a:lnTo>
                  <a:lnTo>
                    <a:pt x="341" y="983"/>
                  </a:lnTo>
                  <a:cubicBezTo>
                    <a:pt x="341" y="1064"/>
                    <a:pt x="419" y="1130"/>
                    <a:pt x="515" y="1130"/>
                  </a:cubicBezTo>
                  <a:lnTo>
                    <a:pt x="1417" y="1130"/>
                  </a:lnTo>
                  <a:cubicBezTo>
                    <a:pt x="1513" y="1130"/>
                    <a:pt x="1591" y="1063"/>
                    <a:pt x="1591" y="983"/>
                  </a:cubicBezTo>
                  <a:lnTo>
                    <a:pt x="1591" y="783"/>
                  </a:lnTo>
                  <a:lnTo>
                    <a:pt x="1817" y="783"/>
                  </a:lnTo>
                  <a:cubicBezTo>
                    <a:pt x="1891" y="783"/>
                    <a:pt x="1949" y="735"/>
                    <a:pt x="1949" y="674"/>
                  </a:cubicBezTo>
                  <a:lnTo>
                    <a:pt x="1949" y="0"/>
                  </a:lnTo>
                  <a:close/>
                </a:path>
              </a:pathLst>
            </a:custGeom>
            <a:solidFill>
              <a:srgbClr val="AD5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4560822" y="3301557"/>
              <a:ext cx="261037" cy="75232"/>
            </a:xfrm>
            <a:custGeom>
              <a:avLst/>
              <a:gdLst/>
              <a:ahLst/>
              <a:cxnLst/>
              <a:rect l="l" t="t" r="r" b="b"/>
              <a:pathLst>
                <a:path w="1950" h="562" extrusionOk="0">
                  <a:moveTo>
                    <a:pt x="1949" y="0"/>
                  </a:moveTo>
                  <a:cubicBezTo>
                    <a:pt x="1661" y="55"/>
                    <a:pt x="1381" y="70"/>
                    <a:pt x="1084" y="70"/>
                  </a:cubicBezTo>
                  <a:cubicBezTo>
                    <a:pt x="1074" y="70"/>
                    <a:pt x="1064" y="70"/>
                    <a:pt x="1054" y="70"/>
                  </a:cubicBezTo>
                  <a:cubicBezTo>
                    <a:pt x="867" y="70"/>
                    <a:pt x="659" y="79"/>
                    <a:pt x="449" y="79"/>
                  </a:cubicBezTo>
                  <a:cubicBezTo>
                    <a:pt x="298" y="79"/>
                    <a:pt x="146" y="74"/>
                    <a:pt x="0" y="57"/>
                  </a:cubicBezTo>
                  <a:lnTo>
                    <a:pt x="0" y="106"/>
                  </a:lnTo>
                  <a:cubicBezTo>
                    <a:pt x="0" y="165"/>
                    <a:pt x="59" y="215"/>
                    <a:pt x="132" y="215"/>
                  </a:cubicBezTo>
                  <a:lnTo>
                    <a:pt x="341" y="215"/>
                  </a:lnTo>
                  <a:lnTo>
                    <a:pt x="341" y="415"/>
                  </a:lnTo>
                  <a:cubicBezTo>
                    <a:pt x="341" y="496"/>
                    <a:pt x="419" y="562"/>
                    <a:pt x="515" y="562"/>
                  </a:cubicBezTo>
                  <a:lnTo>
                    <a:pt x="1417" y="562"/>
                  </a:lnTo>
                  <a:cubicBezTo>
                    <a:pt x="1513" y="562"/>
                    <a:pt x="1591" y="495"/>
                    <a:pt x="1591" y="415"/>
                  </a:cubicBezTo>
                  <a:lnTo>
                    <a:pt x="1591" y="215"/>
                  </a:lnTo>
                  <a:lnTo>
                    <a:pt x="1817" y="215"/>
                  </a:lnTo>
                  <a:cubicBezTo>
                    <a:pt x="1891" y="215"/>
                    <a:pt x="1949" y="167"/>
                    <a:pt x="1949" y="106"/>
                  </a:cubicBezTo>
                  <a:lnTo>
                    <a:pt x="1949" y="0"/>
                  </a:lnTo>
                  <a:close/>
                </a:path>
              </a:pathLst>
            </a:custGeom>
            <a:solidFill>
              <a:srgbClr val="9E52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4601115" y="3251491"/>
              <a:ext cx="27978" cy="18340"/>
            </a:xfrm>
            <a:custGeom>
              <a:avLst/>
              <a:gdLst/>
              <a:ahLst/>
              <a:cxnLst/>
              <a:rect l="l" t="t" r="r" b="b"/>
              <a:pathLst>
                <a:path w="209" h="137" extrusionOk="0">
                  <a:moveTo>
                    <a:pt x="104" y="1"/>
                  </a:moveTo>
                  <a:cubicBezTo>
                    <a:pt x="1" y="1"/>
                    <a:pt x="1" y="137"/>
                    <a:pt x="104" y="137"/>
                  </a:cubicBezTo>
                  <a:cubicBezTo>
                    <a:pt x="209" y="137"/>
                    <a:pt x="209" y="1"/>
                    <a:pt x="104" y="1"/>
                  </a:cubicBezTo>
                  <a:close/>
                </a:path>
              </a:pathLst>
            </a:custGeom>
            <a:solidFill>
              <a:srgbClr val="C1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4659347" y="3226726"/>
              <a:ext cx="27978" cy="18206"/>
            </a:xfrm>
            <a:custGeom>
              <a:avLst/>
              <a:gdLst/>
              <a:ahLst/>
              <a:cxnLst/>
              <a:rect l="l" t="t" r="r" b="b"/>
              <a:pathLst>
                <a:path w="209" h="136" extrusionOk="0">
                  <a:moveTo>
                    <a:pt x="104" y="1"/>
                  </a:moveTo>
                  <a:cubicBezTo>
                    <a:pt x="1" y="1"/>
                    <a:pt x="1" y="136"/>
                    <a:pt x="104" y="136"/>
                  </a:cubicBezTo>
                  <a:cubicBezTo>
                    <a:pt x="208" y="136"/>
                    <a:pt x="208" y="1"/>
                    <a:pt x="104" y="1"/>
                  </a:cubicBezTo>
                  <a:close/>
                </a:path>
              </a:pathLst>
            </a:custGeom>
            <a:solidFill>
              <a:srgbClr val="C1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4677687" y="3264342"/>
              <a:ext cx="27844" cy="18206"/>
            </a:xfrm>
            <a:custGeom>
              <a:avLst/>
              <a:gdLst/>
              <a:ahLst/>
              <a:cxnLst/>
              <a:rect l="l" t="t" r="r" b="b"/>
              <a:pathLst>
                <a:path w="208" h="136" extrusionOk="0">
                  <a:moveTo>
                    <a:pt x="104" y="1"/>
                  </a:moveTo>
                  <a:cubicBezTo>
                    <a:pt x="1" y="1"/>
                    <a:pt x="1" y="136"/>
                    <a:pt x="104" y="136"/>
                  </a:cubicBezTo>
                  <a:cubicBezTo>
                    <a:pt x="208" y="136"/>
                    <a:pt x="208" y="1"/>
                    <a:pt x="104" y="1"/>
                  </a:cubicBezTo>
                  <a:close/>
                </a:path>
              </a:pathLst>
            </a:custGeom>
            <a:solidFill>
              <a:srgbClr val="C1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4640204" y="3285092"/>
              <a:ext cx="27978" cy="18340"/>
            </a:xfrm>
            <a:custGeom>
              <a:avLst/>
              <a:gdLst/>
              <a:ahLst/>
              <a:cxnLst/>
              <a:rect l="l" t="t" r="r" b="b"/>
              <a:pathLst>
                <a:path w="209" h="137" extrusionOk="0">
                  <a:moveTo>
                    <a:pt x="104" y="0"/>
                  </a:moveTo>
                  <a:cubicBezTo>
                    <a:pt x="0" y="0"/>
                    <a:pt x="0" y="136"/>
                    <a:pt x="104" y="136"/>
                  </a:cubicBezTo>
                  <a:cubicBezTo>
                    <a:pt x="208" y="136"/>
                    <a:pt x="208" y="0"/>
                    <a:pt x="104" y="0"/>
                  </a:cubicBezTo>
                  <a:close/>
                </a:path>
              </a:pathLst>
            </a:custGeom>
            <a:solidFill>
              <a:srgbClr val="C1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4750510" y="3271571"/>
              <a:ext cx="21418" cy="19009"/>
            </a:xfrm>
            <a:custGeom>
              <a:avLst/>
              <a:gdLst/>
              <a:ahLst/>
              <a:cxnLst/>
              <a:rect l="l" t="t" r="r" b="b"/>
              <a:pathLst>
                <a:path w="160" h="142" extrusionOk="0">
                  <a:moveTo>
                    <a:pt x="80" y="0"/>
                  </a:moveTo>
                  <a:cubicBezTo>
                    <a:pt x="59" y="2"/>
                    <a:pt x="37" y="7"/>
                    <a:pt x="24" y="21"/>
                  </a:cubicBezTo>
                  <a:cubicBezTo>
                    <a:pt x="9" y="34"/>
                    <a:pt x="0" y="50"/>
                    <a:pt x="0" y="69"/>
                  </a:cubicBezTo>
                  <a:lnTo>
                    <a:pt x="0" y="74"/>
                  </a:lnTo>
                  <a:cubicBezTo>
                    <a:pt x="0" y="91"/>
                    <a:pt x="9" y="110"/>
                    <a:pt x="24" y="121"/>
                  </a:cubicBezTo>
                  <a:cubicBezTo>
                    <a:pt x="37" y="132"/>
                    <a:pt x="61" y="141"/>
                    <a:pt x="80" y="141"/>
                  </a:cubicBezTo>
                  <a:cubicBezTo>
                    <a:pt x="100" y="140"/>
                    <a:pt x="122" y="135"/>
                    <a:pt x="136" y="121"/>
                  </a:cubicBezTo>
                  <a:cubicBezTo>
                    <a:pt x="150" y="108"/>
                    <a:pt x="159" y="91"/>
                    <a:pt x="159" y="74"/>
                  </a:cubicBezTo>
                  <a:lnTo>
                    <a:pt x="159" y="69"/>
                  </a:lnTo>
                  <a:cubicBezTo>
                    <a:pt x="160" y="51"/>
                    <a:pt x="152" y="34"/>
                    <a:pt x="136" y="21"/>
                  </a:cubicBezTo>
                  <a:cubicBezTo>
                    <a:pt x="122" y="9"/>
                    <a:pt x="98" y="0"/>
                    <a:pt x="80" y="0"/>
                  </a:cubicBezTo>
                  <a:close/>
                </a:path>
              </a:pathLst>
            </a:custGeom>
            <a:solidFill>
              <a:srgbClr val="C1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4732036" y="3242121"/>
              <a:ext cx="27844" cy="18340"/>
            </a:xfrm>
            <a:custGeom>
              <a:avLst/>
              <a:gdLst/>
              <a:ahLst/>
              <a:cxnLst/>
              <a:rect l="l" t="t" r="r" b="b"/>
              <a:pathLst>
                <a:path w="208" h="137" extrusionOk="0">
                  <a:moveTo>
                    <a:pt x="103" y="0"/>
                  </a:moveTo>
                  <a:cubicBezTo>
                    <a:pt x="0" y="0"/>
                    <a:pt x="0" y="136"/>
                    <a:pt x="103" y="136"/>
                  </a:cubicBezTo>
                  <a:cubicBezTo>
                    <a:pt x="208" y="136"/>
                    <a:pt x="208" y="0"/>
                    <a:pt x="103" y="0"/>
                  </a:cubicBezTo>
                  <a:close/>
                </a:path>
              </a:pathLst>
            </a:custGeom>
            <a:solidFill>
              <a:srgbClr val="C1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4783307" y="3831528"/>
              <a:ext cx="257422" cy="248052"/>
            </a:xfrm>
            <a:custGeom>
              <a:avLst/>
              <a:gdLst/>
              <a:ahLst/>
              <a:cxnLst/>
              <a:rect l="l" t="t" r="r" b="b"/>
              <a:pathLst>
                <a:path w="1923" h="1853" extrusionOk="0">
                  <a:moveTo>
                    <a:pt x="1216" y="1"/>
                  </a:moveTo>
                  <a:cubicBezTo>
                    <a:pt x="1211" y="1"/>
                    <a:pt x="1208" y="1"/>
                    <a:pt x="1208" y="1"/>
                  </a:cubicBezTo>
                  <a:cubicBezTo>
                    <a:pt x="800" y="256"/>
                    <a:pt x="411" y="400"/>
                    <a:pt x="273" y="471"/>
                  </a:cubicBezTo>
                  <a:cubicBezTo>
                    <a:pt x="224" y="496"/>
                    <a:pt x="196" y="549"/>
                    <a:pt x="208" y="604"/>
                  </a:cubicBezTo>
                  <a:lnTo>
                    <a:pt x="208" y="606"/>
                  </a:lnTo>
                  <a:cubicBezTo>
                    <a:pt x="220" y="659"/>
                    <a:pt x="267" y="681"/>
                    <a:pt x="323" y="681"/>
                  </a:cubicBezTo>
                  <a:cubicBezTo>
                    <a:pt x="328" y="681"/>
                    <a:pt x="333" y="681"/>
                    <a:pt x="338" y="680"/>
                  </a:cubicBezTo>
                  <a:cubicBezTo>
                    <a:pt x="593" y="662"/>
                    <a:pt x="844" y="605"/>
                    <a:pt x="844" y="605"/>
                  </a:cubicBezTo>
                  <a:lnTo>
                    <a:pt x="844" y="605"/>
                  </a:lnTo>
                  <a:cubicBezTo>
                    <a:pt x="762" y="650"/>
                    <a:pt x="700" y="692"/>
                    <a:pt x="639" y="723"/>
                  </a:cubicBezTo>
                  <a:cubicBezTo>
                    <a:pt x="558" y="766"/>
                    <a:pt x="478" y="807"/>
                    <a:pt x="395" y="844"/>
                  </a:cubicBezTo>
                  <a:cubicBezTo>
                    <a:pt x="324" y="876"/>
                    <a:pt x="45" y="986"/>
                    <a:pt x="160" y="1105"/>
                  </a:cubicBezTo>
                  <a:cubicBezTo>
                    <a:pt x="178" y="1123"/>
                    <a:pt x="255" y="1148"/>
                    <a:pt x="301" y="1148"/>
                  </a:cubicBezTo>
                  <a:cubicBezTo>
                    <a:pt x="313" y="1148"/>
                    <a:pt x="323" y="1146"/>
                    <a:pt x="329" y="1142"/>
                  </a:cubicBezTo>
                  <a:lnTo>
                    <a:pt x="329" y="1142"/>
                  </a:lnTo>
                  <a:cubicBezTo>
                    <a:pt x="1" y="1378"/>
                    <a:pt x="439" y="1396"/>
                    <a:pt x="439" y="1396"/>
                  </a:cubicBezTo>
                  <a:cubicBezTo>
                    <a:pt x="413" y="1437"/>
                    <a:pt x="357" y="1444"/>
                    <a:pt x="327" y="1458"/>
                  </a:cubicBezTo>
                  <a:cubicBezTo>
                    <a:pt x="272" y="1484"/>
                    <a:pt x="261" y="1562"/>
                    <a:pt x="309" y="1600"/>
                  </a:cubicBezTo>
                  <a:cubicBezTo>
                    <a:pt x="366" y="1642"/>
                    <a:pt x="467" y="1647"/>
                    <a:pt x="511" y="1647"/>
                  </a:cubicBezTo>
                  <a:cubicBezTo>
                    <a:pt x="524" y="1647"/>
                    <a:pt x="532" y="1646"/>
                    <a:pt x="532" y="1646"/>
                  </a:cubicBezTo>
                  <a:lnTo>
                    <a:pt x="532" y="1646"/>
                  </a:lnTo>
                  <a:cubicBezTo>
                    <a:pt x="439" y="1702"/>
                    <a:pt x="368" y="1744"/>
                    <a:pt x="364" y="1790"/>
                  </a:cubicBezTo>
                  <a:cubicBezTo>
                    <a:pt x="359" y="1836"/>
                    <a:pt x="397" y="1853"/>
                    <a:pt x="449" y="1853"/>
                  </a:cubicBezTo>
                  <a:cubicBezTo>
                    <a:pt x="469" y="1853"/>
                    <a:pt x="490" y="1851"/>
                    <a:pt x="511" y="1847"/>
                  </a:cubicBezTo>
                  <a:cubicBezTo>
                    <a:pt x="923" y="1779"/>
                    <a:pt x="1265" y="1631"/>
                    <a:pt x="1390" y="1572"/>
                  </a:cubicBezTo>
                  <a:cubicBezTo>
                    <a:pt x="1423" y="1556"/>
                    <a:pt x="1452" y="1532"/>
                    <a:pt x="1470" y="1501"/>
                  </a:cubicBezTo>
                  <a:cubicBezTo>
                    <a:pt x="1713" y="1131"/>
                    <a:pt x="1922" y="583"/>
                    <a:pt x="1922" y="583"/>
                  </a:cubicBezTo>
                  <a:cubicBezTo>
                    <a:pt x="1913" y="25"/>
                    <a:pt x="1296" y="1"/>
                    <a:pt x="1216" y="1"/>
                  </a:cubicBezTo>
                  <a:close/>
                </a:path>
              </a:pathLst>
            </a:custGeom>
            <a:solidFill>
              <a:srgbClr val="FECB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4806466" y="3945581"/>
              <a:ext cx="106021" cy="73492"/>
            </a:xfrm>
            <a:custGeom>
              <a:avLst/>
              <a:gdLst/>
              <a:ahLst/>
              <a:cxnLst/>
              <a:rect l="l" t="t" r="r" b="b"/>
              <a:pathLst>
                <a:path w="792" h="549" extrusionOk="0">
                  <a:moveTo>
                    <a:pt x="782" y="1"/>
                  </a:moveTo>
                  <a:cubicBezTo>
                    <a:pt x="781" y="1"/>
                    <a:pt x="780" y="1"/>
                    <a:pt x="778" y="2"/>
                  </a:cubicBezTo>
                  <a:cubicBezTo>
                    <a:pt x="662" y="85"/>
                    <a:pt x="540" y="142"/>
                    <a:pt x="407" y="188"/>
                  </a:cubicBezTo>
                  <a:cubicBezTo>
                    <a:pt x="299" y="226"/>
                    <a:pt x="160" y="257"/>
                    <a:pt x="72" y="336"/>
                  </a:cubicBezTo>
                  <a:cubicBezTo>
                    <a:pt x="33" y="372"/>
                    <a:pt x="1" y="436"/>
                    <a:pt x="41" y="483"/>
                  </a:cubicBezTo>
                  <a:cubicBezTo>
                    <a:pt x="89" y="539"/>
                    <a:pt x="200" y="546"/>
                    <a:pt x="267" y="549"/>
                  </a:cubicBezTo>
                  <a:cubicBezTo>
                    <a:pt x="267" y="549"/>
                    <a:pt x="267" y="549"/>
                    <a:pt x="268" y="549"/>
                  </a:cubicBezTo>
                  <a:cubicBezTo>
                    <a:pt x="292" y="549"/>
                    <a:pt x="292" y="509"/>
                    <a:pt x="267" y="508"/>
                  </a:cubicBezTo>
                  <a:cubicBezTo>
                    <a:pt x="228" y="506"/>
                    <a:pt x="159" y="509"/>
                    <a:pt x="125" y="483"/>
                  </a:cubicBezTo>
                  <a:cubicBezTo>
                    <a:pt x="21" y="402"/>
                    <a:pt x="114" y="359"/>
                    <a:pt x="160" y="332"/>
                  </a:cubicBezTo>
                  <a:cubicBezTo>
                    <a:pt x="246" y="285"/>
                    <a:pt x="343" y="259"/>
                    <a:pt x="434" y="226"/>
                  </a:cubicBezTo>
                  <a:cubicBezTo>
                    <a:pt x="563" y="178"/>
                    <a:pt x="696" y="125"/>
                    <a:pt x="785" y="12"/>
                  </a:cubicBezTo>
                  <a:cubicBezTo>
                    <a:pt x="791" y="9"/>
                    <a:pt x="788" y="1"/>
                    <a:pt x="782" y="1"/>
                  </a:cubicBezTo>
                  <a:close/>
                </a:path>
              </a:pathLst>
            </a:custGeom>
            <a:solidFill>
              <a:srgbClr val="F7B9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4808474" y="3975032"/>
              <a:ext cx="142165" cy="78177"/>
            </a:xfrm>
            <a:custGeom>
              <a:avLst/>
              <a:gdLst/>
              <a:ahLst/>
              <a:cxnLst/>
              <a:rect l="l" t="t" r="r" b="b"/>
              <a:pathLst>
                <a:path w="1062" h="584" extrusionOk="0">
                  <a:moveTo>
                    <a:pt x="935" y="0"/>
                  </a:moveTo>
                  <a:cubicBezTo>
                    <a:pt x="933" y="0"/>
                    <a:pt x="931" y="1"/>
                    <a:pt x="929" y="2"/>
                  </a:cubicBezTo>
                  <a:cubicBezTo>
                    <a:pt x="837" y="65"/>
                    <a:pt x="744" y="125"/>
                    <a:pt x="643" y="172"/>
                  </a:cubicBezTo>
                  <a:cubicBezTo>
                    <a:pt x="535" y="222"/>
                    <a:pt x="425" y="249"/>
                    <a:pt x="313" y="286"/>
                  </a:cubicBezTo>
                  <a:cubicBezTo>
                    <a:pt x="241" y="310"/>
                    <a:pt x="1" y="400"/>
                    <a:pt x="88" y="521"/>
                  </a:cubicBezTo>
                  <a:cubicBezTo>
                    <a:pt x="121" y="567"/>
                    <a:pt x="203" y="579"/>
                    <a:pt x="254" y="582"/>
                  </a:cubicBezTo>
                  <a:cubicBezTo>
                    <a:pt x="263" y="583"/>
                    <a:pt x="272" y="584"/>
                    <a:pt x="282" y="584"/>
                  </a:cubicBezTo>
                  <a:cubicBezTo>
                    <a:pt x="369" y="584"/>
                    <a:pt x="454" y="551"/>
                    <a:pt x="537" y="523"/>
                  </a:cubicBezTo>
                  <a:cubicBezTo>
                    <a:pt x="714" y="463"/>
                    <a:pt x="918" y="408"/>
                    <a:pt x="1051" y="265"/>
                  </a:cubicBezTo>
                  <a:cubicBezTo>
                    <a:pt x="1062" y="252"/>
                    <a:pt x="1050" y="235"/>
                    <a:pt x="1037" y="235"/>
                  </a:cubicBezTo>
                  <a:cubicBezTo>
                    <a:pt x="1033" y="235"/>
                    <a:pt x="1030" y="236"/>
                    <a:pt x="1026" y="240"/>
                  </a:cubicBezTo>
                  <a:cubicBezTo>
                    <a:pt x="905" y="357"/>
                    <a:pt x="744" y="403"/>
                    <a:pt x="590" y="457"/>
                  </a:cubicBezTo>
                  <a:cubicBezTo>
                    <a:pt x="518" y="482"/>
                    <a:pt x="443" y="510"/>
                    <a:pt x="369" y="528"/>
                  </a:cubicBezTo>
                  <a:cubicBezTo>
                    <a:pt x="356" y="531"/>
                    <a:pt x="332" y="533"/>
                    <a:pt x="304" y="533"/>
                  </a:cubicBezTo>
                  <a:cubicBezTo>
                    <a:pt x="208" y="533"/>
                    <a:pt x="69" y="508"/>
                    <a:pt x="176" y="401"/>
                  </a:cubicBezTo>
                  <a:cubicBezTo>
                    <a:pt x="227" y="350"/>
                    <a:pt x="319" y="332"/>
                    <a:pt x="386" y="311"/>
                  </a:cubicBezTo>
                  <a:cubicBezTo>
                    <a:pt x="457" y="290"/>
                    <a:pt x="530" y="269"/>
                    <a:pt x="600" y="240"/>
                  </a:cubicBezTo>
                  <a:cubicBezTo>
                    <a:pt x="724" y="187"/>
                    <a:pt x="844" y="116"/>
                    <a:pt x="944" y="23"/>
                  </a:cubicBezTo>
                  <a:cubicBezTo>
                    <a:pt x="953" y="14"/>
                    <a:pt x="945" y="0"/>
                    <a:pt x="935" y="0"/>
                  </a:cubicBezTo>
                  <a:close/>
                </a:path>
              </a:pathLst>
            </a:custGeom>
            <a:solidFill>
              <a:srgbClr val="F7B9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4869784" y="2527817"/>
              <a:ext cx="445637" cy="1456719"/>
            </a:xfrm>
            <a:custGeom>
              <a:avLst/>
              <a:gdLst/>
              <a:ahLst/>
              <a:cxnLst/>
              <a:rect l="l" t="t" r="r" b="b"/>
              <a:pathLst>
                <a:path w="3329" h="10882" extrusionOk="0">
                  <a:moveTo>
                    <a:pt x="686" y="0"/>
                  </a:moveTo>
                  <a:lnTo>
                    <a:pt x="1008" y="3298"/>
                  </a:lnTo>
                  <a:lnTo>
                    <a:pt x="1484" y="6100"/>
                  </a:lnTo>
                  <a:cubicBezTo>
                    <a:pt x="1484" y="7352"/>
                    <a:pt x="0" y="9741"/>
                    <a:pt x="0" y="9741"/>
                  </a:cubicBezTo>
                  <a:cubicBezTo>
                    <a:pt x="77" y="10421"/>
                    <a:pt x="1237" y="10882"/>
                    <a:pt x="1237" y="10882"/>
                  </a:cubicBezTo>
                  <a:cubicBezTo>
                    <a:pt x="2389" y="9813"/>
                    <a:pt x="3058" y="7584"/>
                    <a:pt x="3262" y="6808"/>
                  </a:cubicBezTo>
                  <a:cubicBezTo>
                    <a:pt x="3308" y="6633"/>
                    <a:pt x="3329" y="6449"/>
                    <a:pt x="3323" y="6266"/>
                  </a:cubicBezTo>
                  <a:cubicBezTo>
                    <a:pt x="3120" y="709"/>
                    <a:pt x="686" y="0"/>
                    <a:pt x="6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3688149" y="3556034"/>
              <a:ext cx="552059" cy="554870"/>
            </a:xfrm>
            <a:custGeom>
              <a:avLst/>
              <a:gdLst/>
              <a:ahLst/>
              <a:cxnLst/>
              <a:rect l="l" t="t" r="r" b="b"/>
              <a:pathLst>
                <a:path w="4124" h="4145" extrusionOk="0">
                  <a:moveTo>
                    <a:pt x="661" y="0"/>
                  </a:moveTo>
                  <a:lnTo>
                    <a:pt x="509" y="712"/>
                  </a:lnTo>
                  <a:lnTo>
                    <a:pt x="840" y="738"/>
                  </a:lnTo>
                  <a:cubicBezTo>
                    <a:pt x="840" y="738"/>
                    <a:pt x="0" y="3640"/>
                    <a:pt x="0" y="3971"/>
                  </a:cubicBezTo>
                  <a:cubicBezTo>
                    <a:pt x="0" y="3971"/>
                    <a:pt x="1334" y="4144"/>
                    <a:pt x="2807" y="4144"/>
                  </a:cubicBezTo>
                  <a:cubicBezTo>
                    <a:pt x="2917" y="4144"/>
                    <a:pt x="3027" y="4143"/>
                    <a:pt x="3137" y="4141"/>
                  </a:cubicBezTo>
                  <a:cubicBezTo>
                    <a:pt x="3433" y="4136"/>
                    <a:pt x="3731" y="4124"/>
                    <a:pt x="4021" y="4099"/>
                  </a:cubicBezTo>
                  <a:lnTo>
                    <a:pt x="4098" y="840"/>
                  </a:lnTo>
                  <a:lnTo>
                    <a:pt x="4124" y="254"/>
                  </a:lnTo>
                  <a:lnTo>
                    <a:pt x="4080" y="252"/>
                  </a:lnTo>
                  <a:lnTo>
                    <a:pt x="6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4108087" y="3589634"/>
              <a:ext cx="132125" cy="520869"/>
            </a:xfrm>
            <a:custGeom>
              <a:avLst/>
              <a:gdLst/>
              <a:ahLst/>
              <a:cxnLst/>
              <a:rect l="l" t="t" r="r" b="b"/>
              <a:pathLst>
                <a:path w="987" h="3891" extrusionOk="0">
                  <a:moveTo>
                    <a:pt x="944" y="1"/>
                  </a:moveTo>
                  <a:lnTo>
                    <a:pt x="872" y="93"/>
                  </a:lnTo>
                  <a:lnTo>
                    <a:pt x="567" y="550"/>
                  </a:lnTo>
                  <a:lnTo>
                    <a:pt x="439" y="627"/>
                  </a:lnTo>
                  <a:lnTo>
                    <a:pt x="414" y="704"/>
                  </a:lnTo>
                  <a:lnTo>
                    <a:pt x="0" y="3890"/>
                  </a:lnTo>
                  <a:cubicBezTo>
                    <a:pt x="296" y="3885"/>
                    <a:pt x="594" y="3873"/>
                    <a:pt x="884" y="3848"/>
                  </a:cubicBezTo>
                  <a:lnTo>
                    <a:pt x="961" y="589"/>
                  </a:lnTo>
                  <a:lnTo>
                    <a:pt x="987" y="3"/>
                  </a:lnTo>
                  <a:lnTo>
                    <a:pt x="9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3746247" y="3586957"/>
              <a:ext cx="494631" cy="96249"/>
            </a:xfrm>
            <a:custGeom>
              <a:avLst/>
              <a:gdLst/>
              <a:ahLst/>
              <a:cxnLst/>
              <a:rect l="l" t="t" r="r" b="b"/>
              <a:pathLst>
                <a:path w="3695" h="719" extrusionOk="0">
                  <a:moveTo>
                    <a:pt x="3614" y="1"/>
                  </a:moveTo>
                  <a:cubicBezTo>
                    <a:pt x="3596" y="1"/>
                    <a:pt x="3577" y="9"/>
                    <a:pt x="3564" y="28"/>
                  </a:cubicBezTo>
                  <a:cubicBezTo>
                    <a:pt x="3479" y="158"/>
                    <a:pt x="3395" y="287"/>
                    <a:pt x="3301" y="409"/>
                  </a:cubicBezTo>
                  <a:cubicBezTo>
                    <a:pt x="3249" y="477"/>
                    <a:pt x="3196" y="565"/>
                    <a:pt x="3106" y="586"/>
                  </a:cubicBezTo>
                  <a:cubicBezTo>
                    <a:pt x="3085" y="590"/>
                    <a:pt x="3063" y="592"/>
                    <a:pt x="3039" y="592"/>
                  </a:cubicBezTo>
                  <a:cubicBezTo>
                    <a:pt x="2986" y="592"/>
                    <a:pt x="2928" y="583"/>
                    <a:pt x="2878" y="582"/>
                  </a:cubicBezTo>
                  <a:cubicBezTo>
                    <a:pt x="2560" y="577"/>
                    <a:pt x="2242" y="569"/>
                    <a:pt x="1924" y="561"/>
                  </a:cubicBezTo>
                  <a:cubicBezTo>
                    <a:pt x="1312" y="545"/>
                    <a:pt x="680" y="548"/>
                    <a:pt x="82" y="416"/>
                  </a:cubicBezTo>
                  <a:cubicBezTo>
                    <a:pt x="77" y="415"/>
                    <a:pt x="73" y="414"/>
                    <a:pt x="69" y="414"/>
                  </a:cubicBezTo>
                  <a:cubicBezTo>
                    <a:pt x="17" y="414"/>
                    <a:pt x="1" y="490"/>
                    <a:pt x="56" y="510"/>
                  </a:cubicBezTo>
                  <a:cubicBezTo>
                    <a:pt x="351" y="615"/>
                    <a:pt x="684" y="617"/>
                    <a:pt x="995" y="637"/>
                  </a:cubicBezTo>
                  <a:cubicBezTo>
                    <a:pt x="1354" y="660"/>
                    <a:pt x="1715" y="678"/>
                    <a:pt x="2075" y="693"/>
                  </a:cubicBezTo>
                  <a:cubicBezTo>
                    <a:pt x="2252" y="701"/>
                    <a:pt x="2427" y="704"/>
                    <a:pt x="2603" y="708"/>
                  </a:cubicBezTo>
                  <a:cubicBezTo>
                    <a:pt x="2720" y="710"/>
                    <a:pt x="2840" y="718"/>
                    <a:pt x="2959" y="718"/>
                  </a:cubicBezTo>
                  <a:cubicBezTo>
                    <a:pt x="3015" y="718"/>
                    <a:pt x="3070" y="717"/>
                    <a:pt x="3125" y="712"/>
                  </a:cubicBezTo>
                  <a:cubicBezTo>
                    <a:pt x="3257" y="699"/>
                    <a:pt x="3318" y="586"/>
                    <a:pt x="3394" y="488"/>
                  </a:cubicBezTo>
                  <a:cubicBezTo>
                    <a:pt x="3492" y="360"/>
                    <a:pt x="3587" y="227"/>
                    <a:pt x="3669" y="85"/>
                  </a:cubicBezTo>
                  <a:cubicBezTo>
                    <a:pt x="3695" y="42"/>
                    <a:pt x="3655" y="1"/>
                    <a:pt x="36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3839284" y="3750272"/>
              <a:ext cx="153677" cy="149126"/>
            </a:xfrm>
            <a:custGeom>
              <a:avLst/>
              <a:gdLst/>
              <a:ahLst/>
              <a:cxnLst/>
              <a:rect l="l" t="t" r="r" b="b"/>
              <a:pathLst>
                <a:path w="1148" h="1114" extrusionOk="0">
                  <a:moveTo>
                    <a:pt x="935" y="0"/>
                  </a:moveTo>
                  <a:cubicBezTo>
                    <a:pt x="932" y="0"/>
                    <a:pt x="930" y="0"/>
                    <a:pt x="927" y="0"/>
                  </a:cubicBezTo>
                  <a:cubicBezTo>
                    <a:pt x="683" y="7"/>
                    <a:pt x="495" y="133"/>
                    <a:pt x="334" y="307"/>
                  </a:cubicBezTo>
                  <a:cubicBezTo>
                    <a:pt x="293" y="353"/>
                    <a:pt x="244" y="404"/>
                    <a:pt x="202" y="459"/>
                  </a:cubicBezTo>
                  <a:cubicBezTo>
                    <a:pt x="90" y="602"/>
                    <a:pt x="1" y="772"/>
                    <a:pt x="60" y="951"/>
                  </a:cubicBezTo>
                  <a:cubicBezTo>
                    <a:pt x="92" y="1047"/>
                    <a:pt x="173" y="1113"/>
                    <a:pt x="263" y="1113"/>
                  </a:cubicBezTo>
                  <a:cubicBezTo>
                    <a:pt x="269" y="1113"/>
                    <a:pt x="274" y="1113"/>
                    <a:pt x="279" y="1112"/>
                  </a:cubicBezTo>
                  <a:cubicBezTo>
                    <a:pt x="304" y="1064"/>
                    <a:pt x="330" y="1020"/>
                    <a:pt x="355" y="980"/>
                  </a:cubicBezTo>
                  <a:cubicBezTo>
                    <a:pt x="439" y="844"/>
                    <a:pt x="549" y="732"/>
                    <a:pt x="658" y="616"/>
                  </a:cubicBezTo>
                  <a:cubicBezTo>
                    <a:pt x="782" y="484"/>
                    <a:pt x="902" y="348"/>
                    <a:pt x="1030" y="220"/>
                  </a:cubicBezTo>
                  <a:cubicBezTo>
                    <a:pt x="1068" y="182"/>
                    <a:pt x="1107" y="146"/>
                    <a:pt x="1148" y="116"/>
                  </a:cubicBezTo>
                  <a:cubicBezTo>
                    <a:pt x="1122" y="31"/>
                    <a:pt x="1023" y="0"/>
                    <a:pt x="9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3892964" y="3771289"/>
              <a:ext cx="157827" cy="162378"/>
            </a:xfrm>
            <a:custGeom>
              <a:avLst/>
              <a:gdLst/>
              <a:ahLst/>
              <a:cxnLst/>
              <a:rect l="l" t="t" r="r" b="b"/>
              <a:pathLst>
                <a:path w="1179" h="1213" extrusionOk="0">
                  <a:moveTo>
                    <a:pt x="860" y="1"/>
                  </a:moveTo>
                  <a:cubicBezTo>
                    <a:pt x="682" y="164"/>
                    <a:pt x="524" y="354"/>
                    <a:pt x="360" y="530"/>
                  </a:cubicBezTo>
                  <a:cubicBezTo>
                    <a:pt x="255" y="645"/>
                    <a:pt x="149" y="754"/>
                    <a:pt x="74" y="893"/>
                  </a:cubicBezTo>
                  <a:cubicBezTo>
                    <a:pt x="45" y="948"/>
                    <a:pt x="21" y="1003"/>
                    <a:pt x="1" y="1060"/>
                  </a:cubicBezTo>
                  <a:cubicBezTo>
                    <a:pt x="46" y="1169"/>
                    <a:pt x="134" y="1212"/>
                    <a:pt x="237" y="1212"/>
                  </a:cubicBezTo>
                  <a:cubicBezTo>
                    <a:pt x="417" y="1212"/>
                    <a:pt x="644" y="1082"/>
                    <a:pt x="780" y="949"/>
                  </a:cubicBezTo>
                  <a:cubicBezTo>
                    <a:pt x="953" y="777"/>
                    <a:pt x="1179" y="467"/>
                    <a:pt x="1092" y="206"/>
                  </a:cubicBezTo>
                  <a:cubicBezTo>
                    <a:pt x="1053" y="88"/>
                    <a:pt x="966" y="11"/>
                    <a:pt x="8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4" name="Google Shape;324;p30"/>
          <p:cNvSpPr txBox="1"/>
          <p:nvPr/>
        </p:nvSpPr>
        <p:spPr>
          <a:xfrm>
            <a:off x="368899" y="1338752"/>
            <a:ext cx="1926600" cy="141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sz="1200" dirty="0"/>
              <a:t>Objektumokat hozunk létre, anélkül, hogy a program a konkrét típusokat ismerné</a:t>
            </a:r>
          </a:p>
          <a:p>
            <a:pPr lvl="0"/>
            <a:endParaRPr lang="hu-HU" sz="1200" dirty="0"/>
          </a:p>
          <a:p>
            <a:pPr lvl="0"/>
            <a:r>
              <a:rPr lang="hu-HU" sz="1200" dirty="0"/>
              <a:t>Egy, közös interfészt használunk</a:t>
            </a:r>
            <a:endParaRPr lang="en-US" sz="1200" dirty="0"/>
          </a:p>
        </p:txBody>
      </p:sp>
      <p:sp>
        <p:nvSpPr>
          <p:cNvPr id="325" name="Google Shape;325;p30"/>
          <p:cNvSpPr txBox="1"/>
          <p:nvPr/>
        </p:nvSpPr>
        <p:spPr>
          <a:xfrm>
            <a:off x="368899" y="10272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Cél</a:t>
            </a:r>
            <a:endParaRPr sz="1600" b="1" dirty="0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6" name="Google Shape;326;p30"/>
          <p:cNvSpPr txBox="1"/>
          <p:nvPr/>
        </p:nvSpPr>
        <p:spPr>
          <a:xfrm>
            <a:off x="368898" y="3388904"/>
            <a:ext cx="2054633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 err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Factory</a:t>
            </a:r>
            <a:r>
              <a:rPr lang="hu-HU" sz="1600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használatával</a:t>
            </a:r>
            <a:endParaRPr sz="1600" b="1" dirty="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30" name="Google Shape;330;p30"/>
          <p:cNvSpPr txBox="1"/>
          <p:nvPr/>
        </p:nvSpPr>
        <p:spPr>
          <a:xfrm>
            <a:off x="7467811" y="1918014"/>
            <a:ext cx="1308900" cy="64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Rossz megoldás</a:t>
            </a:r>
            <a:endParaRPr sz="1600" b="1" dirty="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33" name="Google Shape;333;p30"/>
          <p:cNvSpPr txBox="1"/>
          <p:nvPr/>
        </p:nvSpPr>
        <p:spPr>
          <a:xfrm>
            <a:off x="6826381" y="2640352"/>
            <a:ext cx="1987500" cy="965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sz="1200" dirty="0" err="1"/>
              <a:t>Espresso</a:t>
            </a:r>
            <a:r>
              <a:rPr lang="hu-HU" sz="1200" dirty="0"/>
              <a:t> </a:t>
            </a:r>
            <a:r>
              <a:rPr lang="hu-HU" sz="1200" dirty="0" err="1"/>
              <a:t>espresso</a:t>
            </a:r>
            <a:r>
              <a:rPr lang="hu-HU" sz="1200" dirty="0"/>
              <a:t> = </a:t>
            </a:r>
            <a:r>
              <a:rPr lang="hu-HU" sz="1200" dirty="0" err="1"/>
              <a:t>new</a:t>
            </a:r>
            <a:r>
              <a:rPr lang="hu-HU" sz="1200" dirty="0"/>
              <a:t> </a:t>
            </a:r>
            <a:r>
              <a:rPr lang="hu-HU" sz="1200" dirty="0" err="1"/>
              <a:t>Espresso</a:t>
            </a:r>
            <a:r>
              <a:rPr lang="hu-HU" sz="1200" dirty="0"/>
              <a:t>();</a:t>
            </a:r>
          </a:p>
          <a:p>
            <a:pPr lvl="0"/>
            <a:endParaRPr lang="en-US" sz="1200" dirty="0"/>
          </a:p>
          <a:p>
            <a:pPr lvl="0"/>
            <a:r>
              <a:rPr lang="hu-HU" sz="1200" dirty="0" err="1"/>
              <a:t>Cappuccino</a:t>
            </a:r>
            <a:r>
              <a:rPr lang="hu-HU" sz="1200" dirty="0"/>
              <a:t> </a:t>
            </a:r>
            <a:r>
              <a:rPr lang="hu-HU" sz="1200" dirty="0" err="1"/>
              <a:t>cappuccino</a:t>
            </a:r>
            <a:r>
              <a:rPr lang="hu-HU" sz="1200" dirty="0"/>
              <a:t> = </a:t>
            </a:r>
            <a:r>
              <a:rPr lang="hu-HU" sz="1200" dirty="0" err="1"/>
              <a:t>new</a:t>
            </a:r>
            <a:r>
              <a:rPr lang="hu-HU" sz="1200" dirty="0"/>
              <a:t> </a:t>
            </a:r>
            <a:r>
              <a:rPr lang="hu-HU" sz="1200" dirty="0" err="1"/>
              <a:t>Cappuccino</a:t>
            </a:r>
            <a:r>
              <a:rPr lang="hu-HU" sz="1200" dirty="0"/>
              <a:t>();</a:t>
            </a:r>
            <a:endParaRPr lang="en-US" sz="1200" dirty="0"/>
          </a:p>
        </p:txBody>
      </p:sp>
      <p:sp>
        <p:nvSpPr>
          <p:cNvPr id="334" name="Google Shape;334;p30"/>
          <p:cNvSpPr txBox="1"/>
          <p:nvPr/>
        </p:nvSpPr>
        <p:spPr>
          <a:xfrm>
            <a:off x="368899" y="3845310"/>
            <a:ext cx="1926600" cy="679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sz="1200" dirty="0" err="1"/>
              <a:t>Coffee</a:t>
            </a:r>
            <a:r>
              <a:rPr lang="hu-HU" sz="1200" dirty="0"/>
              <a:t> </a:t>
            </a:r>
            <a:r>
              <a:rPr lang="hu-HU" sz="1200" dirty="0" err="1"/>
              <a:t>coffee</a:t>
            </a:r>
            <a:r>
              <a:rPr lang="hu-HU" sz="1200" dirty="0"/>
              <a:t> = </a:t>
            </a:r>
            <a:r>
              <a:rPr lang="hu-HU" sz="1200" dirty="0" err="1"/>
              <a:t>MakeCoffee.createCoffee</a:t>
            </a:r>
            <a:r>
              <a:rPr lang="hu-HU" sz="1200" dirty="0"/>
              <a:t>(„</a:t>
            </a:r>
            <a:r>
              <a:rPr lang="hu-HU" sz="1200" dirty="0" err="1"/>
              <a:t>cappucino</a:t>
            </a:r>
            <a:r>
              <a:rPr lang="hu-HU" sz="1200" dirty="0"/>
              <a:t>”)</a:t>
            </a:r>
            <a:endParaRPr lang="en-US" sz="1200" dirty="0"/>
          </a:p>
        </p:txBody>
      </p:sp>
      <p:grpSp>
        <p:nvGrpSpPr>
          <p:cNvPr id="335" name="Google Shape;335;p30"/>
          <p:cNvGrpSpPr/>
          <p:nvPr/>
        </p:nvGrpSpPr>
        <p:grpSpPr>
          <a:xfrm>
            <a:off x="2295499" y="2048410"/>
            <a:ext cx="1331026" cy="239628"/>
            <a:chOff x="2295499" y="2048410"/>
            <a:chExt cx="1331026" cy="239628"/>
          </a:xfrm>
        </p:grpSpPr>
        <p:sp>
          <p:nvSpPr>
            <p:cNvPr id="336" name="Google Shape;336;p30"/>
            <p:cNvSpPr/>
            <p:nvPr/>
          </p:nvSpPr>
          <p:spPr>
            <a:xfrm>
              <a:off x="3447725" y="2109238"/>
              <a:ext cx="178800" cy="17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cxnSp>
          <p:nvCxnSpPr>
            <p:cNvPr id="337" name="Google Shape;337;p30"/>
            <p:cNvCxnSpPr>
              <a:cxnSpLocks/>
              <a:endCxn id="324" idx="3"/>
            </p:cNvCxnSpPr>
            <p:nvPr/>
          </p:nvCxnSpPr>
          <p:spPr>
            <a:xfrm rot="10800000">
              <a:off x="2295499" y="2048410"/>
              <a:ext cx="1236300" cy="151942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41" name="Google Shape;341;p30"/>
          <p:cNvGrpSpPr/>
          <p:nvPr/>
        </p:nvGrpSpPr>
        <p:grpSpPr>
          <a:xfrm>
            <a:off x="2295483" y="4075775"/>
            <a:ext cx="1331014" cy="357000"/>
            <a:chOff x="2206625" y="4075775"/>
            <a:chExt cx="1419900" cy="357000"/>
          </a:xfrm>
        </p:grpSpPr>
        <p:sp>
          <p:nvSpPr>
            <p:cNvPr id="342" name="Google Shape;342;p30"/>
            <p:cNvSpPr/>
            <p:nvPr/>
          </p:nvSpPr>
          <p:spPr>
            <a:xfrm>
              <a:off x="3447725" y="4075775"/>
              <a:ext cx="178800" cy="17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cxnSp>
          <p:nvCxnSpPr>
            <p:cNvPr id="343" name="Google Shape;343;p30"/>
            <p:cNvCxnSpPr>
              <a:endCxn id="342" idx="2"/>
            </p:cNvCxnSpPr>
            <p:nvPr/>
          </p:nvCxnSpPr>
          <p:spPr>
            <a:xfrm rot="10800000" flipH="1">
              <a:off x="2206625" y="4165175"/>
              <a:ext cx="1241100" cy="267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</p:grpSp>
      <p:grpSp>
        <p:nvGrpSpPr>
          <p:cNvPr id="347" name="Google Shape;347;p30"/>
          <p:cNvGrpSpPr/>
          <p:nvPr/>
        </p:nvGrpSpPr>
        <p:grpSpPr>
          <a:xfrm>
            <a:off x="4655025" y="3122957"/>
            <a:ext cx="2171356" cy="549193"/>
            <a:chOff x="4655025" y="3122957"/>
            <a:chExt cx="2171356" cy="549193"/>
          </a:xfrm>
        </p:grpSpPr>
        <p:sp>
          <p:nvSpPr>
            <p:cNvPr id="348" name="Google Shape;348;p30"/>
            <p:cNvSpPr/>
            <p:nvPr/>
          </p:nvSpPr>
          <p:spPr>
            <a:xfrm>
              <a:off x="4655025" y="3493350"/>
              <a:ext cx="178800" cy="17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cxnSp>
          <p:nvCxnSpPr>
            <p:cNvPr id="349" name="Google Shape;349;p30"/>
            <p:cNvCxnSpPr>
              <a:cxnSpLocks/>
              <a:stCxn id="348" idx="6"/>
              <a:endCxn id="333" idx="1"/>
            </p:cNvCxnSpPr>
            <p:nvPr/>
          </p:nvCxnSpPr>
          <p:spPr>
            <a:xfrm flipV="1">
              <a:off x="4833825" y="3122957"/>
              <a:ext cx="1992556" cy="459793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9" name="Google Shape;332;p30">
            <a:extLst>
              <a:ext uri="{FF2B5EF4-FFF2-40B4-BE49-F238E27FC236}">
                <a16:creationId xmlns:a16="http://schemas.microsoft.com/office/drawing/2014/main" id="{E6425DAA-C131-1732-F133-CCBD48E122E2}"/>
              </a:ext>
            </a:extLst>
          </p:cNvPr>
          <p:cNvSpPr txBox="1"/>
          <p:nvPr/>
        </p:nvSpPr>
        <p:spPr>
          <a:xfrm>
            <a:off x="6475141" y="4075767"/>
            <a:ext cx="2301559" cy="775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Könnyen bővíthető a rendszer új típusokkal, anélkül, hogy a kliens kódját megváltoztatnánk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" name="Google Shape;350;p30">
            <a:extLst>
              <a:ext uri="{FF2B5EF4-FFF2-40B4-BE49-F238E27FC236}">
                <a16:creationId xmlns:a16="http://schemas.microsoft.com/office/drawing/2014/main" id="{0C4B2AF0-67AF-3B7B-0BAF-C3E61339D170}"/>
              </a:ext>
            </a:extLst>
          </p:cNvPr>
          <p:cNvGrpSpPr/>
          <p:nvPr/>
        </p:nvGrpSpPr>
        <p:grpSpPr>
          <a:xfrm>
            <a:off x="4655025" y="3970125"/>
            <a:ext cx="1820116" cy="493196"/>
            <a:chOff x="4655025" y="3970125"/>
            <a:chExt cx="1820116" cy="493196"/>
          </a:xfrm>
        </p:grpSpPr>
        <p:sp>
          <p:nvSpPr>
            <p:cNvPr id="11" name="Google Shape;351;p30">
              <a:extLst>
                <a:ext uri="{FF2B5EF4-FFF2-40B4-BE49-F238E27FC236}">
                  <a16:creationId xmlns:a16="http://schemas.microsoft.com/office/drawing/2014/main" id="{ACC044EC-8A38-013C-9D80-ED4AA164FA5E}"/>
                </a:ext>
              </a:extLst>
            </p:cNvPr>
            <p:cNvSpPr/>
            <p:nvPr/>
          </p:nvSpPr>
          <p:spPr>
            <a:xfrm>
              <a:off x="4655025" y="3970125"/>
              <a:ext cx="178800" cy="178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cxnSp>
          <p:nvCxnSpPr>
            <p:cNvPr id="12" name="Google Shape;352;p30">
              <a:extLst>
                <a:ext uri="{FF2B5EF4-FFF2-40B4-BE49-F238E27FC236}">
                  <a16:creationId xmlns:a16="http://schemas.microsoft.com/office/drawing/2014/main" id="{C3E642B6-483B-7F82-94BC-5AA10485A864}"/>
                </a:ext>
              </a:extLst>
            </p:cNvPr>
            <p:cNvCxnSpPr>
              <a:cxnSpLocks/>
              <a:stCxn id="11" idx="6"/>
              <a:endCxn id="9" idx="1"/>
            </p:cNvCxnSpPr>
            <p:nvPr/>
          </p:nvCxnSpPr>
          <p:spPr>
            <a:xfrm>
              <a:off x="4833825" y="4059525"/>
              <a:ext cx="1641316" cy="403796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0" name="Google Shape;2580;p40"/>
          <p:cNvGraphicFramePr/>
          <p:nvPr>
            <p:extLst>
              <p:ext uri="{D42A27DB-BD31-4B8C-83A1-F6EECF244321}">
                <p14:modId xmlns:p14="http://schemas.microsoft.com/office/powerpoint/2010/main" val="2949478235"/>
              </p:ext>
            </p:extLst>
          </p:nvPr>
        </p:nvGraphicFramePr>
        <p:xfrm>
          <a:off x="1422862" y="1814997"/>
          <a:ext cx="1605125" cy="2390242"/>
        </p:xfrm>
        <a:graphic>
          <a:graphicData uri="http://schemas.openxmlformats.org/drawingml/2006/table">
            <a:tbl>
              <a:tblPr>
                <a:noFill/>
                <a:tableStyleId>{843500EA-1756-4AB6-A055-12A26BF61181}</a:tableStyleId>
              </a:tblPr>
              <a:tblGrid>
                <a:gridCol w="1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424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600" b="1" dirty="0">
                          <a:solidFill>
                            <a:schemeClr val="dk2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CÉL</a:t>
                      </a:r>
                      <a:endParaRPr sz="1600" b="1" dirty="0">
                        <a:solidFill>
                          <a:schemeClr val="dk2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25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hu-HU" sz="1400" b="1" dirty="0">
                          <a:solidFill>
                            <a:schemeClr val="dk2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Bővíteni az alkalmazást</a:t>
                      </a:r>
                      <a:endParaRPr sz="12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829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400" b="1" dirty="0">
                          <a:solidFill>
                            <a:schemeClr val="dk2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Új funkciókkal ruházunk fel egy osztályt, anélkül, hogy módosítanánk az</a:t>
                      </a:r>
                      <a:endParaRPr sz="12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581" name="Google Shape;2581;p40"/>
          <p:cNvGrpSpPr/>
          <p:nvPr/>
        </p:nvGrpSpPr>
        <p:grpSpPr>
          <a:xfrm>
            <a:off x="1450681" y="996800"/>
            <a:ext cx="1523589" cy="788462"/>
            <a:chOff x="2796475" y="996800"/>
            <a:chExt cx="1523589" cy="788462"/>
          </a:xfrm>
        </p:grpSpPr>
        <p:sp>
          <p:nvSpPr>
            <p:cNvPr id="2582" name="Google Shape;2582;p40"/>
            <p:cNvSpPr/>
            <p:nvPr/>
          </p:nvSpPr>
          <p:spPr>
            <a:xfrm>
              <a:off x="2796475" y="996800"/>
              <a:ext cx="1523589" cy="788462"/>
            </a:xfrm>
            <a:custGeom>
              <a:avLst/>
              <a:gdLst/>
              <a:ahLst/>
              <a:cxnLst/>
              <a:rect l="l" t="t" r="r" b="b"/>
              <a:pathLst>
                <a:path w="23276" h="11955" extrusionOk="0">
                  <a:moveTo>
                    <a:pt x="1" y="1"/>
                  </a:moveTo>
                  <a:lnTo>
                    <a:pt x="1" y="7736"/>
                  </a:lnTo>
                  <a:lnTo>
                    <a:pt x="11637" y="11954"/>
                  </a:lnTo>
                  <a:lnTo>
                    <a:pt x="23276" y="7736"/>
                  </a:lnTo>
                  <a:lnTo>
                    <a:pt x="232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83" name="Google Shape;2583;p40"/>
            <p:cNvGrpSpPr/>
            <p:nvPr/>
          </p:nvGrpSpPr>
          <p:grpSpPr>
            <a:xfrm>
              <a:off x="3413453" y="1186973"/>
              <a:ext cx="289712" cy="220789"/>
              <a:chOff x="1573043" y="2546624"/>
              <a:chExt cx="827277" cy="630645"/>
            </a:xfrm>
          </p:grpSpPr>
          <p:sp>
            <p:nvSpPr>
              <p:cNvPr id="2584" name="Google Shape;2584;p40"/>
              <p:cNvSpPr/>
              <p:nvPr/>
            </p:nvSpPr>
            <p:spPr>
              <a:xfrm>
                <a:off x="1662579" y="2546624"/>
                <a:ext cx="568459" cy="568181"/>
              </a:xfrm>
              <a:custGeom>
                <a:avLst/>
                <a:gdLst/>
                <a:ahLst/>
                <a:cxnLst/>
                <a:rect l="l" t="t" r="r" b="b"/>
                <a:pathLst>
                  <a:path w="3949" h="3947" extrusionOk="0">
                    <a:moveTo>
                      <a:pt x="1" y="0"/>
                    </a:moveTo>
                    <a:lnTo>
                      <a:pt x="1" y="1973"/>
                    </a:lnTo>
                    <a:cubicBezTo>
                      <a:pt x="1" y="3063"/>
                      <a:pt x="885" y="3947"/>
                      <a:pt x="1975" y="3947"/>
                    </a:cubicBezTo>
                    <a:cubicBezTo>
                      <a:pt x="3064" y="3947"/>
                      <a:pt x="3948" y="3063"/>
                      <a:pt x="3948" y="1973"/>
                    </a:cubicBezTo>
                    <a:lnTo>
                      <a:pt x="39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40"/>
              <p:cNvSpPr/>
              <p:nvPr/>
            </p:nvSpPr>
            <p:spPr>
              <a:xfrm>
                <a:off x="1573043" y="3083412"/>
                <a:ext cx="747388" cy="93857"/>
              </a:xfrm>
              <a:custGeom>
                <a:avLst/>
                <a:gdLst/>
                <a:ahLst/>
                <a:cxnLst/>
                <a:rect l="l" t="t" r="r" b="b"/>
                <a:pathLst>
                  <a:path w="5192" h="652" extrusionOk="0">
                    <a:moveTo>
                      <a:pt x="1" y="1"/>
                    </a:moveTo>
                    <a:lnTo>
                      <a:pt x="587" y="652"/>
                    </a:lnTo>
                    <a:lnTo>
                      <a:pt x="4606" y="652"/>
                    </a:lnTo>
                    <a:lnTo>
                      <a:pt x="51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40"/>
              <p:cNvSpPr/>
              <p:nvPr/>
            </p:nvSpPr>
            <p:spPr>
              <a:xfrm>
                <a:off x="2017412" y="2603484"/>
                <a:ext cx="382907" cy="324469"/>
              </a:xfrm>
              <a:custGeom>
                <a:avLst/>
                <a:gdLst/>
                <a:ahLst/>
                <a:cxnLst/>
                <a:rect l="l" t="t" r="r" b="b"/>
                <a:pathLst>
                  <a:path w="2660" h="2254" extrusionOk="0">
                    <a:moveTo>
                      <a:pt x="1330" y="468"/>
                    </a:moveTo>
                    <a:cubicBezTo>
                      <a:pt x="2189" y="468"/>
                      <a:pt x="2189" y="731"/>
                      <a:pt x="2189" y="1126"/>
                    </a:cubicBezTo>
                    <a:cubicBezTo>
                      <a:pt x="2189" y="1289"/>
                      <a:pt x="2189" y="1783"/>
                      <a:pt x="1330" y="1783"/>
                    </a:cubicBezTo>
                    <a:cubicBezTo>
                      <a:pt x="856" y="1783"/>
                      <a:pt x="470" y="1489"/>
                      <a:pt x="470" y="1126"/>
                    </a:cubicBezTo>
                    <a:cubicBezTo>
                      <a:pt x="470" y="764"/>
                      <a:pt x="855" y="468"/>
                      <a:pt x="1330" y="468"/>
                    </a:cubicBezTo>
                    <a:close/>
                    <a:moveTo>
                      <a:pt x="1330" y="0"/>
                    </a:moveTo>
                    <a:cubicBezTo>
                      <a:pt x="597" y="0"/>
                      <a:pt x="1" y="505"/>
                      <a:pt x="1" y="1127"/>
                    </a:cubicBezTo>
                    <a:cubicBezTo>
                      <a:pt x="1" y="1749"/>
                      <a:pt x="597" y="2253"/>
                      <a:pt x="1330" y="2253"/>
                    </a:cubicBezTo>
                    <a:cubicBezTo>
                      <a:pt x="2529" y="2253"/>
                      <a:pt x="2659" y="1465"/>
                      <a:pt x="2659" y="1127"/>
                    </a:cubicBezTo>
                    <a:cubicBezTo>
                      <a:pt x="2659" y="451"/>
                      <a:pt x="2432" y="0"/>
                      <a:pt x="13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87" name="Google Shape;2587;p40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sz="2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DECORATOR – SZERKEZETI MINTA</a:t>
            </a:r>
            <a:endParaRPr sz="2800" b="1" dirty="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588" name="Google Shape;2588;p40"/>
          <p:cNvGrpSpPr/>
          <p:nvPr/>
        </p:nvGrpSpPr>
        <p:grpSpPr>
          <a:xfrm>
            <a:off x="6156781" y="996800"/>
            <a:ext cx="1523589" cy="788462"/>
            <a:chOff x="6591261" y="996800"/>
            <a:chExt cx="1523589" cy="788462"/>
          </a:xfrm>
        </p:grpSpPr>
        <p:sp>
          <p:nvSpPr>
            <p:cNvPr id="2589" name="Google Shape;2589;p40"/>
            <p:cNvSpPr/>
            <p:nvPr/>
          </p:nvSpPr>
          <p:spPr>
            <a:xfrm>
              <a:off x="6591261" y="996800"/>
              <a:ext cx="1523589" cy="788462"/>
            </a:xfrm>
            <a:custGeom>
              <a:avLst/>
              <a:gdLst/>
              <a:ahLst/>
              <a:cxnLst/>
              <a:rect l="l" t="t" r="r" b="b"/>
              <a:pathLst>
                <a:path w="23276" h="11955" extrusionOk="0">
                  <a:moveTo>
                    <a:pt x="1" y="1"/>
                  </a:moveTo>
                  <a:lnTo>
                    <a:pt x="1" y="7736"/>
                  </a:lnTo>
                  <a:lnTo>
                    <a:pt x="11637" y="11954"/>
                  </a:lnTo>
                  <a:lnTo>
                    <a:pt x="23276" y="7736"/>
                  </a:lnTo>
                  <a:lnTo>
                    <a:pt x="2327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90" name="Google Shape;2590;p40"/>
            <p:cNvGrpSpPr/>
            <p:nvPr/>
          </p:nvGrpSpPr>
          <p:grpSpPr>
            <a:xfrm>
              <a:off x="7251119" y="1089812"/>
              <a:ext cx="203857" cy="415163"/>
              <a:chOff x="6723527" y="1812193"/>
              <a:chExt cx="673686" cy="1371985"/>
            </a:xfrm>
          </p:grpSpPr>
          <p:sp>
            <p:nvSpPr>
              <p:cNvPr id="2591" name="Google Shape;2591;p40"/>
              <p:cNvSpPr/>
              <p:nvPr/>
            </p:nvSpPr>
            <p:spPr>
              <a:xfrm>
                <a:off x="7004227" y="2288235"/>
                <a:ext cx="89969" cy="478354"/>
              </a:xfrm>
              <a:custGeom>
                <a:avLst/>
                <a:gdLst/>
                <a:ahLst/>
                <a:cxnLst/>
                <a:rect l="l" t="t" r="r" b="b"/>
                <a:pathLst>
                  <a:path w="625" h="3323" extrusionOk="0">
                    <a:moveTo>
                      <a:pt x="242" y="1"/>
                    </a:moveTo>
                    <a:cubicBezTo>
                      <a:pt x="130" y="1526"/>
                      <a:pt x="9" y="3173"/>
                      <a:pt x="1" y="3295"/>
                    </a:cubicBezTo>
                    <a:lnTo>
                      <a:pt x="381" y="3323"/>
                    </a:lnTo>
                    <a:cubicBezTo>
                      <a:pt x="385" y="3292"/>
                      <a:pt x="508" y="1576"/>
                      <a:pt x="6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92" name="Google Shape;2592;p40"/>
              <p:cNvGrpSpPr/>
              <p:nvPr/>
            </p:nvGrpSpPr>
            <p:grpSpPr>
              <a:xfrm>
                <a:off x="6723527" y="1812193"/>
                <a:ext cx="673686" cy="1371985"/>
                <a:chOff x="6723527" y="1812193"/>
                <a:chExt cx="673686" cy="1371985"/>
              </a:xfrm>
            </p:grpSpPr>
            <p:sp>
              <p:nvSpPr>
                <p:cNvPr id="2593" name="Google Shape;2593;p40"/>
                <p:cNvSpPr/>
                <p:nvPr/>
              </p:nvSpPr>
              <p:spPr>
                <a:xfrm>
                  <a:off x="6772038" y="2282477"/>
                  <a:ext cx="577240" cy="857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0" h="5960" extrusionOk="0">
                      <a:moveTo>
                        <a:pt x="0" y="1"/>
                      </a:moveTo>
                      <a:lnTo>
                        <a:pt x="35" y="314"/>
                      </a:lnTo>
                      <a:lnTo>
                        <a:pt x="135" y="1221"/>
                      </a:lnTo>
                      <a:lnTo>
                        <a:pt x="469" y="4238"/>
                      </a:lnTo>
                      <a:lnTo>
                        <a:pt x="490" y="4445"/>
                      </a:lnTo>
                      <a:lnTo>
                        <a:pt x="658" y="5960"/>
                      </a:lnTo>
                      <a:lnTo>
                        <a:pt x="3350" y="5960"/>
                      </a:lnTo>
                      <a:lnTo>
                        <a:pt x="3518" y="4445"/>
                      </a:lnTo>
                      <a:lnTo>
                        <a:pt x="3541" y="4238"/>
                      </a:lnTo>
                      <a:lnTo>
                        <a:pt x="3873" y="1221"/>
                      </a:lnTo>
                      <a:lnTo>
                        <a:pt x="3974" y="314"/>
                      </a:lnTo>
                      <a:lnTo>
                        <a:pt x="400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4" name="Google Shape;2594;p40"/>
                <p:cNvSpPr/>
                <p:nvPr/>
              </p:nvSpPr>
              <p:spPr>
                <a:xfrm>
                  <a:off x="6882735" y="3116376"/>
                  <a:ext cx="355557" cy="6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0" h="471" extrusionOk="0">
                      <a:moveTo>
                        <a:pt x="1" y="0"/>
                      </a:moveTo>
                      <a:lnTo>
                        <a:pt x="1" y="471"/>
                      </a:lnTo>
                      <a:lnTo>
                        <a:pt x="2470" y="471"/>
                      </a:lnTo>
                      <a:lnTo>
                        <a:pt x="247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5" name="Google Shape;2595;p40"/>
                <p:cNvSpPr/>
                <p:nvPr/>
              </p:nvSpPr>
              <p:spPr>
                <a:xfrm>
                  <a:off x="6823284" y="2282477"/>
                  <a:ext cx="470860" cy="610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1" h="4238" extrusionOk="0">
                      <a:moveTo>
                        <a:pt x="0" y="1"/>
                      </a:moveTo>
                      <a:lnTo>
                        <a:pt x="28" y="314"/>
                      </a:lnTo>
                      <a:lnTo>
                        <a:pt x="110" y="1221"/>
                      </a:lnTo>
                      <a:lnTo>
                        <a:pt x="381" y="4238"/>
                      </a:lnTo>
                      <a:lnTo>
                        <a:pt x="2888" y="4238"/>
                      </a:lnTo>
                      <a:lnTo>
                        <a:pt x="3161" y="1221"/>
                      </a:lnTo>
                      <a:lnTo>
                        <a:pt x="3243" y="314"/>
                      </a:lnTo>
                      <a:lnTo>
                        <a:pt x="32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6" name="Google Shape;2596;p40"/>
                <p:cNvSpPr/>
                <p:nvPr/>
              </p:nvSpPr>
              <p:spPr>
                <a:xfrm>
                  <a:off x="7038775" y="1812193"/>
                  <a:ext cx="323744" cy="476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9" h="3309" extrusionOk="0">
                      <a:moveTo>
                        <a:pt x="1114" y="0"/>
                      </a:moveTo>
                      <a:cubicBezTo>
                        <a:pt x="780" y="0"/>
                        <a:pt x="251" y="145"/>
                        <a:pt x="198" y="714"/>
                      </a:cubicBezTo>
                      <a:cubicBezTo>
                        <a:pt x="178" y="912"/>
                        <a:pt x="93" y="2071"/>
                        <a:pt x="0" y="3309"/>
                      </a:cubicBezTo>
                      <a:lnTo>
                        <a:pt x="383" y="3309"/>
                      </a:lnTo>
                      <a:cubicBezTo>
                        <a:pt x="473" y="2082"/>
                        <a:pt x="558" y="943"/>
                        <a:pt x="576" y="750"/>
                      </a:cubicBezTo>
                      <a:cubicBezTo>
                        <a:pt x="608" y="413"/>
                        <a:pt x="977" y="382"/>
                        <a:pt x="1119" y="382"/>
                      </a:cubicBezTo>
                      <a:cubicBezTo>
                        <a:pt x="1143" y="382"/>
                        <a:pt x="1161" y="383"/>
                        <a:pt x="1169" y="383"/>
                      </a:cubicBezTo>
                      <a:lnTo>
                        <a:pt x="1181" y="383"/>
                      </a:lnTo>
                      <a:lnTo>
                        <a:pt x="2244" y="396"/>
                      </a:lnTo>
                      <a:lnTo>
                        <a:pt x="2248" y="14"/>
                      </a:lnTo>
                      <a:lnTo>
                        <a:pt x="1191" y="3"/>
                      </a:lnTo>
                      <a:cubicBezTo>
                        <a:pt x="1167" y="1"/>
                        <a:pt x="1141" y="0"/>
                        <a:pt x="111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7" name="Google Shape;2597;p40"/>
                <p:cNvSpPr/>
                <p:nvPr/>
              </p:nvSpPr>
              <p:spPr>
                <a:xfrm>
                  <a:off x="6723527" y="1983925"/>
                  <a:ext cx="673686" cy="3437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0" h="2388" extrusionOk="0">
                      <a:moveTo>
                        <a:pt x="2342" y="1"/>
                      </a:moveTo>
                      <a:cubicBezTo>
                        <a:pt x="1309" y="1"/>
                        <a:pt x="462" y="783"/>
                        <a:pt x="357" y="1787"/>
                      </a:cubicBezTo>
                      <a:lnTo>
                        <a:pt x="1" y="1787"/>
                      </a:lnTo>
                      <a:lnTo>
                        <a:pt x="1" y="2388"/>
                      </a:lnTo>
                      <a:lnTo>
                        <a:pt x="4680" y="2388"/>
                      </a:lnTo>
                      <a:lnTo>
                        <a:pt x="4680" y="1787"/>
                      </a:lnTo>
                      <a:lnTo>
                        <a:pt x="4326" y="1787"/>
                      </a:lnTo>
                      <a:cubicBezTo>
                        <a:pt x="4325" y="1769"/>
                        <a:pt x="4322" y="1751"/>
                        <a:pt x="4320" y="1733"/>
                      </a:cubicBezTo>
                      <a:lnTo>
                        <a:pt x="4299" y="1604"/>
                      </a:lnTo>
                      <a:cubicBezTo>
                        <a:pt x="4117" y="689"/>
                        <a:pt x="3310" y="1"/>
                        <a:pt x="234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98" name="Google Shape;2598;p40"/>
          <p:cNvGrpSpPr/>
          <p:nvPr/>
        </p:nvGrpSpPr>
        <p:grpSpPr>
          <a:xfrm>
            <a:off x="3803231" y="996800"/>
            <a:ext cx="1523589" cy="788462"/>
            <a:chOff x="4693868" y="996800"/>
            <a:chExt cx="1523589" cy="788462"/>
          </a:xfrm>
        </p:grpSpPr>
        <p:sp>
          <p:nvSpPr>
            <p:cNvPr id="2599" name="Google Shape;2599;p40"/>
            <p:cNvSpPr/>
            <p:nvPr/>
          </p:nvSpPr>
          <p:spPr>
            <a:xfrm>
              <a:off x="4693868" y="996800"/>
              <a:ext cx="1523589" cy="788462"/>
            </a:xfrm>
            <a:custGeom>
              <a:avLst/>
              <a:gdLst/>
              <a:ahLst/>
              <a:cxnLst/>
              <a:rect l="l" t="t" r="r" b="b"/>
              <a:pathLst>
                <a:path w="23276" h="11955" extrusionOk="0">
                  <a:moveTo>
                    <a:pt x="1" y="1"/>
                  </a:moveTo>
                  <a:lnTo>
                    <a:pt x="1" y="7736"/>
                  </a:lnTo>
                  <a:lnTo>
                    <a:pt x="11637" y="11954"/>
                  </a:lnTo>
                  <a:lnTo>
                    <a:pt x="23276" y="7736"/>
                  </a:lnTo>
                  <a:lnTo>
                    <a:pt x="232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00" name="Google Shape;2600;p40"/>
            <p:cNvGrpSpPr/>
            <p:nvPr/>
          </p:nvGrpSpPr>
          <p:grpSpPr>
            <a:xfrm>
              <a:off x="5334257" y="1109809"/>
              <a:ext cx="242817" cy="375121"/>
              <a:chOff x="4213926" y="2023943"/>
              <a:chExt cx="741199" cy="1145408"/>
            </a:xfrm>
          </p:grpSpPr>
          <p:sp>
            <p:nvSpPr>
              <p:cNvPr id="2601" name="Google Shape;2601;p40"/>
              <p:cNvSpPr/>
              <p:nvPr/>
            </p:nvSpPr>
            <p:spPr>
              <a:xfrm>
                <a:off x="4398036" y="3094640"/>
                <a:ext cx="391400" cy="74711"/>
              </a:xfrm>
              <a:custGeom>
                <a:avLst/>
                <a:gdLst/>
                <a:ahLst/>
                <a:cxnLst/>
                <a:rect l="l" t="t" r="r" b="b"/>
                <a:pathLst>
                  <a:path w="2719" h="519" extrusionOk="0">
                    <a:moveTo>
                      <a:pt x="1" y="1"/>
                    </a:moveTo>
                    <a:lnTo>
                      <a:pt x="1" y="518"/>
                    </a:lnTo>
                    <a:lnTo>
                      <a:pt x="2718" y="518"/>
                    </a:lnTo>
                    <a:lnTo>
                      <a:pt x="27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40"/>
              <p:cNvSpPr/>
              <p:nvPr/>
            </p:nvSpPr>
            <p:spPr>
              <a:xfrm>
                <a:off x="4348806" y="2881019"/>
                <a:ext cx="479641" cy="240257"/>
              </a:xfrm>
              <a:custGeom>
                <a:avLst/>
                <a:gdLst/>
                <a:ahLst/>
                <a:cxnLst/>
                <a:rect l="l" t="t" r="r" b="b"/>
                <a:pathLst>
                  <a:path w="3332" h="1669" extrusionOk="0">
                    <a:moveTo>
                      <a:pt x="1" y="0"/>
                    </a:moveTo>
                    <a:lnTo>
                      <a:pt x="184" y="1669"/>
                    </a:lnTo>
                    <a:lnTo>
                      <a:pt x="3147" y="1669"/>
                    </a:lnTo>
                    <a:lnTo>
                      <a:pt x="33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40"/>
              <p:cNvSpPr/>
              <p:nvPr/>
            </p:nvSpPr>
            <p:spPr>
              <a:xfrm>
                <a:off x="4271073" y="2177249"/>
                <a:ext cx="634963" cy="193472"/>
              </a:xfrm>
              <a:custGeom>
                <a:avLst/>
                <a:gdLst/>
                <a:ahLst/>
                <a:cxnLst/>
                <a:rect l="l" t="t" r="r" b="b"/>
                <a:pathLst>
                  <a:path w="4411" h="1344" extrusionOk="0">
                    <a:moveTo>
                      <a:pt x="1" y="0"/>
                    </a:moveTo>
                    <a:lnTo>
                      <a:pt x="149" y="1344"/>
                    </a:lnTo>
                    <a:lnTo>
                      <a:pt x="4262" y="1344"/>
                    </a:lnTo>
                    <a:lnTo>
                      <a:pt x="44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40"/>
              <p:cNvSpPr/>
              <p:nvPr/>
            </p:nvSpPr>
            <p:spPr>
              <a:xfrm>
                <a:off x="4292378" y="2370574"/>
                <a:ext cx="592354" cy="510600"/>
              </a:xfrm>
              <a:custGeom>
                <a:avLst/>
                <a:gdLst/>
                <a:ahLst/>
                <a:cxnLst/>
                <a:rect l="l" t="t" r="r" b="b"/>
                <a:pathLst>
                  <a:path w="4115" h="3547" extrusionOk="0">
                    <a:moveTo>
                      <a:pt x="1" y="1"/>
                    </a:moveTo>
                    <a:lnTo>
                      <a:pt x="393" y="3546"/>
                    </a:lnTo>
                    <a:lnTo>
                      <a:pt x="3723" y="3546"/>
                    </a:lnTo>
                    <a:lnTo>
                      <a:pt x="411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40"/>
              <p:cNvSpPr/>
              <p:nvPr/>
            </p:nvSpPr>
            <p:spPr>
              <a:xfrm>
                <a:off x="4213926" y="2131761"/>
                <a:ext cx="741199" cy="95441"/>
              </a:xfrm>
              <a:custGeom>
                <a:avLst/>
                <a:gdLst/>
                <a:ahLst/>
                <a:cxnLst/>
                <a:rect l="l" t="t" r="r" b="b"/>
                <a:pathLst>
                  <a:path w="5149" h="663" extrusionOk="0">
                    <a:moveTo>
                      <a:pt x="1" y="0"/>
                    </a:moveTo>
                    <a:lnTo>
                      <a:pt x="1" y="662"/>
                    </a:lnTo>
                    <a:lnTo>
                      <a:pt x="5148" y="662"/>
                    </a:lnTo>
                    <a:lnTo>
                      <a:pt x="51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40"/>
              <p:cNvSpPr/>
              <p:nvPr/>
            </p:nvSpPr>
            <p:spPr>
              <a:xfrm>
                <a:off x="4271073" y="2023943"/>
                <a:ext cx="613659" cy="167993"/>
              </a:xfrm>
              <a:custGeom>
                <a:avLst/>
                <a:gdLst/>
                <a:ahLst/>
                <a:cxnLst/>
                <a:rect l="l" t="t" r="r" b="b"/>
                <a:pathLst>
                  <a:path w="4263" h="1167" extrusionOk="0">
                    <a:moveTo>
                      <a:pt x="337" y="0"/>
                    </a:moveTo>
                    <a:lnTo>
                      <a:pt x="1" y="1167"/>
                    </a:lnTo>
                    <a:lnTo>
                      <a:pt x="4262" y="1167"/>
                    </a:lnTo>
                    <a:lnTo>
                      <a:pt x="39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40"/>
              <p:cNvSpPr/>
              <p:nvPr/>
            </p:nvSpPr>
            <p:spPr>
              <a:xfrm>
                <a:off x="4292378" y="2370574"/>
                <a:ext cx="592354" cy="510600"/>
              </a:xfrm>
              <a:custGeom>
                <a:avLst/>
                <a:gdLst/>
                <a:ahLst/>
                <a:cxnLst/>
                <a:rect l="l" t="t" r="r" b="b"/>
                <a:pathLst>
                  <a:path w="4115" h="3547" extrusionOk="0">
                    <a:moveTo>
                      <a:pt x="1" y="1"/>
                    </a:moveTo>
                    <a:lnTo>
                      <a:pt x="393" y="3546"/>
                    </a:lnTo>
                    <a:lnTo>
                      <a:pt x="3723" y="3546"/>
                    </a:lnTo>
                    <a:lnTo>
                      <a:pt x="411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40"/>
              <p:cNvSpPr/>
              <p:nvPr/>
            </p:nvSpPr>
            <p:spPr>
              <a:xfrm>
                <a:off x="4468427" y="2487893"/>
                <a:ext cx="244427" cy="244143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1696" extrusionOk="0">
                    <a:moveTo>
                      <a:pt x="851" y="0"/>
                    </a:moveTo>
                    <a:cubicBezTo>
                      <a:pt x="850" y="0"/>
                      <a:pt x="849" y="0"/>
                      <a:pt x="849" y="0"/>
                    </a:cubicBezTo>
                    <a:cubicBezTo>
                      <a:pt x="380" y="0"/>
                      <a:pt x="1" y="380"/>
                      <a:pt x="1" y="848"/>
                    </a:cubicBezTo>
                    <a:cubicBezTo>
                      <a:pt x="1" y="1316"/>
                      <a:pt x="381" y="1696"/>
                      <a:pt x="849" y="1696"/>
                    </a:cubicBezTo>
                    <a:cubicBezTo>
                      <a:pt x="1317" y="1696"/>
                      <a:pt x="1697" y="1316"/>
                      <a:pt x="1697" y="848"/>
                    </a:cubicBezTo>
                    <a:cubicBezTo>
                      <a:pt x="1697" y="379"/>
                      <a:pt x="1317" y="0"/>
                      <a:pt x="8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09" name="Google Shape;2609;p40"/>
          <p:cNvSpPr/>
          <p:nvPr/>
        </p:nvSpPr>
        <p:spPr>
          <a:xfrm>
            <a:off x="1409975" y="4263400"/>
            <a:ext cx="1605000" cy="45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610" name="Google Shape;2610;p40"/>
          <p:cNvGraphicFramePr/>
          <p:nvPr>
            <p:extLst>
              <p:ext uri="{D42A27DB-BD31-4B8C-83A1-F6EECF244321}">
                <p14:modId xmlns:p14="http://schemas.microsoft.com/office/powerpoint/2010/main" val="3357429032"/>
              </p:ext>
            </p:extLst>
          </p:nvPr>
        </p:nvGraphicFramePr>
        <p:xfrm>
          <a:off x="3762003" y="1814996"/>
          <a:ext cx="1605125" cy="2390241"/>
        </p:xfrm>
        <a:graphic>
          <a:graphicData uri="http://schemas.openxmlformats.org/drawingml/2006/table">
            <a:tbl>
              <a:tblPr>
                <a:noFill/>
                <a:tableStyleId>{843500EA-1756-4AB6-A055-12A26BF61181}</a:tableStyleId>
              </a:tblPr>
              <a:tblGrid>
                <a:gridCol w="1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31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u-HU" sz="1600" b="1" cap="all" baseline="0" dirty="0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Kávé létrehozása extra feltéttel</a:t>
                      </a:r>
                      <a:endParaRPr lang="hu-HU" sz="1600" cap="all" baseline="0" dirty="0"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Coffee</a:t>
                      </a:r>
                      <a:r>
                        <a:rPr lang="hu-HU" sz="1400" b="1" dirty="0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 </a:t>
                      </a:r>
                      <a:r>
                        <a:rPr lang="hu-HU" sz="1400" b="1" dirty="0" err="1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latte</a:t>
                      </a:r>
                      <a:r>
                        <a:rPr lang="hu-HU" sz="1400" b="1" dirty="0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 = </a:t>
                      </a:r>
                      <a:r>
                        <a:rPr lang="hu-HU" sz="1400" b="1" dirty="0" err="1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new</a:t>
                      </a:r>
                      <a:r>
                        <a:rPr lang="hu-HU" sz="1400" b="1" dirty="0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 </a:t>
                      </a:r>
                      <a:r>
                        <a:rPr lang="hu-HU" sz="1400" b="1" dirty="0" err="1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Latte</a:t>
                      </a:r>
                      <a:r>
                        <a:rPr lang="hu-HU" sz="1400" b="1" dirty="0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();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13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Coffee </a:t>
                      </a:r>
                      <a:r>
                        <a:rPr lang="en-US" sz="1400" b="1" dirty="0" err="1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extraMilkLatte</a:t>
                      </a: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 = new </a:t>
                      </a:r>
                      <a:r>
                        <a:rPr lang="en-US" sz="1400" b="1" dirty="0" err="1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witMilk</a:t>
                      </a: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(latte)</a:t>
                      </a:r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11" name="Google Shape;2611;p40"/>
          <p:cNvSpPr/>
          <p:nvPr/>
        </p:nvSpPr>
        <p:spPr>
          <a:xfrm>
            <a:off x="3762525" y="4263400"/>
            <a:ext cx="1605000" cy="45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612" name="Google Shape;2612;p40"/>
          <p:cNvGraphicFramePr/>
          <p:nvPr>
            <p:extLst>
              <p:ext uri="{D42A27DB-BD31-4B8C-83A1-F6EECF244321}">
                <p14:modId xmlns:p14="http://schemas.microsoft.com/office/powerpoint/2010/main" val="955559587"/>
              </p:ext>
            </p:extLst>
          </p:nvPr>
        </p:nvGraphicFramePr>
        <p:xfrm>
          <a:off x="6116013" y="1821366"/>
          <a:ext cx="1605125" cy="2383872"/>
        </p:xfrm>
        <a:graphic>
          <a:graphicData uri="http://schemas.openxmlformats.org/drawingml/2006/table">
            <a:tbl>
              <a:tblPr>
                <a:noFill/>
                <a:tableStyleId>{843500EA-1756-4AB6-A055-12A26BF61181}</a:tableStyleId>
              </a:tblPr>
              <a:tblGrid>
                <a:gridCol w="1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368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600" b="1" dirty="0">
                          <a:solidFill>
                            <a:schemeClr val="accent3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ELŐNYEI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40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400" b="1" dirty="0">
                          <a:solidFill>
                            <a:schemeClr val="accent3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Nem kell az eredeti osztályokat módosítani</a:t>
                      </a:r>
                      <a:endParaRPr lang="hu-HU" sz="1200" dirty="0">
                        <a:solidFill>
                          <a:schemeClr val="accent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1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400" b="1" dirty="0">
                          <a:solidFill>
                            <a:schemeClr val="accent3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Könnyen skálázható lesz a program</a:t>
                      </a:r>
                      <a:endParaRPr lang="hu-HU" sz="1200" dirty="0">
                        <a:solidFill>
                          <a:schemeClr val="accent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13" name="Google Shape;2613;p40"/>
          <p:cNvSpPr/>
          <p:nvPr/>
        </p:nvSpPr>
        <p:spPr>
          <a:xfrm>
            <a:off x="6116076" y="4263400"/>
            <a:ext cx="1605000" cy="458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4" name="Google Shape;2614;p40"/>
          <p:cNvSpPr txBox="1"/>
          <p:nvPr/>
        </p:nvSpPr>
        <p:spPr>
          <a:xfrm>
            <a:off x="1568827" y="426340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2.5 $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15" name="Google Shape;2615;p40"/>
          <p:cNvSpPr txBox="1"/>
          <p:nvPr/>
        </p:nvSpPr>
        <p:spPr>
          <a:xfrm>
            <a:off x="3917550" y="426340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3 $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16" name="Google Shape;2616;p40"/>
          <p:cNvSpPr txBox="1"/>
          <p:nvPr/>
        </p:nvSpPr>
        <p:spPr>
          <a:xfrm>
            <a:off x="6306565" y="42760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3.2 $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p49"/>
          <p:cNvSpPr/>
          <p:nvPr/>
        </p:nvSpPr>
        <p:spPr>
          <a:xfrm>
            <a:off x="450000" y="3201725"/>
            <a:ext cx="1660500" cy="1882500"/>
          </a:xfrm>
          <a:prstGeom prst="roundRect">
            <a:avLst>
              <a:gd name="adj" fmla="val 59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1" name="Google Shape;3451;p49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sz="2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COMMAND – VISELKEDÉSI MINTA</a:t>
            </a:r>
            <a:endParaRPr sz="2800" b="1" dirty="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452" name="Google Shape;3452;p49"/>
          <p:cNvGrpSpPr/>
          <p:nvPr/>
        </p:nvGrpSpPr>
        <p:grpSpPr>
          <a:xfrm>
            <a:off x="1051788" y="3430345"/>
            <a:ext cx="435876" cy="511533"/>
            <a:chOff x="693116" y="1939885"/>
            <a:chExt cx="939591" cy="1102679"/>
          </a:xfrm>
        </p:grpSpPr>
        <p:sp>
          <p:nvSpPr>
            <p:cNvPr id="3453" name="Google Shape;3453;p49"/>
            <p:cNvSpPr/>
            <p:nvPr/>
          </p:nvSpPr>
          <p:spPr>
            <a:xfrm>
              <a:off x="693116" y="2832582"/>
              <a:ext cx="805820" cy="209982"/>
            </a:xfrm>
            <a:custGeom>
              <a:avLst/>
              <a:gdLst/>
              <a:ahLst/>
              <a:cxnLst/>
              <a:rect l="l" t="t" r="r" b="b"/>
              <a:pathLst>
                <a:path w="4536" h="1182" extrusionOk="0">
                  <a:moveTo>
                    <a:pt x="2268" y="0"/>
                  </a:moveTo>
                  <a:cubicBezTo>
                    <a:pt x="1015" y="0"/>
                    <a:pt x="0" y="265"/>
                    <a:pt x="0" y="591"/>
                  </a:cubicBezTo>
                  <a:cubicBezTo>
                    <a:pt x="0" y="917"/>
                    <a:pt x="1015" y="1182"/>
                    <a:pt x="2268" y="1182"/>
                  </a:cubicBezTo>
                  <a:cubicBezTo>
                    <a:pt x="3520" y="1182"/>
                    <a:pt x="4535" y="917"/>
                    <a:pt x="4535" y="591"/>
                  </a:cubicBezTo>
                  <a:cubicBezTo>
                    <a:pt x="4535" y="265"/>
                    <a:pt x="3520" y="0"/>
                    <a:pt x="2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49"/>
            <p:cNvSpPr/>
            <p:nvPr/>
          </p:nvSpPr>
          <p:spPr>
            <a:xfrm>
              <a:off x="730778" y="2317216"/>
              <a:ext cx="901929" cy="647179"/>
            </a:xfrm>
            <a:custGeom>
              <a:avLst/>
              <a:gdLst/>
              <a:ahLst/>
              <a:cxnLst/>
              <a:rect l="l" t="t" r="r" b="b"/>
              <a:pathLst>
                <a:path w="5077" h="3643" extrusionOk="0">
                  <a:moveTo>
                    <a:pt x="4486" y="978"/>
                  </a:moveTo>
                  <a:cubicBezTo>
                    <a:pt x="4550" y="978"/>
                    <a:pt x="4610" y="988"/>
                    <a:pt x="4646" y="1008"/>
                  </a:cubicBezTo>
                  <a:cubicBezTo>
                    <a:pt x="4667" y="1020"/>
                    <a:pt x="4679" y="1031"/>
                    <a:pt x="4686" y="1045"/>
                  </a:cubicBezTo>
                  <a:cubicBezTo>
                    <a:pt x="4695" y="1058"/>
                    <a:pt x="4700" y="1076"/>
                    <a:pt x="4703" y="1099"/>
                  </a:cubicBezTo>
                  <a:cubicBezTo>
                    <a:pt x="4711" y="1140"/>
                    <a:pt x="4705" y="1223"/>
                    <a:pt x="4686" y="1258"/>
                  </a:cubicBezTo>
                  <a:cubicBezTo>
                    <a:pt x="4667" y="1298"/>
                    <a:pt x="4641" y="1319"/>
                    <a:pt x="4598" y="1342"/>
                  </a:cubicBezTo>
                  <a:cubicBezTo>
                    <a:pt x="4554" y="1364"/>
                    <a:pt x="4493" y="1381"/>
                    <a:pt x="4425" y="1390"/>
                  </a:cubicBezTo>
                  <a:cubicBezTo>
                    <a:pt x="4380" y="1395"/>
                    <a:pt x="4332" y="1398"/>
                    <a:pt x="4282" y="1398"/>
                  </a:cubicBezTo>
                  <a:cubicBezTo>
                    <a:pt x="4257" y="1398"/>
                    <a:pt x="4232" y="1397"/>
                    <a:pt x="4207" y="1396"/>
                  </a:cubicBezTo>
                  <a:cubicBezTo>
                    <a:pt x="4181" y="1395"/>
                    <a:pt x="4155" y="1392"/>
                    <a:pt x="4130" y="1390"/>
                  </a:cubicBezTo>
                  <a:cubicBezTo>
                    <a:pt x="4137" y="1269"/>
                    <a:pt x="4142" y="1151"/>
                    <a:pt x="4145" y="1033"/>
                  </a:cubicBezTo>
                  <a:cubicBezTo>
                    <a:pt x="4222" y="1017"/>
                    <a:pt x="4321" y="996"/>
                    <a:pt x="4345" y="992"/>
                  </a:cubicBezTo>
                  <a:cubicBezTo>
                    <a:pt x="4384" y="986"/>
                    <a:pt x="4423" y="980"/>
                    <a:pt x="4460" y="979"/>
                  </a:cubicBezTo>
                  <a:cubicBezTo>
                    <a:pt x="4469" y="978"/>
                    <a:pt x="4477" y="978"/>
                    <a:pt x="4486" y="978"/>
                  </a:cubicBezTo>
                  <a:close/>
                  <a:moveTo>
                    <a:pt x="4012" y="0"/>
                  </a:moveTo>
                  <a:cubicBezTo>
                    <a:pt x="4011" y="0"/>
                    <a:pt x="4011" y="0"/>
                    <a:pt x="4010" y="0"/>
                  </a:cubicBezTo>
                  <a:cubicBezTo>
                    <a:pt x="3542" y="6"/>
                    <a:pt x="2090" y="23"/>
                    <a:pt x="1068" y="23"/>
                  </a:cubicBezTo>
                  <a:cubicBezTo>
                    <a:pt x="671" y="23"/>
                    <a:pt x="338" y="20"/>
                    <a:pt x="155" y="14"/>
                  </a:cubicBezTo>
                  <a:cubicBezTo>
                    <a:pt x="153" y="14"/>
                    <a:pt x="151" y="14"/>
                    <a:pt x="149" y="14"/>
                  </a:cubicBezTo>
                  <a:cubicBezTo>
                    <a:pt x="68" y="14"/>
                    <a:pt x="0" y="80"/>
                    <a:pt x="1" y="163"/>
                  </a:cubicBezTo>
                  <a:cubicBezTo>
                    <a:pt x="9" y="751"/>
                    <a:pt x="61" y="2746"/>
                    <a:pt x="444" y="3248"/>
                  </a:cubicBezTo>
                  <a:cubicBezTo>
                    <a:pt x="623" y="3482"/>
                    <a:pt x="1331" y="3636"/>
                    <a:pt x="2053" y="3642"/>
                  </a:cubicBezTo>
                  <a:lnTo>
                    <a:pt x="2107" y="3642"/>
                  </a:lnTo>
                  <a:cubicBezTo>
                    <a:pt x="2828" y="3636"/>
                    <a:pt x="3536" y="3482"/>
                    <a:pt x="3715" y="3248"/>
                  </a:cubicBezTo>
                  <a:cubicBezTo>
                    <a:pt x="3918" y="2983"/>
                    <a:pt x="4026" y="2476"/>
                    <a:pt x="4085" y="1919"/>
                  </a:cubicBezTo>
                  <a:cubicBezTo>
                    <a:pt x="4132" y="1917"/>
                    <a:pt x="4179" y="1914"/>
                    <a:pt x="4225" y="1909"/>
                  </a:cubicBezTo>
                  <a:cubicBezTo>
                    <a:pt x="4325" y="1897"/>
                    <a:pt x="4426" y="1879"/>
                    <a:pt x="4530" y="1848"/>
                  </a:cubicBezTo>
                  <a:cubicBezTo>
                    <a:pt x="4634" y="1817"/>
                    <a:pt x="4742" y="1774"/>
                    <a:pt x="4842" y="1694"/>
                  </a:cubicBezTo>
                  <a:cubicBezTo>
                    <a:pt x="4892" y="1654"/>
                    <a:pt x="4941" y="1606"/>
                    <a:pt x="4979" y="1549"/>
                  </a:cubicBezTo>
                  <a:cubicBezTo>
                    <a:pt x="5018" y="1490"/>
                    <a:pt x="5046" y="1426"/>
                    <a:pt x="5060" y="1360"/>
                  </a:cubicBezTo>
                  <a:cubicBezTo>
                    <a:pt x="5066" y="1329"/>
                    <a:pt x="5071" y="1295"/>
                    <a:pt x="5072" y="1264"/>
                  </a:cubicBezTo>
                  <a:cubicBezTo>
                    <a:pt x="5074" y="1249"/>
                    <a:pt x="5074" y="1233"/>
                    <a:pt x="5074" y="1218"/>
                  </a:cubicBezTo>
                  <a:cubicBezTo>
                    <a:pt x="5076" y="1206"/>
                    <a:pt x="5076" y="1192"/>
                    <a:pt x="5075" y="1177"/>
                  </a:cubicBezTo>
                  <a:cubicBezTo>
                    <a:pt x="5071" y="1121"/>
                    <a:pt x="5063" y="1063"/>
                    <a:pt x="5042" y="999"/>
                  </a:cubicBezTo>
                  <a:cubicBezTo>
                    <a:pt x="5022" y="938"/>
                    <a:pt x="4988" y="874"/>
                    <a:pt x="4937" y="820"/>
                  </a:cubicBezTo>
                  <a:cubicBezTo>
                    <a:pt x="4886" y="767"/>
                    <a:pt x="4822" y="730"/>
                    <a:pt x="4759" y="711"/>
                  </a:cubicBezTo>
                  <a:cubicBezTo>
                    <a:pt x="4697" y="691"/>
                    <a:pt x="4639" y="684"/>
                    <a:pt x="4584" y="684"/>
                  </a:cubicBezTo>
                  <a:cubicBezTo>
                    <a:pt x="4527" y="684"/>
                    <a:pt x="4475" y="691"/>
                    <a:pt x="4424" y="700"/>
                  </a:cubicBezTo>
                  <a:cubicBezTo>
                    <a:pt x="4374" y="711"/>
                    <a:pt x="4327" y="723"/>
                    <a:pt x="4280" y="737"/>
                  </a:cubicBezTo>
                  <a:cubicBezTo>
                    <a:pt x="4260" y="743"/>
                    <a:pt x="4209" y="757"/>
                    <a:pt x="4152" y="772"/>
                  </a:cubicBezTo>
                  <a:cubicBezTo>
                    <a:pt x="4157" y="544"/>
                    <a:pt x="4158" y="332"/>
                    <a:pt x="4159" y="150"/>
                  </a:cubicBezTo>
                  <a:cubicBezTo>
                    <a:pt x="4160" y="68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49"/>
            <p:cNvSpPr/>
            <p:nvPr/>
          </p:nvSpPr>
          <p:spPr>
            <a:xfrm>
              <a:off x="838079" y="2729366"/>
              <a:ext cx="526910" cy="179782"/>
            </a:xfrm>
            <a:custGeom>
              <a:avLst/>
              <a:gdLst/>
              <a:ahLst/>
              <a:cxnLst/>
              <a:rect l="l" t="t" r="r" b="b"/>
              <a:pathLst>
                <a:path w="2966" h="1012" extrusionOk="0">
                  <a:moveTo>
                    <a:pt x="1101" y="1"/>
                  </a:moveTo>
                  <a:cubicBezTo>
                    <a:pt x="537" y="1"/>
                    <a:pt x="42" y="233"/>
                    <a:pt x="1" y="242"/>
                  </a:cubicBezTo>
                  <a:cubicBezTo>
                    <a:pt x="50" y="437"/>
                    <a:pt x="118" y="606"/>
                    <a:pt x="213" y="723"/>
                  </a:cubicBezTo>
                  <a:cubicBezTo>
                    <a:pt x="351" y="894"/>
                    <a:pt x="898" y="1007"/>
                    <a:pt x="1456" y="1012"/>
                  </a:cubicBezTo>
                  <a:lnTo>
                    <a:pt x="1497" y="1012"/>
                  </a:lnTo>
                  <a:cubicBezTo>
                    <a:pt x="2052" y="1007"/>
                    <a:pt x="2600" y="896"/>
                    <a:pt x="2740" y="723"/>
                  </a:cubicBezTo>
                  <a:cubicBezTo>
                    <a:pt x="2843" y="595"/>
                    <a:pt x="2915" y="402"/>
                    <a:pt x="2965" y="182"/>
                  </a:cubicBezTo>
                  <a:lnTo>
                    <a:pt x="2965" y="182"/>
                  </a:lnTo>
                  <a:cubicBezTo>
                    <a:pt x="2794" y="209"/>
                    <a:pt x="2627" y="254"/>
                    <a:pt x="2457" y="278"/>
                  </a:cubicBezTo>
                  <a:cubicBezTo>
                    <a:pt x="2434" y="282"/>
                    <a:pt x="2411" y="283"/>
                    <a:pt x="2386" y="283"/>
                  </a:cubicBezTo>
                  <a:cubicBezTo>
                    <a:pt x="2065" y="283"/>
                    <a:pt x="1609" y="18"/>
                    <a:pt x="1180" y="2"/>
                  </a:cubicBezTo>
                  <a:cubicBezTo>
                    <a:pt x="1153" y="1"/>
                    <a:pt x="1127" y="1"/>
                    <a:pt x="1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49"/>
            <p:cNvSpPr/>
            <p:nvPr/>
          </p:nvSpPr>
          <p:spPr>
            <a:xfrm>
              <a:off x="795976" y="2444769"/>
              <a:ext cx="608629" cy="338601"/>
            </a:xfrm>
            <a:custGeom>
              <a:avLst/>
              <a:gdLst/>
              <a:ahLst/>
              <a:cxnLst/>
              <a:rect l="l" t="t" r="r" b="b"/>
              <a:pathLst>
                <a:path w="3426" h="1906" extrusionOk="0">
                  <a:moveTo>
                    <a:pt x="3348" y="1"/>
                  </a:moveTo>
                  <a:cubicBezTo>
                    <a:pt x="3176" y="1"/>
                    <a:pt x="2945" y="29"/>
                    <a:pt x="2806" y="91"/>
                  </a:cubicBezTo>
                  <a:cubicBezTo>
                    <a:pt x="2597" y="183"/>
                    <a:pt x="2416" y="214"/>
                    <a:pt x="2257" y="214"/>
                  </a:cubicBezTo>
                  <a:cubicBezTo>
                    <a:pt x="1948" y="214"/>
                    <a:pt x="1723" y="98"/>
                    <a:pt x="1540" y="89"/>
                  </a:cubicBezTo>
                  <a:cubicBezTo>
                    <a:pt x="1161" y="69"/>
                    <a:pt x="967" y="49"/>
                    <a:pt x="582" y="49"/>
                  </a:cubicBezTo>
                  <a:cubicBezTo>
                    <a:pt x="427" y="49"/>
                    <a:pt x="241" y="52"/>
                    <a:pt x="1" y="60"/>
                  </a:cubicBezTo>
                  <a:cubicBezTo>
                    <a:pt x="7" y="485"/>
                    <a:pt x="139" y="1440"/>
                    <a:pt x="238" y="1844"/>
                  </a:cubicBezTo>
                  <a:cubicBezTo>
                    <a:pt x="314" y="1828"/>
                    <a:pt x="389" y="1814"/>
                    <a:pt x="465" y="1805"/>
                  </a:cubicBezTo>
                  <a:cubicBezTo>
                    <a:pt x="574" y="1791"/>
                    <a:pt x="683" y="1786"/>
                    <a:pt x="792" y="1786"/>
                  </a:cubicBezTo>
                  <a:cubicBezTo>
                    <a:pt x="1301" y="1786"/>
                    <a:pt x="1813" y="1905"/>
                    <a:pt x="2321" y="1905"/>
                  </a:cubicBezTo>
                  <a:cubicBezTo>
                    <a:pt x="2446" y="1905"/>
                    <a:pt x="2570" y="1898"/>
                    <a:pt x="2694" y="1880"/>
                  </a:cubicBezTo>
                  <a:cubicBezTo>
                    <a:pt x="2864" y="1856"/>
                    <a:pt x="3031" y="1811"/>
                    <a:pt x="3202" y="1784"/>
                  </a:cubicBezTo>
                  <a:cubicBezTo>
                    <a:pt x="3294" y="1373"/>
                    <a:pt x="3420" y="417"/>
                    <a:pt x="3425" y="3"/>
                  </a:cubicBezTo>
                  <a:cubicBezTo>
                    <a:pt x="3401" y="1"/>
                    <a:pt x="3375" y="1"/>
                    <a:pt x="33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49"/>
            <p:cNvSpPr/>
            <p:nvPr/>
          </p:nvSpPr>
          <p:spPr>
            <a:xfrm>
              <a:off x="730600" y="2383657"/>
              <a:ext cx="689104" cy="134836"/>
            </a:xfrm>
            <a:custGeom>
              <a:avLst/>
              <a:gdLst/>
              <a:ahLst/>
              <a:cxnLst/>
              <a:rect l="l" t="t" r="r" b="b"/>
              <a:pathLst>
                <a:path w="3879" h="759" extrusionOk="0">
                  <a:moveTo>
                    <a:pt x="2406" y="1"/>
                  </a:moveTo>
                  <a:cubicBezTo>
                    <a:pt x="1296" y="1"/>
                    <a:pt x="0" y="228"/>
                    <a:pt x="462" y="489"/>
                  </a:cubicBezTo>
                  <a:cubicBezTo>
                    <a:pt x="774" y="665"/>
                    <a:pt x="1510" y="759"/>
                    <a:pt x="2212" y="759"/>
                  </a:cubicBezTo>
                  <a:cubicBezTo>
                    <a:pt x="3071" y="759"/>
                    <a:pt x="3878" y="619"/>
                    <a:pt x="3798" y="322"/>
                  </a:cubicBezTo>
                  <a:cubicBezTo>
                    <a:pt x="3737" y="91"/>
                    <a:pt x="3109" y="1"/>
                    <a:pt x="24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49"/>
            <p:cNvSpPr/>
            <p:nvPr/>
          </p:nvSpPr>
          <p:spPr>
            <a:xfrm>
              <a:off x="1454351" y="2658661"/>
              <a:ext cx="2665" cy="21851"/>
            </a:xfrm>
            <a:custGeom>
              <a:avLst/>
              <a:gdLst/>
              <a:ahLst/>
              <a:cxnLst/>
              <a:rect l="l" t="t" r="r" b="b"/>
              <a:pathLst>
                <a:path w="15" h="123" extrusionOk="0">
                  <a:moveTo>
                    <a:pt x="15" y="0"/>
                  </a:moveTo>
                  <a:cubicBezTo>
                    <a:pt x="9" y="42"/>
                    <a:pt x="4" y="83"/>
                    <a:pt x="0" y="123"/>
                  </a:cubicBezTo>
                  <a:cubicBezTo>
                    <a:pt x="6" y="82"/>
                    <a:pt x="10" y="41"/>
                    <a:pt x="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49"/>
            <p:cNvSpPr/>
            <p:nvPr/>
          </p:nvSpPr>
          <p:spPr>
            <a:xfrm>
              <a:off x="1465721" y="2418122"/>
              <a:ext cx="58269" cy="119914"/>
            </a:xfrm>
            <a:custGeom>
              <a:avLst/>
              <a:gdLst/>
              <a:ahLst/>
              <a:cxnLst/>
              <a:rect l="l" t="t" r="r" b="b"/>
              <a:pathLst>
                <a:path w="328" h="675" extrusionOk="0">
                  <a:moveTo>
                    <a:pt x="20" y="0"/>
                  </a:moveTo>
                  <a:cubicBezTo>
                    <a:pt x="16" y="1"/>
                    <a:pt x="13" y="4"/>
                    <a:pt x="13" y="4"/>
                  </a:cubicBezTo>
                  <a:cubicBezTo>
                    <a:pt x="13" y="4"/>
                    <a:pt x="13" y="328"/>
                    <a:pt x="1" y="675"/>
                  </a:cubicBezTo>
                  <a:cubicBezTo>
                    <a:pt x="5" y="603"/>
                    <a:pt x="7" y="532"/>
                    <a:pt x="10" y="464"/>
                  </a:cubicBezTo>
                  <a:cubicBezTo>
                    <a:pt x="87" y="446"/>
                    <a:pt x="185" y="426"/>
                    <a:pt x="210" y="423"/>
                  </a:cubicBezTo>
                  <a:cubicBezTo>
                    <a:pt x="248" y="416"/>
                    <a:pt x="287" y="411"/>
                    <a:pt x="324" y="410"/>
                  </a:cubicBezTo>
                  <a:lnTo>
                    <a:pt x="327" y="410"/>
                  </a:lnTo>
                  <a:cubicBezTo>
                    <a:pt x="308" y="315"/>
                    <a:pt x="288" y="223"/>
                    <a:pt x="267" y="140"/>
                  </a:cubicBezTo>
                  <a:cubicBezTo>
                    <a:pt x="225" y="149"/>
                    <a:pt x="184" y="160"/>
                    <a:pt x="144" y="173"/>
                  </a:cubicBezTo>
                  <a:cubicBezTo>
                    <a:pt x="124" y="179"/>
                    <a:pt x="73" y="193"/>
                    <a:pt x="16" y="208"/>
                  </a:cubicBezTo>
                  <a:cubicBezTo>
                    <a:pt x="17" y="137"/>
                    <a:pt x="18" y="68"/>
                    <a:pt x="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49"/>
            <p:cNvSpPr/>
            <p:nvPr/>
          </p:nvSpPr>
          <p:spPr>
            <a:xfrm>
              <a:off x="1456660" y="2559887"/>
              <a:ext cx="90424" cy="98951"/>
            </a:xfrm>
            <a:custGeom>
              <a:avLst/>
              <a:gdLst/>
              <a:ahLst/>
              <a:cxnLst/>
              <a:rect l="l" t="t" r="r" b="b"/>
              <a:pathLst>
                <a:path w="509" h="557" extrusionOk="0">
                  <a:moveTo>
                    <a:pt x="445" y="0"/>
                  </a:moveTo>
                  <a:cubicBezTo>
                    <a:pt x="412" y="10"/>
                    <a:pt x="376" y="17"/>
                    <a:pt x="338" y="22"/>
                  </a:cubicBezTo>
                  <a:cubicBezTo>
                    <a:pt x="293" y="28"/>
                    <a:pt x="244" y="31"/>
                    <a:pt x="193" y="31"/>
                  </a:cubicBezTo>
                  <a:cubicBezTo>
                    <a:pt x="169" y="31"/>
                    <a:pt x="144" y="30"/>
                    <a:pt x="119" y="29"/>
                  </a:cubicBezTo>
                  <a:cubicBezTo>
                    <a:pt x="94" y="27"/>
                    <a:pt x="69" y="25"/>
                    <a:pt x="44" y="22"/>
                  </a:cubicBezTo>
                  <a:cubicBezTo>
                    <a:pt x="36" y="226"/>
                    <a:pt x="21" y="424"/>
                    <a:pt x="1" y="556"/>
                  </a:cubicBezTo>
                  <a:cubicBezTo>
                    <a:pt x="47" y="553"/>
                    <a:pt x="94" y="551"/>
                    <a:pt x="140" y="546"/>
                  </a:cubicBezTo>
                  <a:cubicBezTo>
                    <a:pt x="241" y="534"/>
                    <a:pt x="343" y="516"/>
                    <a:pt x="446" y="485"/>
                  </a:cubicBezTo>
                  <a:cubicBezTo>
                    <a:pt x="466" y="479"/>
                    <a:pt x="488" y="472"/>
                    <a:pt x="508" y="465"/>
                  </a:cubicBezTo>
                  <a:cubicBezTo>
                    <a:pt x="492" y="327"/>
                    <a:pt x="470" y="165"/>
                    <a:pt x="4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49"/>
            <p:cNvSpPr/>
            <p:nvPr/>
          </p:nvSpPr>
          <p:spPr>
            <a:xfrm>
              <a:off x="973449" y="1939885"/>
              <a:ext cx="248355" cy="342865"/>
            </a:xfrm>
            <a:custGeom>
              <a:avLst/>
              <a:gdLst/>
              <a:ahLst/>
              <a:cxnLst/>
              <a:rect l="l" t="t" r="r" b="b"/>
              <a:pathLst>
                <a:path w="1398" h="1930" extrusionOk="0">
                  <a:moveTo>
                    <a:pt x="909" y="0"/>
                  </a:moveTo>
                  <a:cubicBezTo>
                    <a:pt x="656" y="0"/>
                    <a:pt x="423" y="120"/>
                    <a:pt x="261" y="335"/>
                  </a:cubicBezTo>
                  <a:cubicBezTo>
                    <a:pt x="71" y="589"/>
                    <a:pt x="0" y="1018"/>
                    <a:pt x="383" y="1132"/>
                  </a:cubicBezTo>
                  <a:cubicBezTo>
                    <a:pt x="424" y="1144"/>
                    <a:pt x="462" y="1149"/>
                    <a:pt x="498" y="1149"/>
                  </a:cubicBezTo>
                  <a:cubicBezTo>
                    <a:pt x="628" y="1149"/>
                    <a:pt x="733" y="1083"/>
                    <a:pt x="869" y="1051"/>
                  </a:cubicBezTo>
                  <a:cubicBezTo>
                    <a:pt x="894" y="1045"/>
                    <a:pt x="914" y="1043"/>
                    <a:pt x="930" y="1043"/>
                  </a:cubicBezTo>
                  <a:cubicBezTo>
                    <a:pt x="1049" y="1043"/>
                    <a:pt x="937" y="1183"/>
                    <a:pt x="847" y="1218"/>
                  </a:cubicBezTo>
                  <a:cubicBezTo>
                    <a:pt x="762" y="1251"/>
                    <a:pt x="681" y="1262"/>
                    <a:pt x="608" y="1321"/>
                  </a:cubicBezTo>
                  <a:cubicBezTo>
                    <a:pt x="507" y="1403"/>
                    <a:pt x="454" y="1545"/>
                    <a:pt x="507" y="1669"/>
                  </a:cubicBezTo>
                  <a:cubicBezTo>
                    <a:pt x="568" y="1818"/>
                    <a:pt x="717" y="1822"/>
                    <a:pt x="825" y="1912"/>
                  </a:cubicBezTo>
                  <a:cubicBezTo>
                    <a:pt x="839" y="1923"/>
                    <a:pt x="856" y="1929"/>
                    <a:pt x="872" y="1929"/>
                  </a:cubicBezTo>
                  <a:cubicBezTo>
                    <a:pt x="898" y="1929"/>
                    <a:pt x="923" y="1914"/>
                    <a:pt x="932" y="1884"/>
                  </a:cubicBezTo>
                  <a:cubicBezTo>
                    <a:pt x="962" y="1788"/>
                    <a:pt x="916" y="1731"/>
                    <a:pt x="865" y="1654"/>
                  </a:cubicBezTo>
                  <a:cubicBezTo>
                    <a:pt x="813" y="1576"/>
                    <a:pt x="761" y="1600"/>
                    <a:pt x="875" y="1537"/>
                  </a:cubicBezTo>
                  <a:cubicBezTo>
                    <a:pt x="917" y="1515"/>
                    <a:pt x="973" y="1510"/>
                    <a:pt x="1018" y="1489"/>
                  </a:cubicBezTo>
                  <a:cubicBezTo>
                    <a:pt x="1249" y="1383"/>
                    <a:pt x="1398" y="1105"/>
                    <a:pt x="1248" y="870"/>
                  </a:cubicBezTo>
                  <a:cubicBezTo>
                    <a:pt x="1185" y="769"/>
                    <a:pt x="1079" y="703"/>
                    <a:pt x="958" y="698"/>
                  </a:cubicBezTo>
                  <a:cubicBezTo>
                    <a:pt x="954" y="698"/>
                    <a:pt x="951" y="698"/>
                    <a:pt x="947" y="698"/>
                  </a:cubicBezTo>
                  <a:cubicBezTo>
                    <a:pt x="813" y="698"/>
                    <a:pt x="695" y="801"/>
                    <a:pt x="570" y="801"/>
                  </a:cubicBezTo>
                  <a:cubicBezTo>
                    <a:pt x="566" y="801"/>
                    <a:pt x="561" y="801"/>
                    <a:pt x="557" y="800"/>
                  </a:cubicBezTo>
                  <a:cubicBezTo>
                    <a:pt x="331" y="788"/>
                    <a:pt x="551" y="517"/>
                    <a:pt x="633" y="446"/>
                  </a:cubicBezTo>
                  <a:cubicBezTo>
                    <a:pt x="751" y="346"/>
                    <a:pt x="916" y="280"/>
                    <a:pt x="1069" y="271"/>
                  </a:cubicBezTo>
                  <a:cubicBezTo>
                    <a:pt x="1206" y="262"/>
                    <a:pt x="1247" y="57"/>
                    <a:pt x="1101" y="23"/>
                  </a:cubicBezTo>
                  <a:cubicBezTo>
                    <a:pt x="1036" y="8"/>
                    <a:pt x="972" y="0"/>
                    <a:pt x="9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49"/>
            <p:cNvSpPr/>
            <p:nvPr/>
          </p:nvSpPr>
          <p:spPr>
            <a:xfrm>
              <a:off x="1182545" y="2194814"/>
              <a:ext cx="90069" cy="74968"/>
            </a:xfrm>
            <a:custGeom>
              <a:avLst/>
              <a:gdLst/>
              <a:ahLst/>
              <a:cxnLst/>
              <a:rect l="l" t="t" r="r" b="b"/>
              <a:pathLst>
                <a:path w="507" h="422" extrusionOk="0">
                  <a:moveTo>
                    <a:pt x="329" y="0"/>
                  </a:moveTo>
                  <a:cubicBezTo>
                    <a:pt x="255" y="0"/>
                    <a:pt x="178" y="42"/>
                    <a:pt x="126" y="91"/>
                  </a:cubicBezTo>
                  <a:cubicBezTo>
                    <a:pt x="47" y="163"/>
                    <a:pt x="1" y="309"/>
                    <a:pt x="93" y="389"/>
                  </a:cubicBezTo>
                  <a:cubicBezTo>
                    <a:pt x="115" y="407"/>
                    <a:pt x="144" y="422"/>
                    <a:pt x="172" y="422"/>
                  </a:cubicBezTo>
                  <a:cubicBezTo>
                    <a:pt x="182" y="422"/>
                    <a:pt x="191" y="420"/>
                    <a:pt x="199" y="417"/>
                  </a:cubicBezTo>
                  <a:cubicBezTo>
                    <a:pt x="245" y="399"/>
                    <a:pt x="272" y="373"/>
                    <a:pt x="305" y="338"/>
                  </a:cubicBezTo>
                  <a:cubicBezTo>
                    <a:pt x="314" y="326"/>
                    <a:pt x="326" y="313"/>
                    <a:pt x="336" y="302"/>
                  </a:cubicBezTo>
                  <a:cubicBezTo>
                    <a:pt x="337" y="302"/>
                    <a:pt x="337" y="301"/>
                    <a:pt x="337" y="301"/>
                  </a:cubicBezTo>
                  <a:cubicBezTo>
                    <a:pt x="343" y="297"/>
                    <a:pt x="348" y="295"/>
                    <a:pt x="353" y="291"/>
                  </a:cubicBezTo>
                  <a:cubicBezTo>
                    <a:pt x="369" y="286"/>
                    <a:pt x="385" y="281"/>
                    <a:pt x="399" y="274"/>
                  </a:cubicBezTo>
                  <a:cubicBezTo>
                    <a:pt x="425" y="260"/>
                    <a:pt x="451" y="240"/>
                    <a:pt x="466" y="214"/>
                  </a:cubicBezTo>
                  <a:cubicBezTo>
                    <a:pt x="506" y="147"/>
                    <a:pt x="484" y="62"/>
                    <a:pt x="419" y="24"/>
                  </a:cubicBezTo>
                  <a:cubicBezTo>
                    <a:pt x="391" y="8"/>
                    <a:pt x="360" y="0"/>
                    <a:pt x="3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49"/>
            <p:cNvSpPr/>
            <p:nvPr/>
          </p:nvSpPr>
          <p:spPr>
            <a:xfrm>
              <a:off x="914114" y="2205651"/>
              <a:ext cx="114051" cy="79765"/>
            </a:xfrm>
            <a:custGeom>
              <a:avLst/>
              <a:gdLst/>
              <a:ahLst/>
              <a:cxnLst/>
              <a:rect l="l" t="t" r="r" b="b"/>
              <a:pathLst>
                <a:path w="642" h="449" extrusionOk="0">
                  <a:moveTo>
                    <a:pt x="233" y="1"/>
                  </a:moveTo>
                  <a:cubicBezTo>
                    <a:pt x="175" y="1"/>
                    <a:pt x="117" y="15"/>
                    <a:pt x="64" y="43"/>
                  </a:cubicBezTo>
                  <a:cubicBezTo>
                    <a:pt x="1" y="77"/>
                    <a:pt x="11" y="189"/>
                    <a:pt x="84" y="203"/>
                  </a:cubicBezTo>
                  <a:cubicBezTo>
                    <a:pt x="165" y="218"/>
                    <a:pt x="236" y="246"/>
                    <a:pt x="303" y="293"/>
                  </a:cubicBezTo>
                  <a:cubicBezTo>
                    <a:pt x="368" y="337"/>
                    <a:pt x="415" y="401"/>
                    <a:pt x="481" y="439"/>
                  </a:cubicBezTo>
                  <a:cubicBezTo>
                    <a:pt x="492" y="445"/>
                    <a:pt x="504" y="448"/>
                    <a:pt x="517" y="448"/>
                  </a:cubicBezTo>
                  <a:cubicBezTo>
                    <a:pt x="541" y="448"/>
                    <a:pt x="566" y="437"/>
                    <a:pt x="578" y="414"/>
                  </a:cubicBezTo>
                  <a:cubicBezTo>
                    <a:pt x="641" y="286"/>
                    <a:pt x="557" y="141"/>
                    <a:pt x="448" y="69"/>
                  </a:cubicBezTo>
                  <a:cubicBezTo>
                    <a:pt x="384" y="24"/>
                    <a:pt x="309" y="1"/>
                    <a:pt x="2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49"/>
            <p:cNvSpPr/>
            <p:nvPr/>
          </p:nvSpPr>
          <p:spPr>
            <a:xfrm>
              <a:off x="941472" y="2591864"/>
              <a:ext cx="28602" cy="29845"/>
            </a:xfrm>
            <a:custGeom>
              <a:avLst/>
              <a:gdLst/>
              <a:ahLst/>
              <a:cxnLst/>
              <a:rect l="l" t="t" r="r" b="b"/>
              <a:pathLst>
                <a:path w="161" h="168" extrusionOk="0">
                  <a:moveTo>
                    <a:pt x="81" y="1"/>
                  </a:moveTo>
                  <a:cubicBezTo>
                    <a:pt x="55" y="1"/>
                    <a:pt x="28" y="15"/>
                    <a:pt x="15" y="38"/>
                  </a:cubicBezTo>
                  <a:lnTo>
                    <a:pt x="11" y="46"/>
                  </a:lnTo>
                  <a:cubicBezTo>
                    <a:pt x="4" y="59"/>
                    <a:pt x="0" y="71"/>
                    <a:pt x="0" y="86"/>
                  </a:cubicBezTo>
                  <a:cubicBezTo>
                    <a:pt x="0" y="101"/>
                    <a:pt x="4" y="115"/>
                    <a:pt x="11" y="127"/>
                  </a:cubicBezTo>
                  <a:cubicBezTo>
                    <a:pt x="26" y="152"/>
                    <a:pt x="52" y="167"/>
                    <a:pt x="81" y="167"/>
                  </a:cubicBezTo>
                  <a:cubicBezTo>
                    <a:pt x="109" y="167"/>
                    <a:pt x="135" y="152"/>
                    <a:pt x="149" y="127"/>
                  </a:cubicBezTo>
                  <a:cubicBezTo>
                    <a:pt x="158" y="115"/>
                    <a:pt x="161" y="102"/>
                    <a:pt x="161" y="86"/>
                  </a:cubicBezTo>
                  <a:cubicBezTo>
                    <a:pt x="161" y="71"/>
                    <a:pt x="158" y="59"/>
                    <a:pt x="149" y="46"/>
                  </a:cubicBezTo>
                  <a:lnTo>
                    <a:pt x="145" y="38"/>
                  </a:lnTo>
                  <a:cubicBezTo>
                    <a:pt x="133" y="15"/>
                    <a:pt x="106" y="1"/>
                    <a:pt x="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49"/>
            <p:cNvSpPr/>
            <p:nvPr/>
          </p:nvSpPr>
          <p:spPr>
            <a:xfrm>
              <a:off x="1046286" y="2641251"/>
              <a:ext cx="80475" cy="81186"/>
            </a:xfrm>
            <a:custGeom>
              <a:avLst/>
              <a:gdLst/>
              <a:ahLst/>
              <a:cxnLst/>
              <a:rect l="l" t="t" r="r" b="b"/>
              <a:pathLst>
                <a:path w="453" h="457" extrusionOk="0">
                  <a:moveTo>
                    <a:pt x="218" y="0"/>
                  </a:moveTo>
                  <a:cubicBezTo>
                    <a:pt x="191" y="0"/>
                    <a:pt x="165" y="7"/>
                    <a:pt x="142" y="19"/>
                  </a:cubicBezTo>
                  <a:cubicBezTo>
                    <a:pt x="122" y="24"/>
                    <a:pt x="106" y="35"/>
                    <a:pt x="91" y="49"/>
                  </a:cubicBezTo>
                  <a:cubicBezTo>
                    <a:pt x="75" y="59"/>
                    <a:pt x="61" y="72"/>
                    <a:pt x="51" y="90"/>
                  </a:cubicBezTo>
                  <a:cubicBezTo>
                    <a:pt x="36" y="104"/>
                    <a:pt x="28" y="121"/>
                    <a:pt x="21" y="140"/>
                  </a:cubicBezTo>
                  <a:cubicBezTo>
                    <a:pt x="11" y="157"/>
                    <a:pt x="6" y="177"/>
                    <a:pt x="6" y="196"/>
                  </a:cubicBezTo>
                  <a:cubicBezTo>
                    <a:pt x="0" y="217"/>
                    <a:pt x="0" y="236"/>
                    <a:pt x="6" y="257"/>
                  </a:cubicBezTo>
                  <a:cubicBezTo>
                    <a:pt x="6" y="277"/>
                    <a:pt x="11" y="296"/>
                    <a:pt x="21" y="313"/>
                  </a:cubicBezTo>
                  <a:cubicBezTo>
                    <a:pt x="26" y="331"/>
                    <a:pt x="36" y="349"/>
                    <a:pt x="51" y="362"/>
                  </a:cubicBezTo>
                  <a:cubicBezTo>
                    <a:pt x="66" y="387"/>
                    <a:pt x="87" y="406"/>
                    <a:pt x="113" y="420"/>
                  </a:cubicBezTo>
                  <a:cubicBezTo>
                    <a:pt x="117" y="422"/>
                    <a:pt x="121" y="423"/>
                    <a:pt x="123" y="426"/>
                  </a:cubicBezTo>
                  <a:cubicBezTo>
                    <a:pt x="157" y="446"/>
                    <a:pt x="193" y="456"/>
                    <a:pt x="233" y="456"/>
                  </a:cubicBezTo>
                  <a:cubicBezTo>
                    <a:pt x="235" y="456"/>
                    <a:pt x="237" y="456"/>
                    <a:pt x="239" y="456"/>
                  </a:cubicBezTo>
                  <a:cubicBezTo>
                    <a:pt x="265" y="456"/>
                    <a:pt x="292" y="450"/>
                    <a:pt x="316" y="438"/>
                  </a:cubicBezTo>
                  <a:cubicBezTo>
                    <a:pt x="342" y="429"/>
                    <a:pt x="365" y="415"/>
                    <a:pt x="384" y="393"/>
                  </a:cubicBezTo>
                  <a:cubicBezTo>
                    <a:pt x="412" y="366"/>
                    <a:pt x="429" y="334"/>
                    <a:pt x="439" y="299"/>
                  </a:cubicBezTo>
                  <a:cubicBezTo>
                    <a:pt x="440" y="294"/>
                    <a:pt x="443" y="289"/>
                    <a:pt x="444" y="285"/>
                  </a:cubicBezTo>
                  <a:cubicBezTo>
                    <a:pt x="447" y="265"/>
                    <a:pt x="450" y="246"/>
                    <a:pt x="452" y="226"/>
                  </a:cubicBezTo>
                  <a:cubicBezTo>
                    <a:pt x="453" y="208"/>
                    <a:pt x="450" y="187"/>
                    <a:pt x="448" y="167"/>
                  </a:cubicBezTo>
                  <a:lnTo>
                    <a:pt x="424" y="113"/>
                  </a:lnTo>
                  <a:cubicBezTo>
                    <a:pt x="413" y="98"/>
                    <a:pt x="402" y="83"/>
                    <a:pt x="388" y="67"/>
                  </a:cubicBezTo>
                  <a:cubicBezTo>
                    <a:pt x="373" y="55"/>
                    <a:pt x="358" y="44"/>
                    <a:pt x="342" y="32"/>
                  </a:cubicBezTo>
                  <a:lnTo>
                    <a:pt x="289" y="8"/>
                  </a:lnTo>
                  <a:cubicBezTo>
                    <a:pt x="269" y="6"/>
                    <a:pt x="249" y="3"/>
                    <a:pt x="229" y="1"/>
                  </a:cubicBezTo>
                  <a:cubicBezTo>
                    <a:pt x="225" y="1"/>
                    <a:pt x="222" y="0"/>
                    <a:pt x="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49"/>
            <p:cNvSpPr/>
            <p:nvPr/>
          </p:nvSpPr>
          <p:spPr>
            <a:xfrm>
              <a:off x="1194270" y="2589910"/>
              <a:ext cx="26292" cy="26115"/>
            </a:xfrm>
            <a:custGeom>
              <a:avLst/>
              <a:gdLst/>
              <a:ahLst/>
              <a:cxnLst/>
              <a:rect l="l" t="t" r="r" b="b"/>
              <a:pathLst>
                <a:path w="148" h="147" extrusionOk="0">
                  <a:moveTo>
                    <a:pt x="73" y="0"/>
                  </a:moveTo>
                  <a:cubicBezTo>
                    <a:pt x="63" y="0"/>
                    <a:pt x="55" y="1"/>
                    <a:pt x="45" y="6"/>
                  </a:cubicBezTo>
                  <a:cubicBezTo>
                    <a:pt x="36" y="9"/>
                    <a:pt x="29" y="15"/>
                    <a:pt x="22" y="22"/>
                  </a:cubicBezTo>
                  <a:cubicBezTo>
                    <a:pt x="15" y="29"/>
                    <a:pt x="10" y="36"/>
                    <a:pt x="6" y="45"/>
                  </a:cubicBezTo>
                  <a:cubicBezTo>
                    <a:pt x="1" y="54"/>
                    <a:pt x="0" y="63"/>
                    <a:pt x="0" y="73"/>
                  </a:cubicBezTo>
                  <a:lnTo>
                    <a:pt x="3" y="92"/>
                  </a:lnTo>
                  <a:cubicBezTo>
                    <a:pt x="6" y="106"/>
                    <a:pt x="14" y="116"/>
                    <a:pt x="22" y="124"/>
                  </a:cubicBezTo>
                  <a:lnTo>
                    <a:pt x="37" y="136"/>
                  </a:lnTo>
                  <a:cubicBezTo>
                    <a:pt x="49" y="142"/>
                    <a:pt x="62" y="147"/>
                    <a:pt x="75" y="147"/>
                  </a:cubicBezTo>
                  <a:cubicBezTo>
                    <a:pt x="85" y="147"/>
                    <a:pt x="93" y="145"/>
                    <a:pt x="103" y="139"/>
                  </a:cubicBezTo>
                  <a:cubicBezTo>
                    <a:pt x="112" y="137"/>
                    <a:pt x="119" y="132"/>
                    <a:pt x="126" y="124"/>
                  </a:cubicBezTo>
                  <a:cubicBezTo>
                    <a:pt x="133" y="118"/>
                    <a:pt x="137" y="111"/>
                    <a:pt x="142" y="102"/>
                  </a:cubicBezTo>
                  <a:cubicBezTo>
                    <a:pt x="147" y="92"/>
                    <a:pt x="148" y="83"/>
                    <a:pt x="148" y="73"/>
                  </a:cubicBezTo>
                  <a:cubicBezTo>
                    <a:pt x="148" y="67"/>
                    <a:pt x="147" y="61"/>
                    <a:pt x="145" y="54"/>
                  </a:cubicBezTo>
                  <a:cubicBezTo>
                    <a:pt x="142" y="41"/>
                    <a:pt x="134" y="31"/>
                    <a:pt x="126" y="22"/>
                  </a:cubicBezTo>
                  <a:lnTo>
                    <a:pt x="111" y="10"/>
                  </a:lnTo>
                  <a:cubicBezTo>
                    <a:pt x="99" y="4"/>
                    <a:pt x="86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49"/>
            <p:cNvSpPr/>
            <p:nvPr/>
          </p:nvSpPr>
          <p:spPr>
            <a:xfrm>
              <a:off x="1261955" y="2670209"/>
              <a:ext cx="44768" cy="44590"/>
            </a:xfrm>
            <a:custGeom>
              <a:avLst/>
              <a:gdLst/>
              <a:ahLst/>
              <a:cxnLst/>
              <a:rect l="l" t="t" r="r" b="b"/>
              <a:pathLst>
                <a:path w="252" h="251" extrusionOk="0">
                  <a:moveTo>
                    <a:pt x="143" y="1"/>
                  </a:moveTo>
                  <a:cubicBezTo>
                    <a:pt x="140" y="1"/>
                    <a:pt x="137" y="1"/>
                    <a:pt x="134" y="2"/>
                  </a:cubicBezTo>
                  <a:lnTo>
                    <a:pt x="126" y="2"/>
                  </a:lnTo>
                  <a:cubicBezTo>
                    <a:pt x="115" y="3"/>
                    <a:pt x="104" y="4"/>
                    <a:pt x="93" y="5"/>
                  </a:cubicBezTo>
                  <a:cubicBezTo>
                    <a:pt x="83" y="9"/>
                    <a:pt x="73" y="14"/>
                    <a:pt x="63" y="18"/>
                  </a:cubicBezTo>
                  <a:cubicBezTo>
                    <a:pt x="49" y="25"/>
                    <a:pt x="37" y="37"/>
                    <a:pt x="29" y="50"/>
                  </a:cubicBezTo>
                  <a:cubicBezTo>
                    <a:pt x="21" y="58"/>
                    <a:pt x="16" y="66"/>
                    <a:pt x="12" y="78"/>
                  </a:cubicBezTo>
                  <a:cubicBezTo>
                    <a:pt x="7" y="89"/>
                    <a:pt x="3" y="99"/>
                    <a:pt x="3" y="110"/>
                  </a:cubicBezTo>
                  <a:cubicBezTo>
                    <a:pt x="1" y="121"/>
                    <a:pt x="1" y="131"/>
                    <a:pt x="3" y="143"/>
                  </a:cubicBezTo>
                  <a:cubicBezTo>
                    <a:pt x="3" y="155"/>
                    <a:pt x="6" y="165"/>
                    <a:pt x="12" y="175"/>
                  </a:cubicBezTo>
                  <a:cubicBezTo>
                    <a:pt x="17" y="191"/>
                    <a:pt x="27" y="204"/>
                    <a:pt x="38" y="214"/>
                  </a:cubicBezTo>
                  <a:cubicBezTo>
                    <a:pt x="47" y="220"/>
                    <a:pt x="54" y="228"/>
                    <a:pt x="63" y="234"/>
                  </a:cubicBezTo>
                  <a:cubicBezTo>
                    <a:pt x="74" y="238"/>
                    <a:pt x="84" y="243"/>
                    <a:pt x="93" y="246"/>
                  </a:cubicBezTo>
                  <a:cubicBezTo>
                    <a:pt x="104" y="248"/>
                    <a:pt x="115" y="249"/>
                    <a:pt x="126" y="250"/>
                  </a:cubicBezTo>
                  <a:cubicBezTo>
                    <a:pt x="137" y="249"/>
                    <a:pt x="147" y="248"/>
                    <a:pt x="160" y="246"/>
                  </a:cubicBezTo>
                  <a:cubicBezTo>
                    <a:pt x="170" y="243"/>
                    <a:pt x="180" y="238"/>
                    <a:pt x="188" y="234"/>
                  </a:cubicBezTo>
                  <a:cubicBezTo>
                    <a:pt x="203" y="227"/>
                    <a:pt x="216" y="214"/>
                    <a:pt x="223" y="202"/>
                  </a:cubicBezTo>
                  <a:cubicBezTo>
                    <a:pt x="231" y="194"/>
                    <a:pt x="236" y="186"/>
                    <a:pt x="239" y="173"/>
                  </a:cubicBezTo>
                  <a:cubicBezTo>
                    <a:pt x="248" y="158"/>
                    <a:pt x="252" y="143"/>
                    <a:pt x="250" y="125"/>
                  </a:cubicBezTo>
                  <a:lnTo>
                    <a:pt x="250" y="120"/>
                  </a:lnTo>
                  <a:lnTo>
                    <a:pt x="250" y="117"/>
                  </a:lnTo>
                  <a:cubicBezTo>
                    <a:pt x="250" y="106"/>
                    <a:pt x="249" y="96"/>
                    <a:pt x="247" y="85"/>
                  </a:cubicBezTo>
                  <a:cubicBezTo>
                    <a:pt x="241" y="66"/>
                    <a:pt x="231" y="49"/>
                    <a:pt x="217" y="34"/>
                  </a:cubicBezTo>
                  <a:cubicBezTo>
                    <a:pt x="203" y="20"/>
                    <a:pt x="185" y="10"/>
                    <a:pt x="166" y="5"/>
                  </a:cubicBezTo>
                  <a:cubicBezTo>
                    <a:pt x="158" y="2"/>
                    <a:pt x="151" y="1"/>
                    <a:pt x="1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49"/>
            <p:cNvSpPr/>
            <p:nvPr/>
          </p:nvSpPr>
          <p:spPr>
            <a:xfrm>
              <a:off x="865260" y="2668965"/>
              <a:ext cx="32155" cy="25226"/>
            </a:xfrm>
            <a:custGeom>
              <a:avLst/>
              <a:gdLst/>
              <a:ahLst/>
              <a:cxnLst/>
              <a:rect l="l" t="t" r="r" b="b"/>
              <a:pathLst>
                <a:path w="181" h="142" extrusionOk="0">
                  <a:moveTo>
                    <a:pt x="91" y="0"/>
                  </a:moveTo>
                  <a:cubicBezTo>
                    <a:pt x="0" y="0"/>
                    <a:pt x="0" y="142"/>
                    <a:pt x="91" y="142"/>
                  </a:cubicBezTo>
                  <a:cubicBezTo>
                    <a:pt x="180" y="142"/>
                    <a:pt x="180" y="0"/>
                    <a:pt x="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49"/>
            <p:cNvSpPr/>
            <p:nvPr/>
          </p:nvSpPr>
          <p:spPr>
            <a:xfrm>
              <a:off x="824045" y="2521337"/>
              <a:ext cx="75501" cy="75324"/>
            </a:xfrm>
            <a:custGeom>
              <a:avLst/>
              <a:gdLst/>
              <a:ahLst/>
              <a:cxnLst/>
              <a:rect l="l" t="t" r="r" b="b"/>
              <a:pathLst>
                <a:path w="425" h="424" extrusionOk="0">
                  <a:moveTo>
                    <a:pt x="202" y="0"/>
                  </a:moveTo>
                  <a:cubicBezTo>
                    <a:pt x="176" y="0"/>
                    <a:pt x="153" y="7"/>
                    <a:pt x="130" y="18"/>
                  </a:cubicBezTo>
                  <a:cubicBezTo>
                    <a:pt x="103" y="27"/>
                    <a:pt x="82" y="41"/>
                    <a:pt x="62" y="62"/>
                  </a:cubicBezTo>
                  <a:cubicBezTo>
                    <a:pt x="42" y="80"/>
                    <a:pt x="27" y="104"/>
                    <a:pt x="18" y="129"/>
                  </a:cubicBezTo>
                  <a:cubicBezTo>
                    <a:pt x="6" y="155"/>
                    <a:pt x="0" y="182"/>
                    <a:pt x="1" y="211"/>
                  </a:cubicBezTo>
                  <a:cubicBezTo>
                    <a:pt x="3" y="231"/>
                    <a:pt x="6" y="248"/>
                    <a:pt x="8" y="268"/>
                  </a:cubicBezTo>
                  <a:cubicBezTo>
                    <a:pt x="18" y="303"/>
                    <a:pt x="37" y="334"/>
                    <a:pt x="64" y="361"/>
                  </a:cubicBezTo>
                  <a:cubicBezTo>
                    <a:pt x="78" y="372"/>
                    <a:pt x="92" y="382"/>
                    <a:pt x="105" y="394"/>
                  </a:cubicBezTo>
                  <a:cubicBezTo>
                    <a:pt x="139" y="413"/>
                    <a:pt x="175" y="422"/>
                    <a:pt x="212" y="423"/>
                  </a:cubicBezTo>
                  <a:cubicBezTo>
                    <a:pt x="215" y="423"/>
                    <a:pt x="219" y="423"/>
                    <a:pt x="222" y="423"/>
                  </a:cubicBezTo>
                  <a:cubicBezTo>
                    <a:pt x="248" y="423"/>
                    <a:pt x="271" y="417"/>
                    <a:pt x="294" y="406"/>
                  </a:cubicBezTo>
                  <a:cubicBezTo>
                    <a:pt x="319" y="396"/>
                    <a:pt x="343" y="382"/>
                    <a:pt x="361" y="362"/>
                  </a:cubicBezTo>
                  <a:cubicBezTo>
                    <a:pt x="382" y="343"/>
                    <a:pt x="397" y="320"/>
                    <a:pt x="405" y="294"/>
                  </a:cubicBezTo>
                  <a:cubicBezTo>
                    <a:pt x="418" y="269"/>
                    <a:pt x="425" y="242"/>
                    <a:pt x="423" y="212"/>
                  </a:cubicBezTo>
                  <a:cubicBezTo>
                    <a:pt x="421" y="193"/>
                    <a:pt x="418" y="174"/>
                    <a:pt x="415" y="156"/>
                  </a:cubicBezTo>
                  <a:cubicBezTo>
                    <a:pt x="405" y="120"/>
                    <a:pt x="387" y="90"/>
                    <a:pt x="360" y="63"/>
                  </a:cubicBezTo>
                  <a:cubicBezTo>
                    <a:pt x="346" y="52"/>
                    <a:pt x="333" y="41"/>
                    <a:pt x="318" y="29"/>
                  </a:cubicBezTo>
                  <a:cubicBezTo>
                    <a:pt x="285" y="11"/>
                    <a:pt x="249" y="2"/>
                    <a:pt x="212" y="1"/>
                  </a:cubicBezTo>
                  <a:cubicBezTo>
                    <a:pt x="208" y="0"/>
                    <a:pt x="205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49"/>
            <p:cNvSpPr/>
            <p:nvPr/>
          </p:nvSpPr>
          <p:spPr>
            <a:xfrm>
              <a:off x="1345451" y="2562907"/>
              <a:ext cx="7994" cy="8883"/>
            </a:xfrm>
            <a:custGeom>
              <a:avLst/>
              <a:gdLst/>
              <a:ahLst/>
              <a:cxnLst/>
              <a:rect l="l" t="t" r="r" b="b"/>
              <a:pathLst>
                <a:path w="45" h="50" extrusionOk="0">
                  <a:moveTo>
                    <a:pt x="25" y="1"/>
                  </a:moveTo>
                  <a:cubicBezTo>
                    <a:pt x="22" y="1"/>
                    <a:pt x="19" y="1"/>
                    <a:pt x="15" y="3"/>
                  </a:cubicBezTo>
                  <a:cubicBezTo>
                    <a:pt x="15" y="3"/>
                    <a:pt x="14" y="3"/>
                    <a:pt x="14" y="4"/>
                  </a:cubicBezTo>
                  <a:cubicBezTo>
                    <a:pt x="10" y="7"/>
                    <a:pt x="10" y="7"/>
                    <a:pt x="8" y="9"/>
                  </a:cubicBezTo>
                  <a:cubicBezTo>
                    <a:pt x="7" y="10"/>
                    <a:pt x="7" y="10"/>
                    <a:pt x="7" y="12"/>
                  </a:cubicBezTo>
                  <a:cubicBezTo>
                    <a:pt x="5" y="13"/>
                    <a:pt x="5" y="15"/>
                    <a:pt x="4" y="17"/>
                  </a:cubicBezTo>
                  <a:lnTo>
                    <a:pt x="4" y="18"/>
                  </a:lnTo>
                  <a:cubicBezTo>
                    <a:pt x="4" y="19"/>
                    <a:pt x="4" y="22"/>
                    <a:pt x="3" y="23"/>
                  </a:cubicBezTo>
                  <a:cubicBezTo>
                    <a:pt x="1" y="27"/>
                    <a:pt x="1" y="31"/>
                    <a:pt x="3" y="35"/>
                  </a:cubicBezTo>
                  <a:cubicBezTo>
                    <a:pt x="4" y="39"/>
                    <a:pt x="5" y="41"/>
                    <a:pt x="8" y="44"/>
                  </a:cubicBezTo>
                  <a:lnTo>
                    <a:pt x="11" y="48"/>
                  </a:lnTo>
                  <a:cubicBezTo>
                    <a:pt x="15" y="50"/>
                    <a:pt x="18" y="50"/>
                    <a:pt x="23" y="50"/>
                  </a:cubicBezTo>
                  <a:cubicBezTo>
                    <a:pt x="25" y="50"/>
                    <a:pt x="28" y="50"/>
                    <a:pt x="31" y="49"/>
                  </a:cubicBezTo>
                  <a:cubicBezTo>
                    <a:pt x="34" y="48"/>
                    <a:pt x="36" y="46"/>
                    <a:pt x="38" y="45"/>
                  </a:cubicBezTo>
                  <a:cubicBezTo>
                    <a:pt x="41" y="43"/>
                    <a:pt x="44" y="39"/>
                    <a:pt x="44" y="36"/>
                  </a:cubicBezTo>
                  <a:cubicBezTo>
                    <a:pt x="45" y="33"/>
                    <a:pt x="45" y="28"/>
                    <a:pt x="44" y="24"/>
                  </a:cubicBezTo>
                  <a:cubicBezTo>
                    <a:pt x="45" y="19"/>
                    <a:pt x="45" y="18"/>
                    <a:pt x="45" y="17"/>
                  </a:cubicBezTo>
                  <a:cubicBezTo>
                    <a:pt x="45" y="14"/>
                    <a:pt x="44" y="13"/>
                    <a:pt x="43" y="10"/>
                  </a:cubicBezTo>
                  <a:cubicBezTo>
                    <a:pt x="41" y="8"/>
                    <a:pt x="39" y="7"/>
                    <a:pt x="37" y="5"/>
                  </a:cubicBezTo>
                  <a:cubicBezTo>
                    <a:pt x="35" y="4"/>
                    <a:pt x="35" y="4"/>
                    <a:pt x="34" y="4"/>
                  </a:cubicBezTo>
                  <a:cubicBezTo>
                    <a:pt x="34" y="4"/>
                    <a:pt x="33" y="4"/>
                    <a:pt x="33" y="3"/>
                  </a:cubicBezTo>
                  <a:cubicBezTo>
                    <a:pt x="31" y="1"/>
                    <a:pt x="28" y="1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49"/>
            <p:cNvSpPr/>
            <p:nvPr/>
          </p:nvSpPr>
          <p:spPr>
            <a:xfrm>
              <a:off x="1044510" y="2508546"/>
              <a:ext cx="46011" cy="35352"/>
            </a:xfrm>
            <a:custGeom>
              <a:avLst/>
              <a:gdLst/>
              <a:ahLst/>
              <a:cxnLst/>
              <a:rect l="l" t="t" r="r" b="b"/>
              <a:pathLst>
                <a:path w="259" h="199" extrusionOk="0">
                  <a:moveTo>
                    <a:pt x="128" y="1"/>
                  </a:moveTo>
                  <a:cubicBezTo>
                    <a:pt x="0" y="1"/>
                    <a:pt x="0" y="198"/>
                    <a:pt x="128" y="198"/>
                  </a:cubicBezTo>
                  <a:cubicBezTo>
                    <a:pt x="256" y="198"/>
                    <a:pt x="258" y="1"/>
                    <a:pt x="1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49"/>
            <p:cNvSpPr/>
            <p:nvPr/>
          </p:nvSpPr>
          <p:spPr>
            <a:xfrm>
              <a:off x="1258757" y="2492557"/>
              <a:ext cx="63776" cy="49564"/>
            </a:xfrm>
            <a:custGeom>
              <a:avLst/>
              <a:gdLst/>
              <a:ahLst/>
              <a:cxnLst/>
              <a:rect l="l" t="t" r="r" b="b"/>
              <a:pathLst>
                <a:path w="359" h="279" extrusionOk="0">
                  <a:moveTo>
                    <a:pt x="180" y="1"/>
                  </a:moveTo>
                  <a:cubicBezTo>
                    <a:pt x="1" y="1"/>
                    <a:pt x="1" y="278"/>
                    <a:pt x="180" y="278"/>
                  </a:cubicBezTo>
                  <a:cubicBezTo>
                    <a:pt x="359" y="278"/>
                    <a:pt x="359" y="1"/>
                    <a:pt x="1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49"/>
            <p:cNvSpPr/>
            <p:nvPr/>
          </p:nvSpPr>
          <p:spPr>
            <a:xfrm>
              <a:off x="1176860" y="2416523"/>
              <a:ext cx="65908" cy="35352"/>
            </a:xfrm>
            <a:custGeom>
              <a:avLst/>
              <a:gdLst/>
              <a:ahLst/>
              <a:cxnLst/>
              <a:rect l="l" t="t" r="r" b="b"/>
              <a:pathLst>
                <a:path w="371" h="199" extrusionOk="0">
                  <a:moveTo>
                    <a:pt x="185" y="0"/>
                  </a:moveTo>
                  <a:cubicBezTo>
                    <a:pt x="160" y="0"/>
                    <a:pt x="137" y="3"/>
                    <a:pt x="114" y="9"/>
                  </a:cubicBezTo>
                  <a:cubicBezTo>
                    <a:pt x="91" y="13"/>
                    <a:pt x="72" y="20"/>
                    <a:pt x="55" y="30"/>
                  </a:cubicBezTo>
                  <a:cubicBezTo>
                    <a:pt x="37" y="39"/>
                    <a:pt x="25" y="49"/>
                    <a:pt x="16" y="62"/>
                  </a:cubicBezTo>
                  <a:cubicBezTo>
                    <a:pt x="5" y="74"/>
                    <a:pt x="0" y="86"/>
                    <a:pt x="1" y="100"/>
                  </a:cubicBezTo>
                  <a:cubicBezTo>
                    <a:pt x="4" y="110"/>
                    <a:pt x="5" y="118"/>
                    <a:pt x="7" y="126"/>
                  </a:cubicBezTo>
                  <a:cubicBezTo>
                    <a:pt x="16" y="142"/>
                    <a:pt x="32" y="157"/>
                    <a:pt x="55" y="169"/>
                  </a:cubicBezTo>
                  <a:cubicBezTo>
                    <a:pt x="68" y="174"/>
                    <a:pt x="79" y="179"/>
                    <a:pt x="92" y="184"/>
                  </a:cubicBezTo>
                  <a:cubicBezTo>
                    <a:pt x="121" y="194"/>
                    <a:pt x="153" y="198"/>
                    <a:pt x="185" y="199"/>
                  </a:cubicBezTo>
                  <a:cubicBezTo>
                    <a:pt x="211" y="199"/>
                    <a:pt x="233" y="197"/>
                    <a:pt x="257" y="189"/>
                  </a:cubicBezTo>
                  <a:cubicBezTo>
                    <a:pt x="279" y="186"/>
                    <a:pt x="299" y="179"/>
                    <a:pt x="316" y="169"/>
                  </a:cubicBezTo>
                  <a:cubicBezTo>
                    <a:pt x="334" y="161"/>
                    <a:pt x="346" y="151"/>
                    <a:pt x="354" y="137"/>
                  </a:cubicBezTo>
                  <a:cubicBezTo>
                    <a:pt x="365" y="126"/>
                    <a:pt x="370" y="113"/>
                    <a:pt x="369" y="99"/>
                  </a:cubicBezTo>
                  <a:cubicBezTo>
                    <a:pt x="367" y="91"/>
                    <a:pt x="365" y="82"/>
                    <a:pt x="363" y="74"/>
                  </a:cubicBezTo>
                  <a:cubicBezTo>
                    <a:pt x="354" y="56"/>
                    <a:pt x="339" y="43"/>
                    <a:pt x="316" y="30"/>
                  </a:cubicBezTo>
                  <a:cubicBezTo>
                    <a:pt x="303" y="25"/>
                    <a:pt x="292" y="20"/>
                    <a:pt x="278" y="14"/>
                  </a:cubicBezTo>
                  <a:cubicBezTo>
                    <a:pt x="250" y="5"/>
                    <a:pt x="218" y="2"/>
                    <a:pt x="1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49"/>
            <p:cNvSpPr/>
            <p:nvPr/>
          </p:nvSpPr>
          <p:spPr>
            <a:xfrm>
              <a:off x="871478" y="2475503"/>
              <a:ext cx="54894" cy="81364"/>
            </a:xfrm>
            <a:custGeom>
              <a:avLst/>
              <a:gdLst/>
              <a:ahLst/>
              <a:cxnLst/>
              <a:rect l="l" t="t" r="r" b="b"/>
              <a:pathLst>
                <a:path w="309" h="458" extrusionOk="0">
                  <a:moveTo>
                    <a:pt x="176" y="0"/>
                  </a:moveTo>
                  <a:cubicBezTo>
                    <a:pt x="132" y="0"/>
                    <a:pt x="88" y="26"/>
                    <a:pt x="66" y="82"/>
                  </a:cubicBezTo>
                  <a:cubicBezTo>
                    <a:pt x="21" y="191"/>
                    <a:pt x="0" y="303"/>
                    <a:pt x="73" y="405"/>
                  </a:cubicBezTo>
                  <a:cubicBezTo>
                    <a:pt x="97" y="438"/>
                    <a:pt x="134" y="457"/>
                    <a:pt x="171" y="457"/>
                  </a:cubicBezTo>
                  <a:cubicBezTo>
                    <a:pt x="205" y="457"/>
                    <a:pt x="239" y="441"/>
                    <a:pt x="260" y="405"/>
                  </a:cubicBezTo>
                  <a:cubicBezTo>
                    <a:pt x="289" y="354"/>
                    <a:pt x="303" y="313"/>
                    <a:pt x="306" y="250"/>
                  </a:cubicBezTo>
                  <a:cubicBezTo>
                    <a:pt x="308" y="204"/>
                    <a:pt x="297" y="159"/>
                    <a:pt x="292" y="112"/>
                  </a:cubicBezTo>
                  <a:cubicBezTo>
                    <a:pt x="283" y="39"/>
                    <a:pt x="230" y="0"/>
                    <a:pt x="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49"/>
            <p:cNvSpPr/>
            <p:nvPr/>
          </p:nvSpPr>
          <p:spPr>
            <a:xfrm>
              <a:off x="873076" y="2598438"/>
              <a:ext cx="83318" cy="197192"/>
            </a:xfrm>
            <a:custGeom>
              <a:avLst/>
              <a:gdLst/>
              <a:ahLst/>
              <a:cxnLst/>
              <a:rect l="l" t="t" r="r" b="b"/>
              <a:pathLst>
                <a:path w="469" h="1110" extrusionOk="0">
                  <a:moveTo>
                    <a:pt x="168" y="0"/>
                  </a:moveTo>
                  <a:cubicBezTo>
                    <a:pt x="122" y="0"/>
                    <a:pt x="77" y="26"/>
                    <a:pt x="63" y="81"/>
                  </a:cubicBezTo>
                  <a:cubicBezTo>
                    <a:pt x="9" y="284"/>
                    <a:pt x="0" y="477"/>
                    <a:pt x="44" y="682"/>
                  </a:cubicBezTo>
                  <a:cubicBezTo>
                    <a:pt x="78" y="835"/>
                    <a:pt x="128" y="1073"/>
                    <a:pt x="305" y="1107"/>
                  </a:cubicBezTo>
                  <a:cubicBezTo>
                    <a:pt x="312" y="1109"/>
                    <a:pt x="318" y="1109"/>
                    <a:pt x="325" y="1109"/>
                  </a:cubicBezTo>
                  <a:cubicBezTo>
                    <a:pt x="357" y="1109"/>
                    <a:pt x="390" y="1097"/>
                    <a:pt x="404" y="1068"/>
                  </a:cubicBezTo>
                  <a:cubicBezTo>
                    <a:pt x="469" y="927"/>
                    <a:pt x="385" y="803"/>
                    <a:pt x="348" y="662"/>
                  </a:cubicBezTo>
                  <a:cubicBezTo>
                    <a:pt x="302" y="484"/>
                    <a:pt x="284" y="294"/>
                    <a:pt x="284" y="111"/>
                  </a:cubicBezTo>
                  <a:cubicBezTo>
                    <a:pt x="284" y="40"/>
                    <a:pt x="226" y="0"/>
                    <a:pt x="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49"/>
            <p:cNvSpPr/>
            <p:nvPr/>
          </p:nvSpPr>
          <p:spPr>
            <a:xfrm>
              <a:off x="767196" y="2405153"/>
              <a:ext cx="652508" cy="113341"/>
            </a:xfrm>
            <a:custGeom>
              <a:avLst/>
              <a:gdLst/>
              <a:ahLst/>
              <a:cxnLst/>
              <a:rect l="l" t="t" r="r" b="b"/>
              <a:pathLst>
                <a:path w="3673" h="638" extrusionOk="0">
                  <a:moveTo>
                    <a:pt x="765" y="1"/>
                  </a:moveTo>
                  <a:lnTo>
                    <a:pt x="765" y="1"/>
                  </a:lnTo>
                  <a:cubicBezTo>
                    <a:pt x="279" y="91"/>
                    <a:pt x="1" y="224"/>
                    <a:pt x="256" y="367"/>
                  </a:cubicBezTo>
                  <a:cubicBezTo>
                    <a:pt x="568" y="544"/>
                    <a:pt x="1305" y="637"/>
                    <a:pt x="2008" y="637"/>
                  </a:cubicBezTo>
                  <a:cubicBezTo>
                    <a:pt x="2866" y="637"/>
                    <a:pt x="3672" y="498"/>
                    <a:pt x="3592" y="201"/>
                  </a:cubicBezTo>
                  <a:cubicBezTo>
                    <a:pt x="3581" y="159"/>
                    <a:pt x="3550" y="120"/>
                    <a:pt x="3503" y="88"/>
                  </a:cubicBezTo>
                  <a:cubicBezTo>
                    <a:pt x="3461" y="129"/>
                    <a:pt x="3421" y="176"/>
                    <a:pt x="3380" y="217"/>
                  </a:cubicBezTo>
                  <a:cubicBezTo>
                    <a:pt x="3141" y="453"/>
                    <a:pt x="2773" y="484"/>
                    <a:pt x="2436" y="499"/>
                  </a:cubicBezTo>
                  <a:cubicBezTo>
                    <a:pt x="2255" y="508"/>
                    <a:pt x="2065" y="518"/>
                    <a:pt x="1873" y="518"/>
                  </a:cubicBezTo>
                  <a:cubicBezTo>
                    <a:pt x="1492" y="518"/>
                    <a:pt x="1107" y="477"/>
                    <a:pt x="777" y="303"/>
                  </a:cubicBezTo>
                  <a:cubicBezTo>
                    <a:pt x="512" y="161"/>
                    <a:pt x="643" y="101"/>
                    <a:pt x="7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78" name="Google Shape;3478;p49"/>
          <p:cNvSpPr/>
          <p:nvPr/>
        </p:nvSpPr>
        <p:spPr>
          <a:xfrm>
            <a:off x="453437" y="2399508"/>
            <a:ext cx="1660500" cy="568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9" name="Google Shape;3479;p49"/>
          <p:cNvSpPr/>
          <p:nvPr/>
        </p:nvSpPr>
        <p:spPr>
          <a:xfrm>
            <a:off x="2619226" y="2399508"/>
            <a:ext cx="1660500" cy="5682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0" name="Google Shape;3480;p49"/>
          <p:cNvSpPr/>
          <p:nvPr/>
        </p:nvSpPr>
        <p:spPr>
          <a:xfrm>
            <a:off x="4864242" y="2399508"/>
            <a:ext cx="1660500" cy="5682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1" name="Google Shape;3481;p49"/>
          <p:cNvSpPr/>
          <p:nvPr/>
        </p:nvSpPr>
        <p:spPr>
          <a:xfrm>
            <a:off x="2615790" y="3201725"/>
            <a:ext cx="1660500" cy="1882500"/>
          </a:xfrm>
          <a:prstGeom prst="roundRect">
            <a:avLst>
              <a:gd name="adj" fmla="val 721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2" name="Google Shape;3482;p49"/>
          <p:cNvSpPr/>
          <p:nvPr/>
        </p:nvSpPr>
        <p:spPr>
          <a:xfrm>
            <a:off x="4860805" y="3201725"/>
            <a:ext cx="1660500" cy="1882500"/>
          </a:xfrm>
          <a:prstGeom prst="roundRect">
            <a:avLst>
              <a:gd name="adj" fmla="val 644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3" name="Google Shape;3483;p49"/>
          <p:cNvSpPr/>
          <p:nvPr/>
        </p:nvSpPr>
        <p:spPr>
          <a:xfrm>
            <a:off x="7033499" y="2399508"/>
            <a:ext cx="1660500" cy="5682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4" name="Google Shape;3484;p49"/>
          <p:cNvSpPr/>
          <p:nvPr/>
        </p:nvSpPr>
        <p:spPr>
          <a:xfrm>
            <a:off x="7030063" y="3201725"/>
            <a:ext cx="1660500" cy="1882500"/>
          </a:xfrm>
          <a:prstGeom prst="roundRect">
            <a:avLst>
              <a:gd name="adj" fmla="val 6441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5" name="Google Shape;3485;p49"/>
          <p:cNvSpPr txBox="1"/>
          <p:nvPr/>
        </p:nvSpPr>
        <p:spPr>
          <a:xfrm>
            <a:off x="547474" y="4091358"/>
            <a:ext cx="1444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hu-HU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CoffeeMachine</a:t>
            </a:r>
            <a:r>
              <a:rPr lang="hu-HU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hu-HU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machine</a:t>
            </a:r>
            <a:r>
              <a:rPr lang="hu-HU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</a:t>
            </a:r>
            <a:r>
              <a:rPr lang="hu-HU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new</a:t>
            </a:r>
            <a:r>
              <a:rPr lang="hu-HU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hu-HU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CoffeeMachine</a:t>
            </a:r>
            <a:r>
              <a:rPr lang="hu-HU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();</a:t>
            </a:r>
            <a:endParaRPr lang="en-US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86" name="Google Shape;3486;p49"/>
          <p:cNvSpPr txBox="1"/>
          <p:nvPr/>
        </p:nvSpPr>
        <p:spPr>
          <a:xfrm>
            <a:off x="7121944" y="4091358"/>
            <a:ext cx="1458701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hu-HU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Invoker.setCommand</a:t>
            </a:r>
            <a:r>
              <a:rPr lang="hu-HU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(start);</a:t>
            </a:r>
          </a:p>
        </p:txBody>
      </p:sp>
      <p:sp>
        <p:nvSpPr>
          <p:cNvPr id="3487" name="Google Shape;3487;p49"/>
          <p:cNvSpPr txBox="1"/>
          <p:nvPr/>
        </p:nvSpPr>
        <p:spPr>
          <a:xfrm>
            <a:off x="7215476" y="231505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PARANCS MEGHÍVÁSA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488" name="Google Shape;3488;p49"/>
          <p:cNvSpPr txBox="1"/>
          <p:nvPr/>
        </p:nvSpPr>
        <p:spPr>
          <a:xfrm>
            <a:off x="619656" y="232566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OBJEKTUM LÉTREHOZÁSA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489" name="Google Shape;3489;p49"/>
          <p:cNvSpPr txBox="1"/>
          <p:nvPr/>
        </p:nvSpPr>
        <p:spPr>
          <a:xfrm>
            <a:off x="2785288" y="2325667"/>
            <a:ext cx="1308900" cy="62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COMMAND LÉTREHOZÁSA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490" name="Google Shape;3490;p49"/>
          <p:cNvSpPr txBox="1"/>
          <p:nvPr/>
        </p:nvSpPr>
        <p:spPr>
          <a:xfrm>
            <a:off x="2838458" y="4091358"/>
            <a:ext cx="1215163" cy="737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hu-HU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Command</a:t>
            </a:r>
            <a:r>
              <a:rPr lang="hu-HU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start = </a:t>
            </a:r>
            <a:r>
              <a:rPr lang="hu-HU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new</a:t>
            </a:r>
            <a:r>
              <a:rPr lang="hu-HU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hu-HU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StartCommand</a:t>
            </a:r>
            <a:r>
              <a:rPr lang="hu-HU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hu-HU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machine</a:t>
            </a:r>
            <a:r>
              <a:rPr lang="hu-HU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Fira Sans"/>
            </a:endParaRPr>
          </a:p>
        </p:txBody>
      </p:sp>
      <p:sp>
        <p:nvSpPr>
          <p:cNvPr id="3491" name="Google Shape;3491;p49"/>
          <p:cNvSpPr txBox="1">
            <a:spLocks noGrp="1"/>
          </p:cNvSpPr>
          <p:nvPr>
            <p:ph type="body" idx="1"/>
          </p:nvPr>
        </p:nvSpPr>
        <p:spPr>
          <a:xfrm>
            <a:off x="4988352" y="2315059"/>
            <a:ext cx="1405403" cy="3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INVOKER LÉTREHOZÁSA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492" name="Google Shape;3492;p49"/>
          <p:cNvSpPr txBox="1">
            <a:spLocks noGrp="1"/>
          </p:cNvSpPr>
          <p:nvPr>
            <p:ph type="body" idx="1"/>
          </p:nvPr>
        </p:nvSpPr>
        <p:spPr>
          <a:xfrm>
            <a:off x="4988353" y="4101376"/>
            <a:ext cx="1405403" cy="6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ctr">
              <a:buNone/>
            </a:pPr>
            <a:r>
              <a:rPr lang="hu-HU" sz="1200" dirty="0" err="1">
                <a:solidFill>
                  <a:schemeClr val="bg1"/>
                </a:solidFill>
              </a:rPr>
              <a:t>CoffeeInvoker</a:t>
            </a:r>
            <a:r>
              <a:rPr lang="hu-HU" sz="1200" dirty="0">
                <a:solidFill>
                  <a:schemeClr val="bg1"/>
                </a:solidFill>
              </a:rPr>
              <a:t> </a:t>
            </a:r>
            <a:r>
              <a:rPr lang="hu-HU" sz="1200" dirty="0" err="1">
                <a:solidFill>
                  <a:schemeClr val="bg1"/>
                </a:solidFill>
              </a:rPr>
              <a:t>invoker</a:t>
            </a:r>
            <a:r>
              <a:rPr lang="hu-HU" sz="1200" dirty="0">
                <a:solidFill>
                  <a:schemeClr val="bg1"/>
                </a:solidFill>
              </a:rPr>
              <a:t> = </a:t>
            </a:r>
            <a:r>
              <a:rPr lang="hu-HU" sz="1200" dirty="0" err="1">
                <a:solidFill>
                  <a:schemeClr val="bg1"/>
                </a:solidFill>
              </a:rPr>
              <a:t>new</a:t>
            </a:r>
            <a:r>
              <a:rPr lang="hu-HU" sz="1200" dirty="0">
                <a:solidFill>
                  <a:schemeClr val="bg1"/>
                </a:solidFill>
              </a:rPr>
              <a:t> </a:t>
            </a:r>
            <a:r>
              <a:rPr lang="hu-HU" sz="1200" dirty="0" err="1">
                <a:solidFill>
                  <a:schemeClr val="bg1"/>
                </a:solidFill>
              </a:rPr>
              <a:t>CoffeeInvoker</a:t>
            </a:r>
            <a:r>
              <a:rPr lang="hu-HU" sz="1200" dirty="0">
                <a:solidFill>
                  <a:schemeClr val="bg1"/>
                </a:solidFill>
              </a:rPr>
              <a:t>();</a:t>
            </a:r>
          </a:p>
        </p:txBody>
      </p:sp>
      <p:grpSp>
        <p:nvGrpSpPr>
          <p:cNvPr id="3493" name="Google Shape;3493;p49"/>
          <p:cNvGrpSpPr/>
          <p:nvPr/>
        </p:nvGrpSpPr>
        <p:grpSpPr>
          <a:xfrm>
            <a:off x="7646480" y="3428562"/>
            <a:ext cx="434558" cy="515077"/>
            <a:chOff x="5654545" y="2025878"/>
            <a:chExt cx="936748" cy="1110318"/>
          </a:xfrm>
        </p:grpSpPr>
        <p:sp>
          <p:nvSpPr>
            <p:cNvPr id="3494" name="Google Shape;3494;p49"/>
            <p:cNvSpPr/>
            <p:nvPr/>
          </p:nvSpPr>
          <p:spPr>
            <a:xfrm>
              <a:off x="5654545" y="2926037"/>
              <a:ext cx="805820" cy="210160"/>
            </a:xfrm>
            <a:custGeom>
              <a:avLst/>
              <a:gdLst/>
              <a:ahLst/>
              <a:cxnLst/>
              <a:rect l="l" t="t" r="r" b="b"/>
              <a:pathLst>
                <a:path w="4536" h="1183" extrusionOk="0">
                  <a:moveTo>
                    <a:pt x="2268" y="1"/>
                  </a:moveTo>
                  <a:cubicBezTo>
                    <a:pt x="1016" y="1"/>
                    <a:pt x="1" y="265"/>
                    <a:pt x="1" y="591"/>
                  </a:cubicBezTo>
                  <a:cubicBezTo>
                    <a:pt x="1" y="918"/>
                    <a:pt x="1016" y="1183"/>
                    <a:pt x="2268" y="1183"/>
                  </a:cubicBezTo>
                  <a:cubicBezTo>
                    <a:pt x="3521" y="1183"/>
                    <a:pt x="4536" y="918"/>
                    <a:pt x="4536" y="591"/>
                  </a:cubicBezTo>
                  <a:cubicBezTo>
                    <a:pt x="4536" y="265"/>
                    <a:pt x="3521" y="1"/>
                    <a:pt x="22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49"/>
            <p:cNvSpPr/>
            <p:nvPr/>
          </p:nvSpPr>
          <p:spPr>
            <a:xfrm>
              <a:off x="5659520" y="2369100"/>
              <a:ext cx="931774" cy="670451"/>
            </a:xfrm>
            <a:custGeom>
              <a:avLst/>
              <a:gdLst/>
              <a:ahLst/>
              <a:cxnLst/>
              <a:rect l="l" t="t" r="r" b="b"/>
              <a:pathLst>
                <a:path w="5245" h="3774" extrusionOk="0">
                  <a:moveTo>
                    <a:pt x="4661" y="743"/>
                  </a:moveTo>
                  <a:cubicBezTo>
                    <a:pt x="4723" y="743"/>
                    <a:pt x="4782" y="753"/>
                    <a:pt x="4817" y="773"/>
                  </a:cubicBezTo>
                  <a:cubicBezTo>
                    <a:pt x="4837" y="785"/>
                    <a:pt x="4848" y="796"/>
                    <a:pt x="4856" y="810"/>
                  </a:cubicBezTo>
                  <a:cubicBezTo>
                    <a:pt x="4864" y="824"/>
                    <a:pt x="4869" y="841"/>
                    <a:pt x="4873" y="864"/>
                  </a:cubicBezTo>
                  <a:cubicBezTo>
                    <a:pt x="4880" y="905"/>
                    <a:pt x="4874" y="988"/>
                    <a:pt x="4855" y="1023"/>
                  </a:cubicBezTo>
                  <a:cubicBezTo>
                    <a:pt x="4835" y="1062"/>
                    <a:pt x="4809" y="1083"/>
                    <a:pt x="4767" y="1107"/>
                  </a:cubicBezTo>
                  <a:cubicBezTo>
                    <a:pt x="4723" y="1128"/>
                    <a:pt x="4661" y="1146"/>
                    <a:pt x="4594" y="1154"/>
                  </a:cubicBezTo>
                  <a:cubicBezTo>
                    <a:pt x="4548" y="1160"/>
                    <a:pt x="4499" y="1163"/>
                    <a:pt x="4448" y="1163"/>
                  </a:cubicBezTo>
                  <a:cubicBezTo>
                    <a:pt x="4424" y="1163"/>
                    <a:pt x="4399" y="1162"/>
                    <a:pt x="4375" y="1161"/>
                  </a:cubicBezTo>
                  <a:lnTo>
                    <a:pt x="4370" y="1161"/>
                  </a:lnTo>
                  <a:cubicBezTo>
                    <a:pt x="4385" y="1034"/>
                    <a:pt x="4394" y="903"/>
                    <a:pt x="4394" y="770"/>
                  </a:cubicBezTo>
                  <a:lnTo>
                    <a:pt x="4394" y="764"/>
                  </a:lnTo>
                  <a:lnTo>
                    <a:pt x="4402" y="783"/>
                  </a:lnTo>
                  <a:cubicBezTo>
                    <a:pt x="4435" y="773"/>
                    <a:pt x="4477" y="763"/>
                    <a:pt x="4515" y="757"/>
                  </a:cubicBezTo>
                  <a:cubicBezTo>
                    <a:pt x="4553" y="750"/>
                    <a:pt x="4593" y="745"/>
                    <a:pt x="4629" y="744"/>
                  </a:cubicBezTo>
                  <a:cubicBezTo>
                    <a:pt x="4640" y="743"/>
                    <a:pt x="4651" y="743"/>
                    <a:pt x="4661" y="743"/>
                  </a:cubicBezTo>
                  <a:close/>
                  <a:moveTo>
                    <a:pt x="94" y="1"/>
                  </a:moveTo>
                  <a:cubicBezTo>
                    <a:pt x="34" y="243"/>
                    <a:pt x="1" y="501"/>
                    <a:pt x="1" y="767"/>
                  </a:cubicBezTo>
                  <a:cubicBezTo>
                    <a:pt x="1" y="2027"/>
                    <a:pt x="728" y="3081"/>
                    <a:pt x="1703" y="3352"/>
                  </a:cubicBezTo>
                  <a:cubicBezTo>
                    <a:pt x="1663" y="3353"/>
                    <a:pt x="1639" y="3354"/>
                    <a:pt x="1639" y="3354"/>
                  </a:cubicBezTo>
                  <a:cubicBezTo>
                    <a:pt x="1639" y="3354"/>
                    <a:pt x="1406" y="3422"/>
                    <a:pt x="1284" y="3644"/>
                  </a:cubicBezTo>
                  <a:cubicBezTo>
                    <a:pt x="1250" y="3705"/>
                    <a:pt x="1301" y="3773"/>
                    <a:pt x="1378" y="3773"/>
                  </a:cubicBezTo>
                  <a:cubicBezTo>
                    <a:pt x="1466" y="3773"/>
                    <a:pt x="1588" y="3773"/>
                    <a:pt x="1728" y="3773"/>
                  </a:cubicBezTo>
                  <a:cubicBezTo>
                    <a:pt x="1868" y="3773"/>
                    <a:pt x="2027" y="3773"/>
                    <a:pt x="2188" y="3773"/>
                  </a:cubicBezTo>
                  <a:lnTo>
                    <a:pt x="2280" y="3773"/>
                  </a:lnTo>
                  <a:cubicBezTo>
                    <a:pt x="2496" y="3773"/>
                    <a:pt x="2706" y="3773"/>
                    <a:pt x="2874" y="3773"/>
                  </a:cubicBezTo>
                  <a:cubicBezTo>
                    <a:pt x="2958" y="3773"/>
                    <a:pt x="3031" y="3773"/>
                    <a:pt x="3090" y="3773"/>
                  </a:cubicBezTo>
                  <a:cubicBezTo>
                    <a:pt x="3166" y="3773"/>
                    <a:pt x="3217" y="3705"/>
                    <a:pt x="3184" y="3644"/>
                  </a:cubicBezTo>
                  <a:cubicBezTo>
                    <a:pt x="3061" y="3422"/>
                    <a:pt x="2778" y="3352"/>
                    <a:pt x="2698" y="3349"/>
                  </a:cubicBezTo>
                  <a:cubicBezTo>
                    <a:pt x="3419" y="3144"/>
                    <a:pt x="4004" y="2512"/>
                    <a:pt x="4257" y="1684"/>
                  </a:cubicBezTo>
                  <a:cubicBezTo>
                    <a:pt x="4303" y="1681"/>
                    <a:pt x="4348" y="1679"/>
                    <a:pt x="4394" y="1674"/>
                  </a:cubicBezTo>
                  <a:cubicBezTo>
                    <a:pt x="4495" y="1663"/>
                    <a:pt x="4596" y="1644"/>
                    <a:pt x="4700" y="1613"/>
                  </a:cubicBezTo>
                  <a:cubicBezTo>
                    <a:pt x="4803" y="1582"/>
                    <a:pt x="4911" y="1538"/>
                    <a:pt x="5012" y="1459"/>
                  </a:cubicBezTo>
                  <a:cubicBezTo>
                    <a:pt x="5061" y="1419"/>
                    <a:pt x="5110" y="1371"/>
                    <a:pt x="5148" y="1313"/>
                  </a:cubicBezTo>
                  <a:cubicBezTo>
                    <a:pt x="5187" y="1255"/>
                    <a:pt x="5215" y="1190"/>
                    <a:pt x="5229" y="1125"/>
                  </a:cubicBezTo>
                  <a:cubicBezTo>
                    <a:pt x="5235" y="1093"/>
                    <a:pt x="5240" y="1060"/>
                    <a:pt x="5242" y="1029"/>
                  </a:cubicBezTo>
                  <a:cubicBezTo>
                    <a:pt x="5243" y="1014"/>
                    <a:pt x="5243" y="998"/>
                    <a:pt x="5243" y="983"/>
                  </a:cubicBezTo>
                  <a:cubicBezTo>
                    <a:pt x="5244" y="970"/>
                    <a:pt x="5244" y="958"/>
                    <a:pt x="5243" y="942"/>
                  </a:cubicBezTo>
                  <a:cubicBezTo>
                    <a:pt x="5239" y="886"/>
                    <a:pt x="5231" y="827"/>
                    <a:pt x="5211" y="764"/>
                  </a:cubicBezTo>
                  <a:cubicBezTo>
                    <a:pt x="5189" y="703"/>
                    <a:pt x="5156" y="639"/>
                    <a:pt x="5105" y="585"/>
                  </a:cubicBezTo>
                  <a:cubicBezTo>
                    <a:pt x="5054" y="532"/>
                    <a:pt x="4990" y="494"/>
                    <a:pt x="4927" y="476"/>
                  </a:cubicBezTo>
                  <a:cubicBezTo>
                    <a:pt x="4865" y="456"/>
                    <a:pt x="4807" y="449"/>
                    <a:pt x="4752" y="449"/>
                  </a:cubicBezTo>
                  <a:cubicBezTo>
                    <a:pt x="4696" y="449"/>
                    <a:pt x="4643" y="456"/>
                    <a:pt x="4593" y="465"/>
                  </a:cubicBezTo>
                  <a:cubicBezTo>
                    <a:pt x="4542" y="476"/>
                    <a:pt x="4495" y="488"/>
                    <a:pt x="4447" y="502"/>
                  </a:cubicBezTo>
                  <a:cubicBezTo>
                    <a:pt x="4425" y="509"/>
                    <a:pt x="4404" y="518"/>
                    <a:pt x="4383" y="525"/>
                  </a:cubicBezTo>
                  <a:cubicBezTo>
                    <a:pt x="4368" y="345"/>
                    <a:pt x="4341" y="170"/>
                    <a:pt x="4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49"/>
            <p:cNvSpPr/>
            <p:nvPr/>
          </p:nvSpPr>
          <p:spPr>
            <a:xfrm>
              <a:off x="5734844" y="2315627"/>
              <a:ext cx="623907" cy="261678"/>
            </a:xfrm>
            <a:custGeom>
              <a:avLst/>
              <a:gdLst/>
              <a:ahLst/>
              <a:cxnLst/>
              <a:rect l="l" t="t" r="r" b="b"/>
              <a:pathLst>
                <a:path w="3512" h="1473" extrusionOk="0">
                  <a:moveTo>
                    <a:pt x="1762" y="0"/>
                  </a:moveTo>
                  <a:cubicBezTo>
                    <a:pt x="1387" y="0"/>
                    <a:pt x="1012" y="29"/>
                    <a:pt x="641" y="87"/>
                  </a:cubicBezTo>
                  <a:lnTo>
                    <a:pt x="266" y="145"/>
                  </a:lnTo>
                  <a:cubicBezTo>
                    <a:pt x="148" y="164"/>
                    <a:pt x="57" y="260"/>
                    <a:pt x="45" y="378"/>
                  </a:cubicBezTo>
                  <a:cubicBezTo>
                    <a:pt x="17" y="629"/>
                    <a:pt x="3" y="999"/>
                    <a:pt x="0" y="1189"/>
                  </a:cubicBezTo>
                  <a:cubicBezTo>
                    <a:pt x="420" y="1227"/>
                    <a:pt x="838" y="1377"/>
                    <a:pt x="1260" y="1440"/>
                  </a:cubicBezTo>
                  <a:cubicBezTo>
                    <a:pt x="1408" y="1462"/>
                    <a:pt x="1557" y="1473"/>
                    <a:pt x="1707" y="1473"/>
                  </a:cubicBezTo>
                  <a:cubicBezTo>
                    <a:pt x="2037" y="1473"/>
                    <a:pt x="2367" y="1420"/>
                    <a:pt x="2679" y="1315"/>
                  </a:cubicBezTo>
                  <a:cubicBezTo>
                    <a:pt x="2844" y="1260"/>
                    <a:pt x="3013" y="1189"/>
                    <a:pt x="3187" y="1189"/>
                  </a:cubicBezTo>
                  <a:cubicBezTo>
                    <a:pt x="3194" y="1189"/>
                    <a:pt x="3201" y="1189"/>
                    <a:pt x="3208" y="1189"/>
                  </a:cubicBezTo>
                  <a:cubicBezTo>
                    <a:pt x="3313" y="1193"/>
                    <a:pt x="3413" y="1224"/>
                    <a:pt x="3512" y="1265"/>
                  </a:cubicBezTo>
                  <a:lnTo>
                    <a:pt x="3512" y="1242"/>
                  </a:lnTo>
                  <a:cubicBezTo>
                    <a:pt x="3512" y="1075"/>
                    <a:pt x="3496" y="654"/>
                    <a:pt x="3468" y="376"/>
                  </a:cubicBezTo>
                  <a:cubicBezTo>
                    <a:pt x="3454" y="257"/>
                    <a:pt x="3363" y="163"/>
                    <a:pt x="3248" y="144"/>
                  </a:cubicBezTo>
                  <a:lnTo>
                    <a:pt x="2900" y="89"/>
                  </a:lnTo>
                  <a:cubicBezTo>
                    <a:pt x="2523" y="30"/>
                    <a:pt x="2143" y="0"/>
                    <a:pt x="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49"/>
            <p:cNvSpPr/>
            <p:nvPr/>
          </p:nvSpPr>
          <p:spPr>
            <a:xfrm>
              <a:off x="5781921" y="2720494"/>
              <a:ext cx="514119" cy="189020"/>
            </a:xfrm>
            <a:custGeom>
              <a:avLst/>
              <a:gdLst/>
              <a:ahLst/>
              <a:cxnLst/>
              <a:rect l="l" t="t" r="r" b="b"/>
              <a:pathLst>
                <a:path w="2894" h="1064" extrusionOk="0">
                  <a:moveTo>
                    <a:pt x="844" y="1"/>
                  </a:moveTo>
                  <a:cubicBezTo>
                    <a:pt x="562" y="1"/>
                    <a:pt x="280" y="38"/>
                    <a:pt x="0" y="94"/>
                  </a:cubicBezTo>
                  <a:cubicBezTo>
                    <a:pt x="247" y="576"/>
                    <a:pt x="646" y="931"/>
                    <a:pt x="1116" y="1062"/>
                  </a:cubicBezTo>
                  <a:cubicBezTo>
                    <a:pt x="1084" y="1063"/>
                    <a:pt x="1278" y="1063"/>
                    <a:pt x="1491" y="1063"/>
                  </a:cubicBezTo>
                  <a:cubicBezTo>
                    <a:pt x="1554" y="1063"/>
                    <a:pt x="1614" y="1063"/>
                    <a:pt x="1669" y="1063"/>
                  </a:cubicBezTo>
                  <a:cubicBezTo>
                    <a:pt x="1799" y="1063"/>
                    <a:pt x="1889" y="1062"/>
                    <a:pt x="1865" y="1062"/>
                  </a:cubicBezTo>
                  <a:cubicBezTo>
                    <a:pt x="2284" y="945"/>
                    <a:pt x="2646" y="652"/>
                    <a:pt x="2894" y="250"/>
                  </a:cubicBezTo>
                  <a:lnTo>
                    <a:pt x="2894" y="250"/>
                  </a:lnTo>
                  <a:cubicBezTo>
                    <a:pt x="2793" y="262"/>
                    <a:pt x="2692" y="268"/>
                    <a:pt x="2590" y="268"/>
                  </a:cubicBezTo>
                  <a:cubicBezTo>
                    <a:pt x="2442" y="268"/>
                    <a:pt x="2294" y="255"/>
                    <a:pt x="2149" y="230"/>
                  </a:cubicBezTo>
                  <a:cubicBezTo>
                    <a:pt x="1877" y="183"/>
                    <a:pt x="1613" y="91"/>
                    <a:pt x="1339" y="43"/>
                  </a:cubicBezTo>
                  <a:cubicBezTo>
                    <a:pt x="1175" y="14"/>
                    <a:pt x="1010" y="1"/>
                    <a:pt x="8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49"/>
            <p:cNvSpPr/>
            <p:nvPr/>
          </p:nvSpPr>
          <p:spPr>
            <a:xfrm>
              <a:off x="5734666" y="2526499"/>
              <a:ext cx="623907" cy="241604"/>
            </a:xfrm>
            <a:custGeom>
              <a:avLst/>
              <a:gdLst/>
              <a:ahLst/>
              <a:cxnLst/>
              <a:rect l="l" t="t" r="r" b="b"/>
              <a:pathLst>
                <a:path w="3512" h="1360" extrusionOk="0">
                  <a:moveTo>
                    <a:pt x="0" y="1"/>
                  </a:moveTo>
                  <a:lnTo>
                    <a:pt x="0" y="53"/>
                  </a:lnTo>
                  <a:cubicBezTo>
                    <a:pt x="0" y="468"/>
                    <a:pt x="97" y="855"/>
                    <a:pt x="265" y="1184"/>
                  </a:cubicBezTo>
                  <a:cubicBezTo>
                    <a:pt x="545" y="1129"/>
                    <a:pt x="830" y="1092"/>
                    <a:pt x="1113" y="1092"/>
                  </a:cubicBezTo>
                  <a:cubicBezTo>
                    <a:pt x="1277" y="1092"/>
                    <a:pt x="1441" y="1104"/>
                    <a:pt x="1603" y="1133"/>
                  </a:cubicBezTo>
                  <a:cubicBezTo>
                    <a:pt x="1877" y="1181"/>
                    <a:pt x="2140" y="1272"/>
                    <a:pt x="2414" y="1321"/>
                  </a:cubicBezTo>
                  <a:cubicBezTo>
                    <a:pt x="2559" y="1347"/>
                    <a:pt x="2706" y="1360"/>
                    <a:pt x="2853" y="1360"/>
                  </a:cubicBezTo>
                  <a:cubicBezTo>
                    <a:pt x="2955" y="1360"/>
                    <a:pt x="3057" y="1353"/>
                    <a:pt x="3159" y="1341"/>
                  </a:cubicBezTo>
                  <a:cubicBezTo>
                    <a:pt x="3378" y="988"/>
                    <a:pt x="3509" y="551"/>
                    <a:pt x="3512" y="78"/>
                  </a:cubicBezTo>
                  <a:cubicBezTo>
                    <a:pt x="3414" y="38"/>
                    <a:pt x="3315" y="7"/>
                    <a:pt x="3209" y="2"/>
                  </a:cubicBezTo>
                  <a:cubicBezTo>
                    <a:pt x="3202" y="2"/>
                    <a:pt x="3194" y="2"/>
                    <a:pt x="3187" y="2"/>
                  </a:cubicBezTo>
                  <a:cubicBezTo>
                    <a:pt x="3012" y="2"/>
                    <a:pt x="2845" y="72"/>
                    <a:pt x="2680" y="128"/>
                  </a:cubicBezTo>
                  <a:cubicBezTo>
                    <a:pt x="2368" y="232"/>
                    <a:pt x="2038" y="285"/>
                    <a:pt x="1709" y="285"/>
                  </a:cubicBezTo>
                  <a:cubicBezTo>
                    <a:pt x="1558" y="285"/>
                    <a:pt x="1408" y="274"/>
                    <a:pt x="1260" y="252"/>
                  </a:cubicBezTo>
                  <a:cubicBezTo>
                    <a:pt x="838" y="189"/>
                    <a:pt x="420" y="3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49"/>
            <p:cNvSpPr/>
            <p:nvPr/>
          </p:nvSpPr>
          <p:spPr>
            <a:xfrm>
              <a:off x="5871102" y="2530763"/>
              <a:ext cx="64842" cy="50275"/>
            </a:xfrm>
            <a:custGeom>
              <a:avLst/>
              <a:gdLst/>
              <a:ahLst/>
              <a:cxnLst/>
              <a:rect l="l" t="t" r="r" b="b"/>
              <a:pathLst>
                <a:path w="365" h="283" extrusionOk="0">
                  <a:moveTo>
                    <a:pt x="183" y="1"/>
                  </a:moveTo>
                  <a:cubicBezTo>
                    <a:pt x="0" y="1"/>
                    <a:pt x="0" y="283"/>
                    <a:pt x="183" y="283"/>
                  </a:cubicBezTo>
                  <a:cubicBezTo>
                    <a:pt x="364" y="283"/>
                    <a:pt x="365" y="1"/>
                    <a:pt x="1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49"/>
            <p:cNvSpPr/>
            <p:nvPr/>
          </p:nvSpPr>
          <p:spPr>
            <a:xfrm>
              <a:off x="6095653" y="2489548"/>
              <a:ext cx="36063" cy="35885"/>
            </a:xfrm>
            <a:custGeom>
              <a:avLst/>
              <a:gdLst/>
              <a:ahLst/>
              <a:cxnLst/>
              <a:rect l="l" t="t" r="r" b="b"/>
              <a:pathLst>
                <a:path w="203" h="202" extrusionOk="0">
                  <a:moveTo>
                    <a:pt x="102" y="0"/>
                  </a:moveTo>
                  <a:lnTo>
                    <a:pt x="76" y="4"/>
                  </a:lnTo>
                  <a:cubicBezTo>
                    <a:pt x="68" y="8"/>
                    <a:pt x="60" y="10"/>
                    <a:pt x="51" y="15"/>
                  </a:cubicBezTo>
                  <a:cubicBezTo>
                    <a:pt x="45" y="20"/>
                    <a:pt x="37" y="25"/>
                    <a:pt x="31" y="30"/>
                  </a:cubicBezTo>
                  <a:cubicBezTo>
                    <a:pt x="26" y="36"/>
                    <a:pt x="21" y="44"/>
                    <a:pt x="15" y="50"/>
                  </a:cubicBezTo>
                  <a:cubicBezTo>
                    <a:pt x="11" y="59"/>
                    <a:pt x="9" y="66"/>
                    <a:pt x="5" y="75"/>
                  </a:cubicBezTo>
                  <a:cubicBezTo>
                    <a:pt x="1" y="87"/>
                    <a:pt x="0" y="102"/>
                    <a:pt x="4" y="115"/>
                  </a:cubicBezTo>
                  <a:cubicBezTo>
                    <a:pt x="4" y="123"/>
                    <a:pt x="6" y="132"/>
                    <a:pt x="10" y="140"/>
                  </a:cubicBezTo>
                  <a:cubicBezTo>
                    <a:pt x="14" y="153"/>
                    <a:pt x="22" y="163"/>
                    <a:pt x="31" y="172"/>
                  </a:cubicBezTo>
                  <a:cubicBezTo>
                    <a:pt x="40" y="182"/>
                    <a:pt x="50" y="189"/>
                    <a:pt x="63" y="193"/>
                  </a:cubicBezTo>
                  <a:cubicBezTo>
                    <a:pt x="74" y="199"/>
                    <a:pt x="87" y="202"/>
                    <a:pt x="101" y="202"/>
                  </a:cubicBezTo>
                  <a:lnTo>
                    <a:pt x="128" y="198"/>
                  </a:lnTo>
                  <a:cubicBezTo>
                    <a:pt x="144" y="193"/>
                    <a:pt x="159" y="184"/>
                    <a:pt x="172" y="172"/>
                  </a:cubicBezTo>
                  <a:cubicBezTo>
                    <a:pt x="176" y="166"/>
                    <a:pt x="181" y="158"/>
                    <a:pt x="187" y="152"/>
                  </a:cubicBezTo>
                  <a:cubicBezTo>
                    <a:pt x="190" y="143"/>
                    <a:pt x="194" y="136"/>
                    <a:pt x="198" y="127"/>
                  </a:cubicBezTo>
                  <a:cubicBezTo>
                    <a:pt x="203" y="115"/>
                    <a:pt x="203" y="101"/>
                    <a:pt x="200" y="87"/>
                  </a:cubicBezTo>
                  <a:cubicBezTo>
                    <a:pt x="200" y="79"/>
                    <a:pt x="198" y="70"/>
                    <a:pt x="194" y="62"/>
                  </a:cubicBezTo>
                  <a:cubicBezTo>
                    <a:pt x="190" y="53"/>
                    <a:pt x="187" y="46"/>
                    <a:pt x="180" y="40"/>
                  </a:cubicBezTo>
                  <a:cubicBezTo>
                    <a:pt x="177" y="33"/>
                    <a:pt x="170" y="26"/>
                    <a:pt x="163" y="23"/>
                  </a:cubicBezTo>
                  <a:cubicBezTo>
                    <a:pt x="157" y="16"/>
                    <a:pt x="148" y="13"/>
                    <a:pt x="141" y="9"/>
                  </a:cubicBezTo>
                  <a:cubicBezTo>
                    <a:pt x="129" y="3"/>
                    <a:pt x="117" y="0"/>
                    <a:pt x="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49"/>
            <p:cNvSpPr/>
            <p:nvPr/>
          </p:nvSpPr>
          <p:spPr>
            <a:xfrm>
              <a:off x="6224450" y="2597737"/>
              <a:ext cx="54183" cy="51163"/>
            </a:xfrm>
            <a:custGeom>
              <a:avLst/>
              <a:gdLst/>
              <a:ahLst/>
              <a:cxnLst/>
              <a:rect l="l" t="t" r="r" b="b"/>
              <a:pathLst>
                <a:path w="305" h="288" extrusionOk="0">
                  <a:moveTo>
                    <a:pt x="149" y="1"/>
                  </a:moveTo>
                  <a:cubicBezTo>
                    <a:pt x="138" y="1"/>
                    <a:pt x="126" y="2"/>
                    <a:pt x="114" y="5"/>
                  </a:cubicBezTo>
                  <a:cubicBezTo>
                    <a:pt x="90" y="12"/>
                    <a:pt x="69" y="25"/>
                    <a:pt x="52" y="43"/>
                  </a:cubicBezTo>
                  <a:cubicBezTo>
                    <a:pt x="33" y="60"/>
                    <a:pt x="21" y="81"/>
                    <a:pt x="15" y="105"/>
                  </a:cubicBezTo>
                  <a:lnTo>
                    <a:pt x="15" y="106"/>
                  </a:lnTo>
                  <a:cubicBezTo>
                    <a:pt x="1" y="155"/>
                    <a:pt x="16" y="210"/>
                    <a:pt x="52" y="246"/>
                  </a:cubicBezTo>
                  <a:cubicBezTo>
                    <a:pt x="79" y="272"/>
                    <a:pt x="116" y="288"/>
                    <a:pt x="154" y="288"/>
                  </a:cubicBezTo>
                  <a:cubicBezTo>
                    <a:pt x="166" y="288"/>
                    <a:pt x="179" y="286"/>
                    <a:pt x="191" y="282"/>
                  </a:cubicBezTo>
                  <a:lnTo>
                    <a:pt x="192" y="282"/>
                  </a:lnTo>
                  <a:cubicBezTo>
                    <a:pt x="216" y="276"/>
                    <a:pt x="237" y="264"/>
                    <a:pt x="255" y="246"/>
                  </a:cubicBezTo>
                  <a:cubicBezTo>
                    <a:pt x="273" y="228"/>
                    <a:pt x="286" y="208"/>
                    <a:pt x="292" y="183"/>
                  </a:cubicBezTo>
                  <a:cubicBezTo>
                    <a:pt x="304" y="132"/>
                    <a:pt x="291" y="79"/>
                    <a:pt x="253" y="43"/>
                  </a:cubicBezTo>
                  <a:cubicBezTo>
                    <a:pt x="226" y="16"/>
                    <a:pt x="188" y="1"/>
                    <a:pt x="1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49"/>
            <p:cNvSpPr/>
            <p:nvPr/>
          </p:nvSpPr>
          <p:spPr>
            <a:xfrm>
              <a:off x="5806437" y="2610884"/>
              <a:ext cx="54183" cy="51341"/>
            </a:xfrm>
            <a:custGeom>
              <a:avLst/>
              <a:gdLst/>
              <a:ahLst/>
              <a:cxnLst/>
              <a:rect l="l" t="t" r="r" b="b"/>
              <a:pathLst>
                <a:path w="305" h="289" extrusionOk="0">
                  <a:moveTo>
                    <a:pt x="151" y="1"/>
                  </a:moveTo>
                  <a:cubicBezTo>
                    <a:pt x="138" y="1"/>
                    <a:pt x="126" y="3"/>
                    <a:pt x="114" y="6"/>
                  </a:cubicBezTo>
                  <a:cubicBezTo>
                    <a:pt x="89" y="12"/>
                    <a:pt x="69" y="25"/>
                    <a:pt x="51" y="43"/>
                  </a:cubicBezTo>
                  <a:cubicBezTo>
                    <a:pt x="33" y="61"/>
                    <a:pt x="21" y="82"/>
                    <a:pt x="15" y="105"/>
                  </a:cubicBezTo>
                  <a:lnTo>
                    <a:pt x="15" y="107"/>
                  </a:lnTo>
                  <a:cubicBezTo>
                    <a:pt x="0" y="155"/>
                    <a:pt x="16" y="210"/>
                    <a:pt x="51" y="246"/>
                  </a:cubicBezTo>
                  <a:cubicBezTo>
                    <a:pt x="78" y="273"/>
                    <a:pt x="116" y="288"/>
                    <a:pt x="153" y="288"/>
                  </a:cubicBezTo>
                  <a:cubicBezTo>
                    <a:pt x="166" y="288"/>
                    <a:pt x="178" y="287"/>
                    <a:pt x="191" y="283"/>
                  </a:cubicBezTo>
                  <a:lnTo>
                    <a:pt x="192" y="283"/>
                  </a:lnTo>
                  <a:cubicBezTo>
                    <a:pt x="216" y="277"/>
                    <a:pt x="237" y="264"/>
                    <a:pt x="255" y="246"/>
                  </a:cubicBezTo>
                  <a:cubicBezTo>
                    <a:pt x="272" y="228"/>
                    <a:pt x="286" y="207"/>
                    <a:pt x="292" y="184"/>
                  </a:cubicBezTo>
                  <a:cubicBezTo>
                    <a:pt x="304" y="133"/>
                    <a:pt x="289" y="78"/>
                    <a:pt x="253" y="43"/>
                  </a:cubicBezTo>
                  <a:cubicBezTo>
                    <a:pt x="226" y="16"/>
                    <a:pt x="189" y="1"/>
                    <a:pt x="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49"/>
            <p:cNvSpPr/>
            <p:nvPr/>
          </p:nvSpPr>
          <p:spPr>
            <a:xfrm>
              <a:off x="6232089" y="2421863"/>
              <a:ext cx="32510" cy="32865"/>
            </a:xfrm>
            <a:custGeom>
              <a:avLst/>
              <a:gdLst/>
              <a:ahLst/>
              <a:cxnLst/>
              <a:rect l="l" t="t" r="r" b="b"/>
              <a:pathLst>
                <a:path w="183" h="185" extrusionOk="0">
                  <a:moveTo>
                    <a:pt x="91" y="0"/>
                  </a:moveTo>
                  <a:cubicBezTo>
                    <a:pt x="79" y="0"/>
                    <a:pt x="67" y="3"/>
                    <a:pt x="56" y="8"/>
                  </a:cubicBezTo>
                  <a:cubicBezTo>
                    <a:pt x="46" y="12"/>
                    <a:pt x="36" y="17"/>
                    <a:pt x="28" y="26"/>
                  </a:cubicBezTo>
                  <a:cubicBezTo>
                    <a:pt x="18" y="36"/>
                    <a:pt x="10" y="49"/>
                    <a:pt x="6" y="64"/>
                  </a:cubicBezTo>
                  <a:cubicBezTo>
                    <a:pt x="4" y="71"/>
                    <a:pt x="3" y="82"/>
                    <a:pt x="3" y="90"/>
                  </a:cubicBezTo>
                  <a:cubicBezTo>
                    <a:pt x="1" y="103"/>
                    <a:pt x="5" y="114"/>
                    <a:pt x="10" y="127"/>
                  </a:cubicBezTo>
                  <a:cubicBezTo>
                    <a:pt x="15" y="139"/>
                    <a:pt x="20" y="148"/>
                    <a:pt x="29" y="156"/>
                  </a:cubicBezTo>
                  <a:cubicBezTo>
                    <a:pt x="30" y="158"/>
                    <a:pt x="31" y="159"/>
                    <a:pt x="34" y="160"/>
                  </a:cubicBezTo>
                  <a:cubicBezTo>
                    <a:pt x="51" y="176"/>
                    <a:pt x="72" y="185"/>
                    <a:pt x="94" y="185"/>
                  </a:cubicBezTo>
                  <a:cubicBezTo>
                    <a:pt x="102" y="185"/>
                    <a:pt x="109" y="184"/>
                    <a:pt x="116" y="182"/>
                  </a:cubicBezTo>
                  <a:cubicBezTo>
                    <a:pt x="130" y="179"/>
                    <a:pt x="143" y="170"/>
                    <a:pt x="153" y="160"/>
                  </a:cubicBezTo>
                  <a:cubicBezTo>
                    <a:pt x="163" y="150"/>
                    <a:pt x="171" y="137"/>
                    <a:pt x="174" y="123"/>
                  </a:cubicBezTo>
                  <a:cubicBezTo>
                    <a:pt x="179" y="104"/>
                    <a:pt x="183" y="86"/>
                    <a:pt x="177" y="68"/>
                  </a:cubicBezTo>
                  <a:cubicBezTo>
                    <a:pt x="168" y="46"/>
                    <a:pt x="154" y="25"/>
                    <a:pt x="133" y="12"/>
                  </a:cubicBezTo>
                  <a:cubicBezTo>
                    <a:pt x="120" y="4"/>
                    <a:pt x="106" y="0"/>
                    <a:pt x="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49"/>
            <p:cNvSpPr/>
            <p:nvPr/>
          </p:nvSpPr>
          <p:spPr>
            <a:xfrm>
              <a:off x="5933813" y="2398413"/>
              <a:ext cx="101616" cy="78877"/>
            </a:xfrm>
            <a:custGeom>
              <a:avLst/>
              <a:gdLst/>
              <a:ahLst/>
              <a:cxnLst/>
              <a:rect l="l" t="t" r="r" b="b"/>
              <a:pathLst>
                <a:path w="572" h="444" extrusionOk="0">
                  <a:moveTo>
                    <a:pt x="286" y="1"/>
                  </a:moveTo>
                  <a:cubicBezTo>
                    <a:pt x="0" y="1"/>
                    <a:pt x="0" y="444"/>
                    <a:pt x="286" y="444"/>
                  </a:cubicBezTo>
                  <a:cubicBezTo>
                    <a:pt x="569" y="444"/>
                    <a:pt x="571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49"/>
            <p:cNvSpPr/>
            <p:nvPr/>
          </p:nvSpPr>
          <p:spPr>
            <a:xfrm>
              <a:off x="5965968" y="2790844"/>
              <a:ext cx="38728" cy="37839"/>
            </a:xfrm>
            <a:custGeom>
              <a:avLst/>
              <a:gdLst/>
              <a:ahLst/>
              <a:cxnLst/>
              <a:rect l="l" t="t" r="r" b="b"/>
              <a:pathLst>
                <a:path w="218" h="213" extrusionOk="0">
                  <a:moveTo>
                    <a:pt x="108" y="1"/>
                  </a:moveTo>
                  <a:cubicBezTo>
                    <a:pt x="93" y="1"/>
                    <a:pt x="80" y="3"/>
                    <a:pt x="67" y="10"/>
                  </a:cubicBezTo>
                  <a:cubicBezTo>
                    <a:pt x="55" y="13"/>
                    <a:pt x="44" y="21"/>
                    <a:pt x="33" y="31"/>
                  </a:cubicBezTo>
                  <a:cubicBezTo>
                    <a:pt x="23" y="42"/>
                    <a:pt x="15" y="53"/>
                    <a:pt x="11" y="66"/>
                  </a:cubicBezTo>
                  <a:cubicBezTo>
                    <a:pt x="5" y="78"/>
                    <a:pt x="1" y="93"/>
                    <a:pt x="3" y="107"/>
                  </a:cubicBezTo>
                  <a:cubicBezTo>
                    <a:pt x="4" y="115"/>
                    <a:pt x="5" y="126"/>
                    <a:pt x="6" y="135"/>
                  </a:cubicBezTo>
                  <a:cubicBezTo>
                    <a:pt x="11" y="153"/>
                    <a:pt x="20" y="170"/>
                    <a:pt x="34" y="182"/>
                  </a:cubicBezTo>
                  <a:cubicBezTo>
                    <a:pt x="42" y="187"/>
                    <a:pt x="49" y="194"/>
                    <a:pt x="56" y="199"/>
                  </a:cubicBezTo>
                  <a:cubicBezTo>
                    <a:pt x="72" y="209"/>
                    <a:pt x="91" y="212"/>
                    <a:pt x="110" y="212"/>
                  </a:cubicBezTo>
                  <a:cubicBezTo>
                    <a:pt x="125" y="212"/>
                    <a:pt x="138" y="210"/>
                    <a:pt x="151" y="204"/>
                  </a:cubicBezTo>
                  <a:cubicBezTo>
                    <a:pt x="163" y="200"/>
                    <a:pt x="175" y="192"/>
                    <a:pt x="185" y="182"/>
                  </a:cubicBezTo>
                  <a:cubicBezTo>
                    <a:pt x="195" y="172"/>
                    <a:pt x="203" y="160"/>
                    <a:pt x="207" y="148"/>
                  </a:cubicBezTo>
                  <a:cubicBezTo>
                    <a:pt x="213" y="135"/>
                    <a:pt x="218" y="120"/>
                    <a:pt x="215" y="107"/>
                  </a:cubicBezTo>
                  <a:cubicBezTo>
                    <a:pt x="214" y="98"/>
                    <a:pt x="213" y="89"/>
                    <a:pt x="212" y="78"/>
                  </a:cubicBezTo>
                  <a:cubicBezTo>
                    <a:pt x="207" y="61"/>
                    <a:pt x="198" y="44"/>
                    <a:pt x="184" y="31"/>
                  </a:cubicBezTo>
                  <a:cubicBezTo>
                    <a:pt x="177" y="26"/>
                    <a:pt x="169" y="20"/>
                    <a:pt x="162" y="15"/>
                  </a:cubicBezTo>
                  <a:cubicBezTo>
                    <a:pt x="146" y="5"/>
                    <a:pt x="127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49"/>
            <p:cNvSpPr/>
            <p:nvPr/>
          </p:nvSpPr>
          <p:spPr>
            <a:xfrm>
              <a:off x="6093521" y="2674127"/>
              <a:ext cx="36774" cy="36241"/>
            </a:xfrm>
            <a:custGeom>
              <a:avLst/>
              <a:gdLst/>
              <a:ahLst/>
              <a:cxnLst/>
              <a:rect l="l" t="t" r="r" b="b"/>
              <a:pathLst>
                <a:path w="207" h="204" extrusionOk="0">
                  <a:moveTo>
                    <a:pt x="104" y="1"/>
                  </a:moveTo>
                  <a:cubicBezTo>
                    <a:pt x="99" y="1"/>
                    <a:pt x="94" y="1"/>
                    <a:pt x="90" y="3"/>
                  </a:cubicBezTo>
                  <a:cubicBezTo>
                    <a:pt x="82" y="3"/>
                    <a:pt x="72" y="5"/>
                    <a:pt x="64" y="9"/>
                  </a:cubicBezTo>
                  <a:cubicBezTo>
                    <a:pt x="52" y="13"/>
                    <a:pt x="41" y="20"/>
                    <a:pt x="32" y="30"/>
                  </a:cubicBezTo>
                  <a:cubicBezTo>
                    <a:pt x="26" y="38"/>
                    <a:pt x="21" y="45"/>
                    <a:pt x="15" y="51"/>
                  </a:cubicBezTo>
                  <a:cubicBezTo>
                    <a:pt x="11" y="59"/>
                    <a:pt x="8" y="68"/>
                    <a:pt x="5" y="75"/>
                  </a:cubicBezTo>
                  <a:lnTo>
                    <a:pt x="1" y="102"/>
                  </a:lnTo>
                  <a:lnTo>
                    <a:pt x="5" y="130"/>
                  </a:lnTo>
                  <a:cubicBezTo>
                    <a:pt x="8" y="137"/>
                    <a:pt x="11" y="146"/>
                    <a:pt x="15" y="153"/>
                  </a:cubicBezTo>
                  <a:cubicBezTo>
                    <a:pt x="21" y="166"/>
                    <a:pt x="31" y="176"/>
                    <a:pt x="42" y="182"/>
                  </a:cubicBezTo>
                  <a:cubicBezTo>
                    <a:pt x="48" y="188"/>
                    <a:pt x="56" y="192"/>
                    <a:pt x="64" y="194"/>
                  </a:cubicBezTo>
                  <a:cubicBezTo>
                    <a:pt x="78" y="201"/>
                    <a:pt x="90" y="203"/>
                    <a:pt x="104" y="203"/>
                  </a:cubicBezTo>
                  <a:lnTo>
                    <a:pt x="114" y="203"/>
                  </a:lnTo>
                  <a:cubicBezTo>
                    <a:pt x="128" y="203"/>
                    <a:pt x="139" y="201"/>
                    <a:pt x="150" y="196"/>
                  </a:cubicBezTo>
                  <a:cubicBezTo>
                    <a:pt x="162" y="192"/>
                    <a:pt x="172" y="186"/>
                    <a:pt x="180" y="177"/>
                  </a:cubicBezTo>
                  <a:cubicBezTo>
                    <a:pt x="185" y="171"/>
                    <a:pt x="190" y="163"/>
                    <a:pt x="194" y="157"/>
                  </a:cubicBezTo>
                  <a:cubicBezTo>
                    <a:pt x="202" y="143"/>
                    <a:pt x="207" y="127"/>
                    <a:pt x="207" y="110"/>
                  </a:cubicBezTo>
                  <a:lnTo>
                    <a:pt x="207" y="101"/>
                  </a:lnTo>
                  <a:lnTo>
                    <a:pt x="202" y="74"/>
                  </a:lnTo>
                  <a:cubicBezTo>
                    <a:pt x="199" y="66"/>
                    <a:pt x="196" y="58"/>
                    <a:pt x="192" y="50"/>
                  </a:cubicBezTo>
                  <a:cubicBezTo>
                    <a:pt x="186" y="39"/>
                    <a:pt x="177" y="28"/>
                    <a:pt x="166" y="22"/>
                  </a:cubicBezTo>
                  <a:cubicBezTo>
                    <a:pt x="159" y="15"/>
                    <a:pt x="151" y="12"/>
                    <a:pt x="143" y="9"/>
                  </a:cubicBezTo>
                  <a:cubicBezTo>
                    <a:pt x="135" y="4"/>
                    <a:pt x="126" y="3"/>
                    <a:pt x="118" y="3"/>
                  </a:cubicBezTo>
                  <a:cubicBezTo>
                    <a:pt x="113" y="1"/>
                    <a:pt x="108" y="1"/>
                    <a:pt x="1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49"/>
            <p:cNvSpPr/>
            <p:nvPr/>
          </p:nvSpPr>
          <p:spPr>
            <a:xfrm>
              <a:off x="5969343" y="2702019"/>
              <a:ext cx="37484" cy="38195"/>
            </a:xfrm>
            <a:custGeom>
              <a:avLst/>
              <a:gdLst/>
              <a:ahLst/>
              <a:cxnLst/>
              <a:rect l="l" t="t" r="r" b="b"/>
              <a:pathLst>
                <a:path w="211" h="215" extrusionOk="0">
                  <a:moveTo>
                    <a:pt x="105" y="1"/>
                  </a:moveTo>
                  <a:cubicBezTo>
                    <a:pt x="101" y="1"/>
                    <a:pt x="96" y="1"/>
                    <a:pt x="91" y="2"/>
                  </a:cubicBezTo>
                  <a:cubicBezTo>
                    <a:pt x="82" y="2"/>
                    <a:pt x="73" y="5"/>
                    <a:pt x="64" y="11"/>
                  </a:cubicBezTo>
                  <a:cubicBezTo>
                    <a:pt x="51" y="15"/>
                    <a:pt x="40" y="22"/>
                    <a:pt x="31" y="32"/>
                  </a:cubicBezTo>
                  <a:cubicBezTo>
                    <a:pt x="26" y="40"/>
                    <a:pt x="19" y="46"/>
                    <a:pt x="14" y="55"/>
                  </a:cubicBezTo>
                  <a:cubicBezTo>
                    <a:pt x="10" y="63"/>
                    <a:pt x="6" y="71"/>
                    <a:pt x="4" y="80"/>
                  </a:cubicBezTo>
                  <a:cubicBezTo>
                    <a:pt x="3" y="88"/>
                    <a:pt x="1" y="99"/>
                    <a:pt x="0" y="108"/>
                  </a:cubicBezTo>
                  <a:cubicBezTo>
                    <a:pt x="1" y="117"/>
                    <a:pt x="3" y="127"/>
                    <a:pt x="4" y="136"/>
                  </a:cubicBezTo>
                  <a:cubicBezTo>
                    <a:pt x="8" y="145"/>
                    <a:pt x="11" y="153"/>
                    <a:pt x="14" y="162"/>
                  </a:cubicBezTo>
                  <a:cubicBezTo>
                    <a:pt x="20" y="174"/>
                    <a:pt x="30" y="183"/>
                    <a:pt x="41" y="191"/>
                  </a:cubicBezTo>
                  <a:cubicBezTo>
                    <a:pt x="47" y="198"/>
                    <a:pt x="55" y="203"/>
                    <a:pt x="64" y="205"/>
                  </a:cubicBezTo>
                  <a:cubicBezTo>
                    <a:pt x="75" y="210"/>
                    <a:pt x="87" y="214"/>
                    <a:pt x="101" y="214"/>
                  </a:cubicBezTo>
                  <a:cubicBezTo>
                    <a:pt x="102" y="214"/>
                    <a:pt x="104" y="214"/>
                    <a:pt x="105" y="214"/>
                  </a:cubicBezTo>
                  <a:lnTo>
                    <a:pt x="116" y="214"/>
                  </a:lnTo>
                  <a:cubicBezTo>
                    <a:pt x="128" y="214"/>
                    <a:pt x="141" y="211"/>
                    <a:pt x="152" y="206"/>
                  </a:cubicBezTo>
                  <a:cubicBezTo>
                    <a:pt x="164" y="203"/>
                    <a:pt x="174" y="196"/>
                    <a:pt x="183" y="188"/>
                  </a:cubicBezTo>
                  <a:lnTo>
                    <a:pt x="199" y="168"/>
                  </a:lnTo>
                  <a:cubicBezTo>
                    <a:pt x="208" y="153"/>
                    <a:pt x="211" y="137"/>
                    <a:pt x="211" y="119"/>
                  </a:cubicBezTo>
                  <a:cubicBezTo>
                    <a:pt x="210" y="114"/>
                    <a:pt x="210" y="111"/>
                    <a:pt x="210" y="108"/>
                  </a:cubicBezTo>
                  <a:cubicBezTo>
                    <a:pt x="209" y="99"/>
                    <a:pt x="208" y="88"/>
                    <a:pt x="206" y="79"/>
                  </a:cubicBezTo>
                  <a:cubicBezTo>
                    <a:pt x="203" y="71"/>
                    <a:pt x="199" y="63"/>
                    <a:pt x="195" y="54"/>
                  </a:cubicBezTo>
                  <a:cubicBezTo>
                    <a:pt x="189" y="41"/>
                    <a:pt x="180" y="32"/>
                    <a:pt x="169" y="25"/>
                  </a:cubicBezTo>
                  <a:cubicBezTo>
                    <a:pt x="163" y="19"/>
                    <a:pt x="155" y="14"/>
                    <a:pt x="146" y="11"/>
                  </a:cubicBezTo>
                  <a:cubicBezTo>
                    <a:pt x="138" y="5"/>
                    <a:pt x="129" y="2"/>
                    <a:pt x="119" y="2"/>
                  </a:cubicBezTo>
                  <a:cubicBezTo>
                    <a:pt x="115" y="1"/>
                    <a:pt x="110" y="1"/>
                    <a:pt x="1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49"/>
            <p:cNvSpPr/>
            <p:nvPr/>
          </p:nvSpPr>
          <p:spPr>
            <a:xfrm>
              <a:off x="6104358" y="2828862"/>
              <a:ext cx="32332" cy="32332"/>
            </a:xfrm>
            <a:custGeom>
              <a:avLst/>
              <a:gdLst/>
              <a:ahLst/>
              <a:cxnLst/>
              <a:rect l="l" t="t" r="r" b="b"/>
              <a:pathLst>
                <a:path w="182" h="182" extrusionOk="0">
                  <a:moveTo>
                    <a:pt x="90" y="1"/>
                  </a:moveTo>
                  <a:cubicBezTo>
                    <a:pt x="78" y="1"/>
                    <a:pt x="67" y="3"/>
                    <a:pt x="57" y="8"/>
                  </a:cubicBezTo>
                  <a:cubicBezTo>
                    <a:pt x="44" y="12"/>
                    <a:pt x="36" y="18"/>
                    <a:pt x="27" y="27"/>
                  </a:cubicBezTo>
                  <a:cubicBezTo>
                    <a:pt x="18" y="34"/>
                    <a:pt x="11" y="45"/>
                    <a:pt x="7" y="56"/>
                  </a:cubicBezTo>
                  <a:cubicBezTo>
                    <a:pt x="2" y="66"/>
                    <a:pt x="0" y="79"/>
                    <a:pt x="0" y="91"/>
                  </a:cubicBezTo>
                  <a:cubicBezTo>
                    <a:pt x="1" y="99"/>
                    <a:pt x="2" y="107"/>
                    <a:pt x="3" y="115"/>
                  </a:cubicBezTo>
                  <a:cubicBezTo>
                    <a:pt x="7" y="130"/>
                    <a:pt x="16" y="144"/>
                    <a:pt x="27" y="155"/>
                  </a:cubicBezTo>
                  <a:cubicBezTo>
                    <a:pt x="33" y="160"/>
                    <a:pt x="39" y="164"/>
                    <a:pt x="44" y="169"/>
                  </a:cubicBezTo>
                  <a:cubicBezTo>
                    <a:pt x="59" y="177"/>
                    <a:pt x="74" y="182"/>
                    <a:pt x="90" y="182"/>
                  </a:cubicBezTo>
                  <a:cubicBezTo>
                    <a:pt x="104" y="182"/>
                    <a:pt x="115" y="180"/>
                    <a:pt x="125" y="174"/>
                  </a:cubicBezTo>
                  <a:cubicBezTo>
                    <a:pt x="136" y="170"/>
                    <a:pt x="146" y="164"/>
                    <a:pt x="155" y="155"/>
                  </a:cubicBezTo>
                  <a:cubicBezTo>
                    <a:pt x="164" y="147"/>
                    <a:pt x="170" y="137"/>
                    <a:pt x="174" y="125"/>
                  </a:cubicBezTo>
                  <a:cubicBezTo>
                    <a:pt x="178" y="115"/>
                    <a:pt x="181" y="103"/>
                    <a:pt x="181" y="91"/>
                  </a:cubicBezTo>
                  <a:cubicBezTo>
                    <a:pt x="179" y="82"/>
                    <a:pt x="179" y="74"/>
                    <a:pt x="177" y="67"/>
                  </a:cubicBezTo>
                  <a:cubicBezTo>
                    <a:pt x="174" y="52"/>
                    <a:pt x="166" y="38"/>
                    <a:pt x="155" y="27"/>
                  </a:cubicBezTo>
                  <a:cubicBezTo>
                    <a:pt x="149" y="22"/>
                    <a:pt x="141" y="18"/>
                    <a:pt x="136" y="13"/>
                  </a:cubicBezTo>
                  <a:cubicBezTo>
                    <a:pt x="123" y="5"/>
                    <a:pt x="108" y="1"/>
                    <a:pt x="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49"/>
            <p:cNvSpPr/>
            <p:nvPr/>
          </p:nvSpPr>
          <p:spPr>
            <a:xfrm>
              <a:off x="5789916" y="2446556"/>
              <a:ext cx="48498" cy="48498"/>
            </a:xfrm>
            <a:custGeom>
              <a:avLst/>
              <a:gdLst/>
              <a:ahLst/>
              <a:cxnLst/>
              <a:rect l="l" t="t" r="r" b="b"/>
              <a:pathLst>
                <a:path w="273" h="273" extrusionOk="0">
                  <a:moveTo>
                    <a:pt x="130" y="1"/>
                  </a:moveTo>
                  <a:cubicBezTo>
                    <a:pt x="114" y="1"/>
                    <a:pt x="98" y="4"/>
                    <a:pt x="84" y="12"/>
                  </a:cubicBezTo>
                  <a:cubicBezTo>
                    <a:pt x="68" y="17"/>
                    <a:pt x="53" y="27"/>
                    <a:pt x="41" y="41"/>
                  </a:cubicBezTo>
                  <a:cubicBezTo>
                    <a:pt x="28" y="53"/>
                    <a:pt x="18" y="67"/>
                    <a:pt x="12" y="84"/>
                  </a:cubicBezTo>
                  <a:cubicBezTo>
                    <a:pt x="3" y="100"/>
                    <a:pt x="0" y="117"/>
                    <a:pt x="1" y="136"/>
                  </a:cubicBezTo>
                  <a:cubicBezTo>
                    <a:pt x="2" y="148"/>
                    <a:pt x="4" y="160"/>
                    <a:pt x="6" y="172"/>
                  </a:cubicBezTo>
                  <a:cubicBezTo>
                    <a:pt x="12" y="195"/>
                    <a:pt x="24" y="215"/>
                    <a:pt x="41" y="232"/>
                  </a:cubicBezTo>
                  <a:lnTo>
                    <a:pt x="68" y="253"/>
                  </a:lnTo>
                  <a:cubicBezTo>
                    <a:pt x="88" y="267"/>
                    <a:pt x="111" y="272"/>
                    <a:pt x="135" y="272"/>
                  </a:cubicBezTo>
                  <a:cubicBezTo>
                    <a:pt x="137" y="272"/>
                    <a:pt x="139" y="272"/>
                    <a:pt x="141" y="272"/>
                  </a:cubicBezTo>
                  <a:cubicBezTo>
                    <a:pt x="158" y="272"/>
                    <a:pt x="173" y="268"/>
                    <a:pt x="187" y="261"/>
                  </a:cubicBezTo>
                  <a:cubicBezTo>
                    <a:pt x="205" y="256"/>
                    <a:pt x="218" y="245"/>
                    <a:pt x="231" y="232"/>
                  </a:cubicBezTo>
                  <a:cubicBezTo>
                    <a:pt x="244" y="220"/>
                    <a:pt x="254" y="205"/>
                    <a:pt x="259" y="189"/>
                  </a:cubicBezTo>
                  <a:cubicBezTo>
                    <a:pt x="268" y="173"/>
                    <a:pt x="272" y="155"/>
                    <a:pt x="271" y="136"/>
                  </a:cubicBezTo>
                  <a:cubicBezTo>
                    <a:pt x="268" y="124"/>
                    <a:pt x="267" y="112"/>
                    <a:pt x="266" y="100"/>
                  </a:cubicBezTo>
                  <a:cubicBezTo>
                    <a:pt x="259" y="78"/>
                    <a:pt x="248" y="58"/>
                    <a:pt x="231" y="41"/>
                  </a:cubicBezTo>
                  <a:lnTo>
                    <a:pt x="205" y="18"/>
                  </a:lnTo>
                  <a:cubicBezTo>
                    <a:pt x="183" y="6"/>
                    <a:pt x="161" y="1"/>
                    <a:pt x="136" y="1"/>
                  </a:cubicBezTo>
                  <a:cubicBezTo>
                    <a:pt x="134" y="1"/>
                    <a:pt x="132" y="1"/>
                    <a:pt x="1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49"/>
            <p:cNvSpPr/>
            <p:nvPr/>
          </p:nvSpPr>
          <p:spPr>
            <a:xfrm>
              <a:off x="6010558" y="2328596"/>
              <a:ext cx="4797" cy="3908"/>
            </a:xfrm>
            <a:custGeom>
              <a:avLst/>
              <a:gdLst/>
              <a:ahLst/>
              <a:cxnLst/>
              <a:rect l="l" t="t" r="r" b="b"/>
              <a:pathLst>
                <a:path w="27" h="22" extrusionOk="0">
                  <a:moveTo>
                    <a:pt x="8" y="1"/>
                  </a:moveTo>
                  <a:cubicBezTo>
                    <a:pt x="7" y="1"/>
                    <a:pt x="4" y="3"/>
                    <a:pt x="3" y="4"/>
                  </a:cubicBezTo>
                  <a:cubicBezTo>
                    <a:pt x="3" y="5"/>
                    <a:pt x="2" y="5"/>
                    <a:pt x="2" y="6"/>
                  </a:cubicBezTo>
                  <a:cubicBezTo>
                    <a:pt x="0" y="8"/>
                    <a:pt x="0" y="10"/>
                    <a:pt x="0" y="11"/>
                  </a:cubicBezTo>
                  <a:cubicBezTo>
                    <a:pt x="0" y="13"/>
                    <a:pt x="0" y="14"/>
                    <a:pt x="2" y="15"/>
                  </a:cubicBezTo>
                  <a:cubicBezTo>
                    <a:pt x="2" y="16"/>
                    <a:pt x="3" y="18"/>
                    <a:pt x="4" y="19"/>
                  </a:cubicBezTo>
                  <a:cubicBezTo>
                    <a:pt x="6" y="20"/>
                    <a:pt x="7" y="21"/>
                    <a:pt x="9" y="21"/>
                  </a:cubicBezTo>
                  <a:lnTo>
                    <a:pt x="18" y="21"/>
                  </a:lnTo>
                  <a:cubicBezTo>
                    <a:pt x="20" y="21"/>
                    <a:pt x="21" y="20"/>
                    <a:pt x="23" y="19"/>
                  </a:cubicBezTo>
                  <a:lnTo>
                    <a:pt x="24" y="19"/>
                  </a:lnTo>
                  <a:cubicBezTo>
                    <a:pt x="25" y="18"/>
                    <a:pt x="25" y="18"/>
                    <a:pt x="25" y="16"/>
                  </a:cubicBezTo>
                  <a:cubicBezTo>
                    <a:pt x="25" y="15"/>
                    <a:pt x="27" y="14"/>
                    <a:pt x="27" y="13"/>
                  </a:cubicBezTo>
                  <a:cubicBezTo>
                    <a:pt x="25" y="9"/>
                    <a:pt x="25" y="8"/>
                    <a:pt x="25" y="8"/>
                  </a:cubicBezTo>
                  <a:cubicBezTo>
                    <a:pt x="25" y="6"/>
                    <a:pt x="24" y="5"/>
                    <a:pt x="23" y="4"/>
                  </a:cubicBezTo>
                  <a:lnTo>
                    <a:pt x="21" y="4"/>
                  </a:lnTo>
                  <a:cubicBezTo>
                    <a:pt x="20" y="3"/>
                    <a:pt x="19" y="1"/>
                    <a:pt x="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49"/>
            <p:cNvSpPr/>
            <p:nvPr/>
          </p:nvSpPr>
          <p:spPr>
            <a:xfrm>
              <a:off x="6043602" y="2331794"/>
              <a:ext cx="5507" cy="4086"/>
            </a:xfrm>
            <a:custGeom>
              <a:avLst/>
              <a:gdLst/>
              <a:ahLst/>
              <a:cxnLst/>
              <a:rect l="l" t="t" r="r" b="b"/>
              <a:pathLst>
                <a:path w="31" h="23" extrusionOk="0">
                  <a:moveTo>
                    <a:pt x="10" y="0"/>
                  </a:moveTo>
                  <a:cubicBezTo>
                    <a:pt x="7" y="0"/>
                    <a:pt x="6" y="1"/>
                    <a:pt x="5" y="2"/>
                  </a:cubicBezTo>
                  <a:cubicBezTo>
                    <a:pt x="2" y="5"/>
                    <a:pt x="0" y="7"/>
                    <a:pt x="0" y="11"/>
                  </a:cubicBezTo>
                  <a:cubicBezTo>
                    <a:pt x="0" y="12"/>
                    <a:pt x="0" y="15"/>
                    <a:pt x="2" y="16"/>
                  </a:cubicBezTo>
                  <a:cubicBezTo>
                    <a:pt x="2" y="18"/>
                    <a:pt x="3" y="19"/>
                    <a:pt x="5" y="21"/>
                  </a:cubicBezTo>
                  <a:cubicBezTo>
                    <a:pt x="6" y="22"/>
                    <a:pt x="8" y="23"/>
                    <a:pt x="10" y="23"/>
                  </a:cubicBezTo>
                  <a:lnTo>
                    <a:pt x="16" y="23"/>
                  </a:lnTo>
                  <a:cubicBezTo>
                    <a:pt x="17" y="23"/>
                    <a:pt x="18" y="23"/>
                    <a:pt x="20" y="22"/>
                  </a:cubicBezTo>
                  <a:cubicBezTo>
                    <a:pt x="22" y="22"/>
                    <a:pt x="23" y="19"/>
                    <a:pt x="25" y="18"/>
                  </a:cubicBezTo>
                  <a:cubicBezTo>
                    <a:pt x="26" y="16"/>
                    <a:pt x="27" y="16"/>
                    <a:pt x="28" y="15"/>
                  </a:cubicBezTo>
                  <a:cubicBezTo>
                    <a:pt x="28" y="13"/>
                    <a:pt x="30" y="12"/>
                    <a:pt x="30" y="11"/>
                  </a:cubicBezTo>
                  <a:cubicBezTo>
                    <a:pt x="30" y="8"/>
                    <a:pt x="28" y="7"/>
                    <a:pt x="28" y="7"/>
                  </a:cubicBezTo>
                  <a:cubicBezTo>
                    <a:pt x="27" y="6"/>
                    <a:pt x="26" y="4"/>
                    <a:pt x="25" y="4"/>
                  </a:cubicBezTo>
                  <a:cubicBezTo>
                    <a:pt x="23" y="2"/>
                    <a:pt x="21" y="1"/>
                    <a:pt x="20" y="1"/>
                  </a:cubicBezTo>
                  <a:cubicBezTo>
                    <a:pt x="18" y="1"/>
                    <a:pt x="17" y="1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49"/>
            <p:cNvSpPr/>
            <p:nvPr/>
          </p:nvSpPr>
          <p:spPr>
            <a:xfrm>
              <a:off x="6072559" y="2324688"/>
              <a:ext cx="12258" cy="9593"/>
            </a:xfrm>
            <a:custGeom>
              <a:avLst/>
              <a:gdLst/>
              <a:ahLst/>
              <a:cxnLst/>
              <a:rect l="l" t="t" r="r" b="b"/>
              <a:pathLst>
                <a:path w="69" h="54" extrusionOk="0">
                  <a:moveTo>
                    <a:pt x="37" y="1"/>
                  </a:moveTo>
                  <a:cubicBezTo>
                    <a:pt x="35" y="1"/>
                    <a:pt x="33" y="1"/>
                    <a:pt x="31" y="1"/>
                  </a:cubicBezTo>
                  <a:lnTo>
                    <a:pt x="23" y="1"/>
                  </a:lnTo>
                  <a:cubicBezTo>
                    <a:pt x="21" y="1"/>
                    <a:pt x="18" y="2"/>
                    <a:pt x="16" y="4"/>
                  </a:cubicBezTo>
                  <a:lnTo>
                    <a:pt x="16" y="4"/>
                  </a:lnTo>
                  <a:cubicBezTo>
                    <a:pt x="16" y="3"/>
                    <a:pt x="17" y="3"/>
                    <a:pt x="17" y="2"/>
                  </a:cubicBezTo>
                  <a:lnTo>
                    <a:pt x="17" y="2"/>
                  </a:lnTo>
                  <a:lnTo>
                    <a:pt x="13" y="4"/>
                  </a:lnTo>
                  <a:lnTo>
                    <a:pt x="12" y="5"/>
                  </a:lnTo>
                  <a:cubicBezTo>
                    <a:pt x="7" y="7"/>
                    <a:pt x="2" y="11"/>
                    <a:pt x="1" y="18"/>
                  </a:cubicBezTo>
                  <a:cubicBezTo>
                    <a:pt x="0" y="25"/>
                    <a:pt x="1" y="31"/>
                    <a:pt x="5" y="35"/>
                  </a:cubicBezTo>
                  <a:cubicBezTo>
                    <a:pt x="5" y="35"/>
                    <a:pt x="5" y="36"/>
                    <a:pt x="6" y="36"/>
                  </a:cubicBezTo>
                  <a:lnTo>
                    <a:pt x="7" y="37"/>
                  </a:lnTo>
                  <a:cubicBezTo>
                    <a:pt x="8" y="38"/>
                    <a:pt x="8" y="40"/>
                    <a:pt x="10" y="40"/>
                  </a:cubicBezTo>
                  <a:cubicBezTo>
                    <a:pt x="11" y="41"/>
                    <a:pt x="12" y="42"/>
                    <a:pt x="16" y="42"/>
                  </a:cubicBezTo>
                  <a:cubicBezTo>
                    <a:pt x="17" y="43"/>
                    <a:pt x="18" y="43"/>
                    <a:pt x="19" y="45"/>
                  </a:cubicBezTo>
                  <a:cubicBezTo>
                    <a:pt x="22" y="47"/>
                    <a:pt x="24" y="48"/>
                    <a:pt x="28" y="50"/>
                  </a:cubicBezTo>
                  <a:cubicBezTo>
                    <a:pt x="29" y="50"/>
                    <a:pt x="31" y="51"/>
                    <a:pt x="32" y="51"/>
                  </a:cubicBezTo>
                  <a:cubicBezTo>
                    <a:pt x="33" y="51"/>
                    <a:pt x="34" y="51"/>
                    <a:pt x="36" y="52"/>
                  </a:cubicBezTo>
                  <a:cubicBezTo>
                    <a:pt x="39" y="53"/>
                    <a:pt x="41" y="53"/>
                    <a:pt x="43" y="53"/>
                  </a:cubicBezTo>
                  <a:cubicBezTo>
                    <a:pt x="45" y="53"/>
                    <a:pt x="47" y="53"/>
                    <a:pt x="49" y="52"/>
                  </a:cubicBezTo>
                  <a:cubicBezTo>
                    <a:pt x="52" y="52"/>
                    <a:pt x="54" y="51"/>
                    <a:pt x="57" y="48"/>
                  </a:cubicBezTo>
                  <a:cubicBezTo>
                    <a:pt x="60" y="47"/>
                    <a:pt x="63" y="45"/>
                    <a:pt x="64" y="42"/>
                  </a:cubicBezTo>
                  <a:cubicBezTo>
                    <a:pt x="67" y="40"/>
                    <a:pt x="68" y="37"/>
                    <a:pt x="68" y="35"/>
                  </a:cubicBezTo>
                  <a:cubicBezTo>
                    <a:pt x="68" y="32"/>
                    <a:pt x="68" y="31"/>
                    <a:pt x="69" y="28"/>
                  </a:cubicBezTo>
                  <a:cubicBezTo>
                    <a:pt x="68" y="25"/>
                    <a:pt x="67" y="21"/>
                    <a:pt x="64" y="17"/>
                  </a:cubicBezTo>
                  <a:cubicBezTo>
                    <a:pt x="62" y="10"/>
                    <a:pt x="53" y="5"/>
                    <a:pt x="48" y="4"/>
                  </a:cubicBezTo>
                  <a:cubicBezTo>
                    <a:pt x="47" y="4"/>
                    <a:pt x="46" y="2"/>
                    <a:pt x="44" y="2"/>
                  </a:cubicBezTo>
                  <a:cubicBezTo>
                    <a:pt x="43" y="2"/>
                    <a:pt x="42" y="1"/>
                    <a:pt x="41" y="1"/>
                  </a:cubicBezTo>
                  <a:cubicBezTo>
                    <a:pt x="40" y="1"/>
                    <a:pt x="38" y="1"/>
                    <a:pt x="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49"/>
            <p:cNvSpPr/>
            <p:nvPr/>
          </p:nvSpPr>
          <p:spPr>
            <a:xfrm>
              <a:off x="6104714" y="2333748"/>
              <a:ext cx="6573" cy="4619"/>
            </a:xfrm>
            <a:custGeom>
              <a:avLst/>
              <a:gdLst/>
              <a:ahLst/>
              <a:cxnLst/>
              <a:rect l="l" t="t" r="r" b="b"/>
              <a:pathLst>
                <a:path w="37" h="26" extrusionOk="0">
                  <a:moveTo>
                    <a:pt x="13" y="0"/>
                  </a:moveTo>
                  <a:cubicBezTo>
                    <a:pt x="11" y="0"/>
                    <a:pt x="6" y="1"/>
                    <a:pt x="4" y="3"/>
                  </a:cubicBezTo>
                  <a:cubicBezTo>
                    <a:pt x="1" y="7"/>
                    <a:pt x="0" y="9"/>
                    <a:pt x="0" y="13"/>
                  </a:cubicBezTo>
                  <a:cubicBezTo>
                    <a:pt x="0" y="17"/>
                    <a:pt x="1" y="19"/>
                    <a:pt x="4" y="22"/>
                  </a:cubicBezTo>
                  <a:cubicBezTo>
                    <a:pt x="6" y="24"/>
                    <a:pt x="9" y="26"/>
                    <a:pt x="13" y="26"/>
                  </a:cubicBezTo>
                  <a:lnTo>
                    <a:pt x="21" y="26"/>
                  </a:lnTo>
                  <a:cubicBezTo>
                    <a:pt x="22" y="26"/>
                    <a:pt x="23" y="24"/>
                    <a:pt x="25" y="23"/>
                  </a:cubicBezTo>
                  <a:cubicBezTo>
                    <a:pt x="25" y="23"/>
                    <a:pt x="25" y="22"/>
                    <a:pt x="26" y="22"/>
                  </a:cubicBezTo>
                  <a:cubicBezTo>
                    <a:pt x="27" y="22"/>
                    <a:pt x="28" y="21"/>
                    <a:pt x="28" y="21"/>
                  </a:cubicBezTo>
                  <a:lnTo>
                    <a:pt x="30" y="21"/>
                  </a:lnTo>
                  <a:cubicBezTo>
                    <a:pt x="31" y="21"/>
                    <a:pt x="32" y="19"/>
                    <a:pt x="32" y="19"/>
                  </a:cubicBezTo>
                  <a:cubicBezTo>
                    <a:pt x="33" y="19"/>
                    <a:pt x="33" y="18"/>
                    <a:pt x="35" y="18"/>
                  </a:cubicBezTo>
                  <a:cubicBezTo>
                    <a:pt x="36" y="13"/>
                    <a:pt x="36" y="10"/>
                    <a:pt x="35" y="8"/>
                  </a:cubicBezTo>
                  <a:cubicBezTo>
                    <a:pt x="34" y="8"/>
                    <a:pt x="34" y="7"/>
                    <a:pt x="32" y="7"/>
                  </a:cubicBezTo>
                  <a:cubicBezTo>
                    <a:pt x="31" y="7"/>
                    <a:pt x="30" y="5"/>
                    <a:pt x="30" y="5"/>
                  </a:cubicBezTo>
                  <a:lnTo>
                    <a:pt x="28" y="5"/>
                  </a:lnTo>
                  <a:cubicBezTo>
                    <a:pt x="27" y="3"/>
                    <a:pt x="27" y="3"/>
                    <a:pt x="26" y="3"/>
                  </a:cubicBezTo>
                  <a:lnTo>
                    <a:pt x="25" y="2"/>
                  </a:lnTo>
                  <a:cubicBezTo>
                    <a:pt x="23" y="1"/>
                    <a:pt x="23" y="1"/>
                    <a:pt x="22" y="1"/>
                  </a:cubicBezTo>
                  <a:cubicBezTo>
                    <a:pt x="21" y="0"/>
                    <a:pt x="20" y="0"/>
                    <a:pt x="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49"/>
            <p:cNvSpPr/>
            <p:nvPr/>
          </p:nvSpPr>
          <p:spPr>
            <a:xfrm>
              <a:off x="6113063" y="2342986"/>
              <a:ext cx="7284" cy="4619"/>
            </a:xfrm>
            <a:custGeom>
              <a:avLst/>
              <a:gdLst/>
              <a:ahLst/>
              <a:cxnLst/>
              <a:rect l="l" t="t" r="r" b="b"/>
              <a:pathLst>
                <a:path w="41" h="26" extrusionOk="0">
                  <a:moveTo>
                    <a:pt x="14" y="1"/>
                  </a:moveTo>
                  <a:cubicBezTo>
                    <a:pt x="13" y="1"/>
                    <a:pt x="10" y="1"/>
                    <a:pt x="9" y="2"/>
                  </a:cubicBezTo>
                  <a:cubicBezTo>
                    <a:pt x="8" y="4"/>
                    <a:pt x="5" y="4"/>
                    <a:pt x="4" y="5"/>
                  </a:cubicBezTo>
                  <a:lnTo>
                    <a:pt x="4" y="6"/>
                  </a:lnTo>
                  <a:cubicBezTo>
                    <a:pt x="3" y="9"/>
                    <a:pt x="0" y="11"/>
                    <a:pt x="0" y="14"/>
                  </a:cubicBezTo>
                  <a:lnTo>
                    <a:pt x="0" y="16"/>
                  </a:lnTo>
                  <a:cubicBezTo>
                    <a:pt x="0" y="17"/>
                    <a:pt x="2" y="20"/>
                    <a:pt x="3" y="21"/>
                  </a:cubicBezTo>
                  <a:cubicBezTo>
                    <a:pt x="4" y="22"/>
                    <a:pt x="5" y="24"/>
                    <a:pt x="8" y="24"/>
                  </a:cubicBezTo>
                  <a:cubicBezTo>
                    <a:pt x="10" y="25"/>
                    <a:pt x="13" y="25"/>
                    <a:pt x="15" y="25"/>
                  </a:cubicBezTo>
                  <a:lnTo>
                    <a:pt x="28" y="25"/>
                  </a:lnTo>
                  <a:lnTo>
                    <a:pt x="31" y="24"/>
                  </a:lnTo>
                  <a:cubicBezTo>
                    <a:pt x="33" y="24"/>
                    <a:pt x="33" y="22"/>
                    <a:pt x="34" y="22"/>
                  </a:cubicBezTo>
                  <a:cubicBezTo>
                    <a:pt x="35" y="21"/>
                    <a:pt x="36" y="21"/>
                    <a:pt x="38" y="20"/>
                  </a:cubicBezTo>
                  <a:cubicBezTo>
                    <a:pt x="39" y="17"/>
                    <a:pt x="40" y="15"/>
                    <a:pt x="40" y="14"/>
                  </a:cubicBezTo>
                  <a:lnTo>
                    <a:pt x="36" y="10"/>
                  </a:lnTo>
                  <a:cubicBezTo>
                    <a:pt x="35" y="9"/>
                    <a:pt x="35" y="7"/>
                    <a:pt x="34" y="6"/>
                  </a:cubicBezTo>
                  <a:cubicBezTo>
                    <a:pt x="32" y="5"/>
                    <a:pt x="31" y="5"/>
                    <a:pt x="30" y="4"/>
                  </a:cubicBezTo>
                  <a:cubicBezTo>
                    <a:pt x="29" y="4"/>
                    <a:pt x="27" y="4"/>
                    <a:pt x="26" y="2"/>
                  </a:cubicBezTo>
                  <a:cubicBezTo>
                    <a:pt x="24" y="2"/>
                    <a:pt x="21" y="1"/>
                    <a:pt x="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49"/>
            <p:cNvSpPr/>
            <p:nvPr/>
          </p:nvSpPr>
          <p:spPr>
            <a:xfrm>
              <a:off x="5954598" y="2341387"/>
              <a:ext cx="4619" cy="5685"/>
            </a:xfrm>
            <a:custGeom>
              <a:avLst/>
              <a:gdLst/>
              <a:ahLst/>
              <a:cxnLst/>
              <a:rect l="l" t="t" r="r" b="b"/>
              <a:pathLst>
                <a:path w="26" h="32" extrusionOk="0">
                  <a:moveTo>
                    <a:pt x="8" y="0"/>
                  </a:moveTo>
                  <a:cubicBezTo>
                    <a:pt x="7" y="0"/>
                    <a:pt x="7" y="1"/>
                    <a:pt x="6" y="1"/>
                  </a:cubicBezTo>
                  <a:cubicBezTo>
                    <a:pt x="5" y="1"/>
                    <a:pt x="3" y="3"/>
                    <a:pt x="3" y="4"/>
                  </a:cubicBezTo>
                  <a:cubicBezTo>
                    <a:pt x="2" y="5"/>
                    <a:pt x="2" y="8"/>
                    <a:pt x="2" y="9"/>
                  </a:cubicBezTo>
                  <a:cubicBezTo>
                    <a:pt x="2" y="10"/>
                    <a:pt x="1" y="10"/>
                    <a:pt x="1" y="11"/>
                  </a:cubicBezTo>
                  <a:cubicBezTo>
                    <a:pt x="0" y="13"/>
                    <a:pt x="0" y="14"/>
                    <a:pt x="0" y="16"/>
                  </a:cubicBezTo>
                  <a:lnTo>
                    <a:pt x="0" y="20"/>
                  </a:lnTo>
                  <a:cubicBezTo>
                    <a:pt x="0" y="21"/>
                    <a:pt x="0" y="24"/>
                    <a:pt x="1" y="25"/>
                  </a:cubicBezTo>
                  <a:lnTo>
                    <a:pt x="3" y="27"/>
                  </a:lnTo>
                  <a:cubicBezTo>
                    <a:pt x="5" y="29"/>
                    <a:pt x="6" y="30"/>
                    <a:pt x="7" y="30"/>
                  </a:cubicBezTo>
                  <a:cubicBezTo>
                    <a:pt x="8" y="31"/>
                    <a:pt x="10" y="31"/>
                    <a:pt x="12" y="31"/>
                  </a:cubicBezTo>
                  <a:lnTo>
                    <a:pt x="17" y="31"/>
                  </a:lnTo>
                  <a:cubicBezTo>
                    <a:pt x="18" y="31"/>
                    <a:pt x="19" y="30"/>
                    <a:pt x="21" y="29"/>
                  </a:cubicBezTo>
                  <a:lnTo>
                    <a:pt x="24" y="25"/>
                  </a:lnTo>
                  <a:cubicBezTo>
                    <a:pt x="24" y="24"/>
                    <a:pt x="26" y="23"/>
                    <a:pt x="26" y="23"/>
                  </a:cubicBezTo>
                  <a:lnTo>
                    <a:pt x="26" y="19"/>
                  </a:lnTo>
                  <a:cubicBezTo>
                    <a:pt x="26" y="16"/>
                    <a:pt x="26" y="14"/>
                    <a:pt x="25" y="13"/>
                  </a:cubicBezTo>
                  <a:cubicBezTo>
                    <a:pt x="25" y="11"/>
                    <a:pt x="23" y="10"/>
                    <a:pt x="22" y="9"/>
                  </a:cubicBezTo>
                  <a:cubicBezTo>
                    <a:pt x="22" y="8"/>
                    <a:pt x="22" y="8"/>
                    <a:pt x="21" y="5"/>
                  </a:cubicBezTo>
                  <a:cubicBezTo>
                    <a:pt x="21" y="4"/>
                    <a:pt x="20" y="3"/>
                    <a:pt x="18" y="3"/>
                  </a:cubicBezTo>
                  <a:cubicBezTo>
                    <a:pt x="18" y="3"/>
                    <a:pt x="17" y="1"/>
                    <a:pt x="15" y="1"/>
                  </a:cubicBezTo>
                  <a:cubicBezTo>
                    <a:pt x="13" y="1"/>
                    <a:pt x="12" y="0"/>
                    <a:pt x="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49"/>
            <p:cNvSpPr/>
            <p:nvPr/>
          </p:nvSpPr>
          <p:spPr>
            <a:xfrm>
              <a:off x="5980180" y="2332682"/>
              <a:ext cx="5507" cy="4086"/>
            </a:xfrm>
            <a:custGeom>
              <a:avLst/>
              <a:gdLst/>
              <a:ahLst/>
              <a:cxnLst/>
              <a:rect l="l" t="t" r="r" b="b"/>
              <a:pathLst>
                <a:path w="31" h="23" extrusionOk="0">
                  <a:moveTo>
                    <a:pt x="10" y="0"/>
                  </a:moveTo>
                  <a:cubicBezTo>
                    <a:pt x="7" y="0"/>
                    <a:pt x="5" y="2"/>
                    <a:pt x="3" y="3"/>
                  </a:cubicBezTo>
                  <a:cubicBezTo>
                    <a:pt x="1" y="6"/>
                    <a:pt x="0" y="8"/>
                    <a:pt x="0" y="11"/>
                  </a:cubicBezTo>
                  <a:cubicBezTo>
                    <a:pt x="0" y="13"/>
                    <a:pt x="0" y="14"/>
                    <a:pt x="1" y="15"/>
                  </a:cubicBezTo>
                  <a:cubicBezTo>
                    <a:pt x="1" y="17"/>
                    <a:pt x="3" y="18"/>
                    <a:pt x="4" y="19"/>
                  </a:cubicBezTo>
                  <a:cubicBezTo>
                    <a:pt x="6" y="21"/>
                    <a:pt x="9" y="22"/>
                    <a:pt x="12" y="22"/>
                  </a:cubicBezTo>
                  <a:cubicBezTo>
                    <a:pt x="13" y="22"/>
                    <a:pt x="14" y="22"/>
                    <a:pt x="15" y="22"/>
                  </a:cubicBezTo>
                  <a:cubicBezTo>
                    <a:pt x="17" y="20"/>
                    <a:pt x="20" y="20"/>
                    <a:pt x="22" y="19"/>
                  </a:cubicBezTo>
                  <a:cubicBezTo>
                    <a:pt x="24" y="19"/>
                    <a:pt x="24" y="18"/>
                    <a:pt x="25" y="18"/>
                  </a:cubicBezTo>
                  <a:cubicBezTo>
                    <a:pt x="26" y="17"/>
                    <a:pt x="27" y="17"/>
                    <a:pt x="29" y="15"/>
                  </a:cubicBezTo>
                  <a:cubicBezTo>
                    <a:pt x="29" y="14"/>
                    <a:pt x="30" y="13"/>
                    <a:pt x="30" y="11"/>
                  </a:cubicBezTo>
                  <a:cubicBezTo>
                    <a:pt x="29" y="10"/>
                    <a:pt x="29" y="8"/>
                    <a:pt x="27" y="7"/>
                  </a:cubicBezTo>
                  <a:cubicBezTo>
                    <a:pt x="26" y="6"/>
                    <a:pt x="25" y="4"/>
                    <a:pt x="24" y="4"/>
                  </a:cubicBezTo>
                  <a:cubicBezTo>
                    <a:pt x="22" y="4"/>
                    <a:pt x="22" y="3"/>
                    <a:pt x="21" y="3"/>
                  </a:cubicBezTo>
                  <a:cubicBezTo>
                    <a:pt x="19" y="2"/>
                    <a:pt x="16" y="1"/>
                    <a:pt x="14" y="1"/>
                  </a:cubicBezTo>
                  <a:cubicBezTo>
                    <a:pt x="13" y="1"/>
                    <a:pt x="11" y="0"/>
                    <a:pt x="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49"/>
            <p:cNvSpPr/>
            <p:nvPr/>
          </p:nvSpPr>
          <p:spPr>
            <a:xfrm>
              <a:off x="5991017" y="2340321"/>
              <a:ext cx="4086" cy="3908"/>
            </a:xfrm>
            <a:custGeom>
              <a:avLst/>
              <a:gdLst/>
              <a:ahLst/>
              <a:cxnLst/>
              <a:rect l="l" t="t" r="r" b="b"/>
              <a:pathLst>
                <a:path w="23" h="22" extrusionOk="0">
                  <a:moveTo>
                    <a:pt x="11" y="1"/>
                  </a:moveTo>
                  <a:cubicBezTo>
                    <a:pt x="11" y="1"/>
                    <a:pt x="10" y="1"/>
                    <a:pt x="9" y="1"/>
                  </a:cubicBezTo>
                  <a:cubicBezTo>
                    <a:pt x="7" y="1"/>
                    <a:pt x="5" y="3"/>
                    <a:pt x="4" y="4"/>
                  </a:cubicBezTo>
                  <a:cubicBezTo>
                    <a:pt x="2" y="5"/>
                    <a:pt x="1" y="6"/>
                    <a:pt x="1" y="9"/>
                  </a:cubicBezTo>
                  <a:lnTo>
                    <a:pt x="1" y="11"/>
                  </a:lnTo>
                  <a:cubicBezTo>
                    <a:pt x="1" y="14"/>
                    <a:pt x="1" y="16"/>
                    <a:pt x="2" y="17"/>
                  </a:cubicBezTo>
                  <a:cubicBezTo>
                    <a:pt x="4" y="20"/>
                    <a:pt x="7" y="22"/>
                    <a:pt x="11" y="22"/>
                  </a:cubicBezTo>
                  <a:cubicBezTo>
                    <a:pt x="12" y="22"/>
                    <a:pt x="15" y="22"/>
                    <a:pt x="16" y="21"/>
                  </a:cubicBezTo>
                  <a:lnTo>
                    <a:pt x="20" y="17"/>
                  </a:lnTo>
                  <a:cubicBezTo>
                    <a:pt x="20" y="16"/>
                    <a:pt x="21" y="16"/>
                    <a:pt x="21" y="15"/>
                  </a:cubicBezTo>
                  <a:cubicBezTo>
                    <a:pt x="22" y="12"/>
                    <a:pt x="22" y="10"/>
                    <a:pt x="21" y="9"/>
                  </a:cubicBezTo>
                  <a:lnTo>
                    <a:pt x="21" y="6"/>
                  </a:lnTo>
                  <a:lnTo>
                    <a:pt x="19" y="4"/>
                  </a:lnTo>
                  <a:cubicBezTo>
                    <a:pt x="17" y="2"/>
                    <a:pt x="14" y="1"/>
                    <a:pt x="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49"/>
            <p:cNvSpPr/>
            <p:nvPr/>
          </p:nvSpPr>
          <p:spPr>
            <a:xfrm>
              <a:off x="6143797" y="2332149"/>
              <a:ext cx="9060" cy="5507"/>
            </a:xfrm>
            <a:custGeom>
              <a:avLst/>
              <a:gdLst/>
              <a:ahLst/>
              <a:cxnLst/>
              <a:rect l="l" t="t" r="r" b="b"/>
              <a:pathLst>
                <a:path w="51" h="31" extrusionOk="0">
                  <a:moveTo>
                    <a:pt x="29" y="0"/>
                  </a:moveTo>
                  <a:cubicBezTo>
                    <a:pt x="26" y="0"/>
                    <a:pt x="24" y="0"/>
                    <a:pt x="22" y="1"/>
                  </a:cubicBezTo>
                  <a:cubicBezTo>
                    <a:pt x="19" y="3"/>
                    <a:pt x="15" y="3"/>
                    <a:pt x="9" y="4"/>
                  </a:cubicBezTo>
                  <a:cubicBezTo>
                    <a:pt x="8" y="4"/>
                    <a:pt x="6" y="5"/>
                    <a:pt x="6" y="5"/>
                  </a:cubicBezTo>
                  <a:cubicBezTo>
                    <a:pt x="5" y="6"/>
                    <a:pt x="4" y="6"/>
                    <a:pt x="3" y="8"/>
                  </a:cubicBezTo>
                  <a:cubicBezTo>
                    <a:pt x="1" y="10"/>
                    <a:pt x="0" y="13"/>
                    <a:pt x="0" y="16"/>
                  </a:cubicBezTo>
                  <a:cubicBezTo>
                    <a:pt x="0" y="19"/>
                    <a:pt x="1" y="20"/>
                    <a:pt x="1" y="22"/>
                  </a:cubicBezTo>
                  <a:cubicBezTo>
                    <a:pt x="3" y="25"/>
                    <a:pt x="6" y="27"/>
                    <a:pt x="9" y="27"/>
                  </a:cubicBezTo>
                  <a:lnTo>
                    <a:pt x="22" y="30"/>
                  </a:lnTo>
                  <a:cubicBezTo>
                    <a:pt x="25" y="30"/>
                    <a:pt x="27" y="31"/>
                    <a:pt x="29" y="31"/>
                  </a:cubicBezTo>
                  <a:lnTo>
                    <a:pt x="31" y="31"/>
                  </a:lnTo>
                  <a:cubicBezTo>
                    <a:pt x="36" y="31"/>
                    <a:pt x="40" y="30"/>
                    <a:pt x="44" y="26"/>
                  </a:cubicBezTo>
                  <a:cubicBezTo>
                    <a:pt x="46" y="24"/>
                    <a:pt x="49" y="20"/>
                    <a:pt x="49" y="16"/>
                  </a:cubicBezTo>
                  <a:cubicBezTo>
                    <a:pt x="50" y="10"/>
                    <a:pt x="47" y="6"/>
                    <a:pt x="45" y="4"/>
                  </a:cubicBezTo>
                  <a:cubicBezTo>
                    <a:pt x="42" y="2"/>
                    <a:pt x="41" y="0"/>
                    <a:pt x="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49"/>
            <p:cNvSpPr/>
            <p:nvPr/>
          </p:nvSpPr>
          <p:spPr>
            <a:xfrm>
              <a:off x="6172754" y="2329307"/>
              <a:ext cx="20963" cy="6395"/>
            </a:xfrm>
            <a:custGeom>
              <a:avLst/>
              <a:gdLst/>
              <a:ahLst/>
              <a:cxnLst/>
              <a:rect l="l" t="t" r="r" b="b"/>
              <a:pathLst>
                <a:path w="118" h="36" extrusionOk="0">
                  <a:moveTo>
                    <a:pt x="58" y="1"/>
                  </a:moveTo>
                  <a:cubicBezTo>
                    <a:pt x="51" y="1"/>
                    <a:pt x="45" y="1"/>
                    <a:pt x="37" y="2"/>
                  </a:cubicBezTo>
                  <a:cubicBezTo>
                    <a:pt x="28" y="2"/>
                    <a:pt x="20" y="5"/>
                    <a:pt x="12" y="6"/>
                  </a:cubicBezTo>
                  <a:cubicBezTo>
                    <a:pt x="5" y="9"/>
                    <a:pt x="1" y="15"/>
                    <a:pt x="2" y="22"/>
                  </a:cubicBezTo>
                  <a:cubicBezTo>
                    <a:pt x="4" y="28"/>
                    <a:pt x="10" y="36"/>
                    <a:pt x="16" y="36"/>
                  </a:cubicBezTo>
                  <a:cubicBezTo>
                    <a:pt x="25" y="36"/>
                    <a:pt x="32" y="34"/>
                    <a:pt x="41" y="33"/>
                  </a:cubicBezTo>
                  <a:cubicBezTo>
                    <a:pt x="47" y="32"/>
                    <a:pt x="52" y="32"/>
                    <a:pt x="58" y="30"/>
                  </a:cubicBezTo>
                  <a:cubicBezTo>
                    <a:pt x="65" y="28"/>
                    <a:pt x="73" y="28"/>
                    <a:pt x="79" y="28"/>
                  </a:cubicBezTo>
                  <a:cubicBezTo>
                    <a:pt x="83" y="28"/>
                    <a:pt x="87" y="27"/>
                    <a:pt x="91" y="27"/>
                  </a:cubicBezTo>
                  <a:cubicBezTo>
                    <a:pt x="93" y="27"/>
                    <a:pt x="96" y="27"/>
                    <a:pt x="98" y="26"/>
                  </a:cubicBezTo>
                  <a:lnTo>
                    <a:pt x="98" y="26"/>
                  </a:lnTo>
                  <a:cubicBezTo>
                    <a:pt x="100" y="27"/>
                    <a:pt x="102" y="28"/>
                    <a:pt x="104" y="28"/>
                  </a:cubicBezTo>
                  <a:cubicBezTo>
                    <a:pt x="106" y="28"/>
                    <a:pt x="107" y="27"/>
                    <a:pt x="108" y="26"/>
                  </a:cubicBezTo>
                  <a:cubicBezTo>
                    <a:pt x="108" y="26"/>
                    <a:pt x="109" y="26"/>
                    <a:pt x="109" y="25"/>
                  </a:cubicBezTo>
                  <a:cubicBezTo>
                    <a:pt x="117" y="22"/>
                    <a:pt x="118" y="16"/>
                    <a:pt x="114" y="11"/>
                  </a:cubicBezTo>
                  <a:cubicBezTo>
                    <a:pt x="109" y="7"/>
                    <a:pt x="106" y="7"/>
                    <a:pt x="102" y="7"/>
                  </a:cubicBezTo>
                  <a:cubicBezTo>
                    <a:pt x="101" y="7"/>
                    <a:pt x="101" y="7"/>
                    <a:pt x="98" y="6"/>
                  </a:cubicBezTo>
                  <a:cubicBezTo>
                    <a:pt x="97" y="6"/>
                    <a:pt x="94" y="5"/>
                    <a:pt x="93" y="5"/>
                  </a:cubicBezTo>
                  <a:cubicBezTo>
                    <a:pt x="89" y="4"/>
                    <a:pt x="86" y="2"/>
                    <a:pt x="82" y="2"/>
                  </a:cubicBezTo>
                  <a:cubicBezTo>
                    <a:pt x="74" y="1"/>
                    <a:pt x="66" y="1"/>
                    <a:pt x="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49"/>
            <p:cNvSpPr/>
            <p:nvPr/>
          </p:nvSpPr>
          <p:spPr>
            <a:xfrm>
              <a:off x="5920845" y="2340321"/>
              <a:ext cx="8172" cy="1776"/>
            </a:xfrm>
            <a:custGeom>
              <a:avLst/>
              <a:gdLst/>
              <a:ahLst/>
              <a:cxnLst/>
              <a:rect l="l" t="t" r="r" b="b"/>
              <a:pathLst>
                <a:path w="46" h="10" extrusionOk="0">
                  <a:moveTo>
                    <a:pt x="7" y="0"/>
                  </a:moveTo>
                  <a:cubicBezTo>
                    <a:pt x="1" y="0"/>
                    <a:pt x="1" y="9"/>
                    <a:pt x="7" y="9"/>
                  </a:cubicBezTo>
                  <a:lnTo>
                    <a:pt x="35" y="9"/>
                  </a:lnTo>
                  <a:cubicBezTo>
                    <a:pt x="38" y="9"/>
                    <a:pt x="42" y="7"/>
                    <a:pt x="44" y="6"/>
                  </a:cubicBezTo>
                  <a:cubicBezTo>
                    <a:pt x="46" y="6"/>
                    <a:pt x="46" y="4"/>
                    <a:pt x="44" y="3"/>
                  </a:cubicBezTo>
                  <a:cubicBezTo>
                    <a:pt x="42" y="1"/>
                    <a:pt x="38" y="0"/>
                    <a:pt x="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49"/>
            <p:cNvSpPr/>
            <p:nvPr/>
          </p:nvSpPr>
          <p:spPr>
            <a:xfrm>
              <a:off x="5940741" y="2325576"/>
              <a:ext cx="15989" cy="8883"/>
            </a:xfrm>
            <a:custGeom>
              <a:avLst/>
              <a:gdLst/>
              <a:ahLst/>
              <a:cxnLst/>
              <a:rect l="l" t="t" r="r" b="b"/>
              <a:pathLst>
                <a:path w="90" h="50" extrusionOk="0">
                  <a:moveTo>
                    <a:pt x="72" y="2"/>
                  </a:moveTo>
                  <a:lnTo>
                    <a:pt x="72" y="2"/>
                  </a:lnTo>
                  <a:cubicBezTo>
                    <a:pt x="73" y="3"/>
                    <a:pt x="73" y="3"/>
                    <a:pt x="74" y="4"/>
                  </a:cubicBezTo>
                  <a:lnTo>
                    <a:pt x="74" y="4"/>
                  </a:lnTo>
                  <a:cubicBezTo>
                    <a:pt x="73" y="3"/>
                    <a:pt x="73" y="2"/>
                    <a:pt x="72" y="2"/>
                  </a:cubicBezTo>
                  <a:close/>
                  <a:moveTo>
                    <a:pt x="55" y="0"/>
                  </a:moveTo>
                  <a:cubicBezTo>
                    <a:pt x="48" y="0"/>
                    <a:pt x="43" y="1"/>
                    <a:pt x="37" y="2"/>
                  </a:cubicBezTo>
                  <a:cubicBezTo>
                    <a:pt x="31" y="4"/>
                    <a:pt x="26" y="6"/>
                    <a:pt x="21" y="10"/>
                  </a:cubicBezTo>
                  <a:cubicBezTo>
                    <a:pt x="16" y="12"/>
                    <a:pt x="11" y="16"/>
                    <a:pt x="7" y="20"/>
                  </a:cubicBezTo>
                  <a:cubicBezTo>
                    <a:pt x="1" y="25"/>
                    <a:pt x="0" y="35"/>
                    <a:pt x="3" y="41"/>
                  </a:cubicBezTo>
                  <a:cubicBezTo>
                    <a:pt x="7" y="46"/>
                    <a:pt x="13" y="49"/>
                    <a:pt x="19" y="49"/>
                  </a:cubicBezTo>
                  <a:cubicBezTo>
                    <a:pt x="20" y="49"/>
                    <a:pt x="22" y="49"/>
                    <a:pt x="24" y="48"/>
                  </a:cubicBezTo>
                  <a:cubicBezTo>
                    <a:pt x="28" y="47"/>
                    <a:pt x="33" y="47"/>
                    <a:pt x="37" y="46"/>
                  </a:cubicBezTo>
                  <a:lnTo>
                    <a:pt x="48" y="42"/>
                  </a:lnTo>
                  <a:cubicBezTo>
                    <a:pt x="58" y="40"/>
                    <a:pt x="68" y="40"/>
                    <a:pt x="77" y="35"/>
                  </a:cubicBezTo>
                  <a:lnTo>
                    <a:pt x="77" y="35"/>
                  </a:lnTo>
                  <a:cubicBezTo>
                    <a:pt x="75" y="35"/>
                    <a:pt x="74" y="36"/>
                    <a:pt x="73" y="36"/>
                  </a:cubicBezTo>
                  <a:cubicBezTo>
                    <a:pt x="75" y="35"/>
                    <a:pt x="77" y="35"/>
                    <a:pt x="79" y="33"/>
                  </a:cubicBezTo>
                  <a:cubicBezTo>
                    <a:pt x="82" y="32"/>
                    <a:pt x="83" y="31"/>
                    <a:pt x="84" y="30"/>
                  </a:cubicBezTo>
                  <a:cubicBezTo>
                    <a:pt x="85" y="28"/>
                    <a:pt x="87" y="28"/>
                    <a:pt x="88" y="27"/>
                  </a:cubicBezTo>
                  <a:cubicBezTo>
                    <a:pt x="87" y="27"/>
                    <a:pt x="89" y="25"/>
                    <a:pt x="89" y="21"/>
                  </a:cubicBezTo>
                  <a:cubicBezTo>
                    <a:pt x="89" y="16"/>
                    <a:pt x="87" y="13"/>
                    <a:pt x="84" y="11"/>
                  </a:cubicBezTo>
                  <a:cubicBezTo>
                    <a:pt x="83" y="7"/>
                    <a:pt x="82" y="6"/>
                    <a:pt x="79" y="5"/>
                  </a:cubicBezTo>
                  <a:cubicBezTo>
                    <a:pt x="78" y="5"/>
                    <a:pt x="76" y="4"/>
                    <a:pt x="74" y="4"/>
                  </a:cubicBezTo>
                  <a:lnTo>
                    <a:pt x="74" y="4"/>
                  </a:lnTo>
                  <a:cubicBezTo>
                    <a:pt x="74" y="4"/>
                    <a:pt x="74" y="4"/>
                    <a:pt x="74" y="4"/>
                  </a:cubicBezTo>
                  <a:lnTo>
                    <a:pt x="74" y="4"/>
                  </a:lnTo>
                  <a:cubicBezTo>
                    <a:pt x="70" y="1"/>
                    <a:pt x="67" y="1"/>
                    <a:pt x="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49"/>
            <p:cNvSpPr/>
            <p:nvPr/>
          </p:nvSpPr>
          <p:spPr>
            <a:xfrm>
              <a:off x="6206685" y="2340143"/>
              <a:ext cx="10126" cy="4619"/>
            </a:xfrm>
            <a:custGeom>
              <a:avLst/>
              <a:gdLst/>
              <a:ahLst/>
              <a:cxnLst/>
              <a:rect l="l" t="t" r="r" b="b"/>
              <a:pathLst>
                <a:path w="57" h="26" extrusionOk="0">
                  <a:moveTo>
                    <a:pt x="28" y="0"/>
                  </a:moveTo>
                  <a:cubicBezTo>
                    <a:pt x="23" y="0"/>
                    <a:pt x="18" y="0"/>
                    <a:pt x="13" y="1"/>
                  </a:cubicBezTo>
                  <a:cubicBezTo>
                    <a:pt x="10" y="1"/>
                    <a:pt x="5" y="2"/>
                    <a:pt x="4" y="5"/>
                  </a:cubicBezTo>
                  <a:cubicBezTo>
                    <a:pt x="2" y="7"/>
                    <a:pt x="0" y="10"/>
                    <a:pt x="0" y="12"/>
                  </a:cubicBezTo>
                  <a:cubicBezTo>
                    <a:pt x="0" y="16"/>
                    <a:pt x="2" y="19"/>
                    <a:pt x="4" y="21"/>
                  </a:cubicBezTo>
                  <a:cubicBezTo>
                    <a:pt x="7" y="23"/>
                    <a:pt x="10" y="23"/>
                    <a:pt x="13" y="24"/>
                  </a:cubicBezTo>
                  <a:cubicBezTo>
                    <a:pt x="18" y="24"/>
                    <a:pt x="23" y="26"/>
                    <a:pt x="28" y="26"/>
                  </a:cubicBezTo>
                  <a:lnTo>
                    <a:pt x="44" y="26"/>
                  </a:lnTo>
                  <a:cubicBezTo>
                    <a:pt x="44" y="26"/>
                    <a:pt x="45" y="26"/>
                    <a:pt x="45" y="24"/>
                  </a:cubicBezTo>
                  <a:cubicBezTo>
                    <a:pt x="46" y="24"/>
                    <a:pt x="48" y="24"/>
                    <a:pt x="49" y="23"/>
                  </a:cubicBezTo>
                  <a:cubicBezTo>
                    <a:pt x="50" y="22"/>
                    <a:pt x="54" y="22"/>
                    <a:pt x="55" y="21"/>
                  </a:cubicBezTo>
                  <a:cubicBezTo>
                    <a:pt x="57" y="17"/>
                    <a:pt x="57" y="8"/>
                    <a:pt x="54" y="5"/>
                  </a:cubicBezTo>
                  <a:cubicBezTo>
                    <a:pt x="51" y="4"/>
                    <a:pt x="50" y="2"/>
                    <a:pt x="48" y="2"/>
                  </a:cubicBezTo>
                  <a:cubicBezTo>
                    <a:pt x="46" y="2"/>
                    <a:pt x="45" y="1"/>
                    <a:pt x="44" y="1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49"/>
            <p:cNvSpPr/>
            <p:nvPr/>
          </p:nvSpPr>
          <p:spPr>
            <a:xfrm>
              <a:off x="5891177" y="2339255"/>
              <a:ext cx="15100" cy="6395"/>
            </a:xfrm>
            <a:custGeom>
              <a:avLst/>
              <a:gdLst/>
              <a:ahLst/>
              <a:cxnLst/>
              <a:rect l="l" t="t" r="r" b="b"/>
              <a:pathLst>
                <a:path w="85" h="36" extrusionOk="0">
                  <a:moveTo>
                    <a:pt x="67" y="31"/>
                  </a:moveTo>
                  <a:cubicBezTo>
                    <a:pt x="67" y="31"/>
                    <a:pt x="67" y="32"/>
                    <a:pt x="67" y="32"/>
                  </a:cubicBezTo>
                  <a:cubicBezTo>
                    <a:pt x="67" y="32"/>
                    <a:pt x="67" y="31"/>
                    <a:pt x="68" y="31"/>
                  </a:cubicBezTo>
                  <a:close/>
                  <a:moveTo>
                    <a:pt x="35" y="0"/>
                  </a:moveTo>
                  <a:cubicBezTo>
                    <a:pt x="28" y="1"/>
                    <a:pt x="22" y="1"/>
                    <a:pt x="14" y="3"/>
                  </a:cubicBezTo>
                  <a:cubicBezTo>
                    <a:pt x="0" y="6"/>
                    <a:pt x="0" y="28"/>
                    <a:pt x="14" y="32"/>
                  </a:cubicBezTo>
                  <a:cubicBezTo>
                    <a:pt x="21" y="33"/>
                    <a:pt x="27" y="34"/>
                    <a:pt x="35" y="36"/>
                  </a:cubicBezTo>
                  <a:lnTo>
                    <a:pt x="44" y="36"/>
                  </a:lnTo>
                  <a:cubicBezTo>
                    <a:pt x="46" y="36"/>
                    <a:pt x="48" y="34"/>
                    <a:pt x="52" y="34"/>
                  </a:cubicBezTo>
                  <a:cubicBezTo>
                    <a:pt x="55" y="34"/>
                    <a:pt x="59" y="34"/>
                    <a:pt x="61" y="33"/>
                  </a:cubicBezTo>
                  <a:cubicBezTo>
                    <a:pt x="62" y="33"/>
                    <a:pt x="66" y="32"/>
                    <a:pt x="67" y="31"/>
                  </a:cubicBezTo>
                  <a:cubicBezTo>
                    <a:pt x="70" y="31"/>
                    <a:pt x="73" y="29"/>
                    <a:pt x="75" y="28"/>
                  </a:cubicBezTo>
                  <a:cubicBezTo>
                    <a:pt x="76" y="27"/>
                    <a:pt x="78" y="26"/>
                    <a:pt x="80" y="26"/>
                  </a:cubicBezTo>
                  <a:cubicBezTo>
                    <a:pt x="85" y="22"/>
                    <a:pt x="85" y="13"/>
                    <a:pt x="80" y="10"/>
                  </a:cubicBezTo>
                  <a:cubicBezTo>
                    <a:pt x="78" y="9"/>
                    <a:pt x="77" y="7"/>
                    <a:pt x="75" y="7"/>
                  </a:cubicBezTo>
                  <a:cubicBezTo>
                    <a:pt x="73" y="6"/>
                    <a:pt x="70" y="5"/>
                    <a:pt x="67" y="5"/>
                  </a:cubicBezTo>
                  <a:cubicBezTo>
                    <a:pt x="66" y="3"/>
                    <a:pt x="62" y="3"/>
                    <a:pt x="61" y="2"/>
                  </a:cubicBezTo>
                  <a:cubicBezTo>
                    <a:pt x="59" y="1"/>
                    <a:pt x="55" y="1"/>
                    <a:pt x="52" y="1"/>
                  </a:cubicBezTo>
                  <a:cubicBezTo>
                    <a:pt x="50" y="1"/>
                    <a:pt x="47" y="0"/>
                    <a:pt x="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49"/>
            <p:cNvSpPr/>
            <p:nvPr/>
          </p:nvSpPr>
          <p:spPr>
            <a:xfrm>
              <a:off x="5864529" y="2338367"/>
              <a:ext cx="8350" cy="5329"/>
            </a:xfrm>
            <a:custGeom>
              <a:avLst/>
              <a:gdLst/>
              <a:ahLst/>
              <a:cxnLst/>
              <a:rect l="l" t="t" r="r" b="b"/>
              <a:pathLst>
                <a:path w="47" h="30" extrusionOk="0">
                  <a:moveTo>
                    <a:pt x="16" y="1"/>
                  </a:moveTo>
                  <a:cubicBezTo>
                    <a:pt x="12" y="1"/>
                    <a:pt x="8" y="2"/>
                    <a:pt x="6" y="5"/>
                  </a:cubicBezTo>
                  <a:cubicBezTo>
                    <a:pt x="3" y="7"/>
                    <a:pt x="1" y="11"/>
                    <a:pt x="2" y="15"/>
                  </a:cubicBezTo>
                  <a:cubicBezTo>
                    <a:pt x="2" y="18"/>
                    <a:pt x="3" y="22"/>
                    <a:pt x="6" y="26"/>
                  </a:cubicBezTo>
                  <a:cubicBezTo>
                    <a:pt x="7" y="27"/>
                    <a:pt x="10" y="29"/>
                    <a:pt x="13" y="29"/>
                  </a:cubicBezTo>
                  <a:cubicBezTo>
                    <a:pt x="14" y="29"/>
                    <a:pt x="15" y="29"/>
                    <a:pt x="16" y="29"/>
                  </a:cubicBezTo>
                  <a:lnTo>
                    <a:pt x="20" y="29"/>
                  </a:lnTo>
                  <a:cubicBezTo>
                    <a:pt x="22" y="29"/>
                    <a:pt x="25" y="28"/>
                    <a:pt x="27" y="27"/>
                  </a:cubicBezTo>
                  <a:cubicBezTo>
                    <a:pt x="30" y="27"/>
                    <a:pt x="31" y="26"/>
                    <a:pt x="33" y="26"/>
                  </a:cubicBezTo>
                  <a:cubicBezTo>
                    <a:pt x="35" y="26"/>
                    <a:pt x="37" y="23"/>
                    <a:pt x="39" y="23"/>
                  </a:cubicBezTo>
                  <a:cubicBezTo>
                    <a:pt x="42" y="22"/>
                    <a:pt x="43" y="21"/>
                    <a:pt x="44" y="20"/>
                  </a:cubicBezTo>
                  <a:cubicBezTo>
                    <a:pt x="47" y="18"/>
                    <a:pt x="47" y="14"/>
                    <a:pt x="44" y="11"/>
                  </a:cubicBezTo>
                  <a:lnTo>
                    <a:pt x="41" y="7"/>
                  </a:lnTo>
                  <a:cubicBezTo>
                    <a:pt x="39" y="6"/>
                    <a:pt x="36" y="6"/>
                    <a:pt x="33" y="5"/>
                  </a:cubicBezTo>
                  <a:cubicBezTo>
                    <a:pt x="31" y="5"/>
                    <a:pt x="30" y="4"/>
                    <a:pt x="27" y="4"/>
                  </a:cubicBezTo>
                  <a:cubicBezTo>
                    <a:pt x="25" y="2"/>
                    <a:pt x="22" y="1"/>
                    <a:pt x="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49"/>
            <p:cNvSpPr/>
            <p:nvPr/>
          </p:nvSpPr>
          <p:spPr>
            <a:xfrm>
              <a:off x="6024415" y="2336235"/>
              <a:ext cx="7639" cy="7639"/>
            </a:xfrm>
            <a:custGeom>
              <a:avLst/>
              <a:gdLst/>
              <a:ahLst/>
              <a:cxnLst/>
              <a:rect l="l" t="t" r="r" b="b"/>
              <a:pathLst>
                <a:path w="43" h="43" extrusionOk="0">
                  <a:moveTo>
                    <a:pt x="10" y="1"/>
                  </a:moveTo>
                  <a:cubicBezTo>
                    <a:pt x="8" y="1"/>
                    <a:pt x="6" y="1"/>
                    <a:pt x="5" y="2"/>
                  </a:cubicBezTo>
                  <a:cubicBezTo>
                    <a:pt x="1" y="4"/>
                    <a:pt x="0" y="8"/>
                    <a:pt x="1" y="12"/>
                  </a:cubicBezTo>
                  <a:cubicBezTo>
                    <a:pt x="2" y="16"/>
                    <a:pt x="2" y="19"/>
                    <a:pt x="5" y="23"/>
                  </a:cubicBezTo>
                  <a:cubicBezTo>
                    <a:pt x="7" y="27"/>
                    <a:pt x="10" y="29"/>
                    <a:pt x="12" y="33"/>
                  </a:cubicBezTo>
                  <a:cubicBezTo>
                    <a:pt x="13" y="34"/>
                    <a:pt x="16" y="38"/>
                    <a:pt x="18" y="39"/>
                  </a:cubicBezTo>
                  <a:cubicBezTo>
                    <a:pt x="22" y="40"/>
                    <a:pt x="24" y="42"/>
                    <a:pt x="26" y="42"/>
                  </a:cubicBezTo>
                  <a:cubicBezTo>
                    <a:pt x="28" y="43"/>
                    <a:pt x="31" y="43"/>
                    <a:pt x="33" y="43"/>
                  </a:cubicBezTo>
                  <a:cubicBezTo>
                    <a:pt x="36" y="43"/>
                    <a:pt x="37" y="42"/>
                    <a:pt x="39" y="40"/>
                  </a:cubicBezTo>
                  <a:lnTo>
                    <a:pt x="43" y="37"/>
                  </a:lnTo>
                  <a:cubicBezTo>
                    <a:pt x="41" y="33"/>
                    <a:pt x="41" y="32"/>
                    <a:pt x="39" y="29"/>
                  </a:cubicBezTo>
                  <a:cubicBezTo>
                    <a:pt x="39" y="28"/>
                    <a:pt x="38" y="28"/>
                    <a:pt x="38" y="27"/>
                  </a:cubicBezTo>
                  <a:lnTo>
                    <a:pt x="38" y="26"/>
                  </a:lnTo>
                  <a:lnTo>
                    <a:pt x="34" y="22"/>
                  </a:lnTo>
                  <a:lnTo>
                    <a:pt x="37" y="23"/>
                  </a:lnTo>
                  <a:cubicBezTo>
                    <a:pt x="34" y="22"/>
                    <a:pt x="33" y="21"/>
                    <a:pt x="32" y="18"/>
                  </a:cubicBezTo>
                  <a:cubicBezTo>
                    <a:pt x="31" y="17"/>
                    <a:pt x="29" y="16"/>
                    <a:pt x="27" y="14"/>
                  </a:cubicBezTo>
                  <a:lnTo>
                    <a:pt x="26" y="13"/>
                  </a:lnTo>
                  <a:cubicBezTo>
                    <a:pt x="24" y="12"/>
                    <a:pt x="22" y="11"/>
                    <a:pt x="21" y="8"/>
                  </a:cubicBezTo>
                  <a:cubicBezTo>
                    <a:pt x="17" y="7"/>
                    <a:pt x="16" y="4"/>
                    <a:pt x="15" y="3"/>
                  </a:cubicBezTo>
                  <a:cubicBezTo>
                    <a:pt x="13" y="2"/>
                    <a:pt x="11" y="1"/>
                    <a:pt x="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49"/>
            <p:cNvSpPr/>
            <p:nvPr/>
          </p:nvSpPr>
          <p:spPr>
            <a:xfrm>
              <a:off x="6226937" y="2335347"/>
              <a:ext cx="12968" cy="7106"/>
            </a:xfrm>
            <a:custGeom>
              <a:avLst/>
              <a:gdLst/>
              <a:ahLst/>
              <a:cxnLst/>
              <a:rect l="l" t="t" r="r" b="b"/>
              <a:pathLst>
                <a:path w="73" h="40" extrusionOk="0">
                  <a:moveTo>
                    <a:pt x="48" y="0"/>
                  </a:moveTo>
                  <a:cubicBezTo>
                    <a:pt x="43" y="0"/>
                    <a:pt x="37" y="1"/>
                    <a:pt x="33" y="2"/>
                  </a:cubicBezTo>
                  <a:cubicBezTo>
                    <a:pt x="29" y="3"/>
                    <a:pt x="26" y="3"/>
                    <a:pt x="23" y="4"/>
                  </a:cubicBezTo>
                  <a:cubicBezTo>
                    <a:pt x="19" y="6"/>
                    <a:pt x="14" y="8"/>
                    <a:pt x="11" y="10"/>
                  </a:cubicBezTo>
                  <a:cubicBezTo>
                    <a:pt x="4" y="14"/>
                    <a:pt x="1" y="22"/>
                    <a:pt x="3" y="28"/>
                  </a:cubicBezTo>
                  <a:cubicBezTo>
                    <a:pt x="6" y="34"/>
                    <a:pt x="12" y="39"/>
                    <a:pt x="18" y="39"/>
                  </a:cubicBezTo>
                  <a:cubicBezTo>
                    <a:pt x="23" y="39"/>
                    <a:pt x="27" y="39"/>
                    <a:pt x="33" y="38"/>
                  </a:cubicBezTo>
                  <a:cubicBezTo>
                    <a:pt x="37" y="38"/>
                    <a:pt x="39" y="37"/>
                    <a:pt x="43" y="35"/>
                  </a:cubicBezTo>
                  <a:cubicBezTo>
                    <a:pt x="52" y="33"/>
                    <a:pt x="62" y="29"/>
                    <a:pt x="67" y="20"/>
                  </a:cubicBezTo>
                  <a:cubicBezTo>
                    <a:pt x="68" y="20"/>
                    <a:pt x="68" y="20"/>
                    <a:pt x="68" y="20"/>
                  </a:cubicBezTo>
                  <a:cubicBezTo>
                    <a:pt x="70" y="20"/>
                    <a:pt x="72" y="16"/>
                    <a:pt x="70" y="12"/>
                  </a:cubicBezTo>
                  <a:cubicBezTo>
                    <a:pt x="70" y="10"/>
                    <a:pt x="69" y="8"/>
                    <a:pt x="67" y="7"/>
                  </a:cubicBezTo>
                  <a:cubicBezTo>
                    <a:pt x="65" y="6"/>
                    <a:pt x="63" y="6"/>
                    <a:pt x="62" y="4"/>
                  </a:cubicBezTo>
                  <a:cubicBezTo>
                    <a:pt x="58" y="1"/>
                    <a:pt x="53" y="0"/>
                    <a:pt x="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49"/>
            <p:cNvSpPr/>
            <p:nvPr/>
          </p:nvSpPr>
          <p:spPr>
            <a:xfrm>
              <a:off x="5809813" y="2472316"/>
              <a:ext cx="54006" cy="81186"/>
            </a:xfrm>
            <a:custGeom>
              <a:avLst/>
              <a:gdLst/>
              <a:ahLst/>
              <a:cxnLst/>
              <a:rect l="l" t="t" r="r" b="b"/>
              <a:pathLst>
                <a:path w="304" h="457" extrusionOk="0">
                  <a:moveTo>
                    <a:pt x="155" y="0"/>
                  </a:moveTo>
                  <a:cubicBezTo>
                    <a:pt x="107" y="0"/>
                    <a:pt x="59" y="31"/>
                    <a:pt x="42" y="94"/>
                  </a:cubicBezTo>
                  <a:cubicBezTo>
                    <a:pt x="9" y="208"/>
                    <a:pt x="1" y="321"/>
                    <a:pt x="85" y="414"/>
                  </a:cubicBezTo>
                  <a:cubicBezTo>
                    <a:pt x="109" y="442"/>
                    <a:pt x="143" y="457"/>
                    <a:pt x="176" y="457"/>
                  </a:cubicBezTo>
                  <a:cubicBezTo>
                    <a:pt x="215" y="457"/>
                    <a:pt x="252" y="437"/>
                    <a:pt x="270" y="394"/>
                  </a:cubicBezTo>
                  <a:cubicBezTo>
                    <a:pt x="293" y="341"/>
                    <a:pt x="304" y="299"/>
                    <a:pt x="299" y="235"/>
                  </a:cubicBezTo>
                  <a:cubicBezTo>
                    <a:pt x="295" y="188"/>
                    <a:pt x="279" y="145"/>
                    <a:pt x="269" y="99"/>
                  </a:cubicBezTo>
                  <a:cubicBezTo>
                    <a:pt x="254" y="33"/>
                    <a:pt x="205" y="0"/>
                    <a:pt x="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49"/>
            <p:cNvSpPr/>
            <p:nvPr/>
          </p:nvSpPr>
          <p:spPr>
            <a:xfrm>
              <a:off x="5826157" y="2594540"/>
              <a:ext cx="94332" cy="193106"/>
            </a:xfrm>
            <a:custGeom>
              <a:avLst/>
              <a:gdLst/>
              <a:ahLst/>
              <a:cxnLst/>
              <a:rect l="l" t="t" r="r" b="b"/>
              <a:pathLst>
                <a:path w="531" h="1087" extrusionOk="0">
                  <a:moveTo>
                    <a:pt x="141" y="0"/>
                  </a:moveTo>
                  <a:cubicBezTo>
                    <a:pt x="91" y="0"/>
                    <a:pt x="40" y="31"/>
                    <a:pt x="31" y="93"/>
                  </a:cubicBezTo>
                  <a:cubicBezTo>
                    <a:pt x="1" y="299"/>
                    <a:pt x="13" y="492"/>
                    <a:pt x="80" y="691"/>
                  </a:cubicBezTo>
                  <a:cubicBezTo>
                    <a:pt x="130" y="840"/>
                    <a:pt x="205" y="1071"/>
                    <a:pt x="387" y="1086"/>
                  </a:cubicBezTo>
                  <a:cubicBezTo>
                    <a:pt x="389" y="1086"/>
                    <a:pt x="392" y="1087"/>
                    <a:pt x="396" y="1087"/>
                  </a:cubicBezTo>
                  <a:cubicBezTo>
                    <a:pt x="430" y="1087"/>
                    <a:pt x="468" y="1071"/>
                    <a:pt x="480" y="1035"/>
                  </a:cubicBezTo>
                  <a:cubicBezTo>
                    <a:pt x="531" y="887"/>
                    <a:pt x="433" y="774"/>
                    <a:pt x="380" y="639"/>
                  </a:cubicBezTo>
                  <a:cubicBezTo>
                    <a:pt x="314" y="467"/>
                    <a:pt x="277" y="281"/>
                    <a:pt x="255" y="98"/>
                  </a:cubicBezTo>
                  <a:cubicBezTo>
                    <a:pt x="248" y="34"/>
                    <a:pt x="194" y="0"/>
                    <a:pt x="1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49"/>
            <p:cNvSpPr/>
            <p:nvPr/>
          </p:nvSpPr>
          <p:spPr>
            <a:xfrm>
              <a:off x="5962060" y="2025878"/>
              <a:ext cx="178716" cy="258836"/>
            </a:xfrm>
            <a:custGeom>
              <a:avLst/>
              <a:gdLst/>
              <a:ahLst/>
              <a:cxnLst/>
              <a:rect l="l" t="t" r="r" b="b"/>
              <a:pathLst>
                <a:path w="1006" h="1457" extrusionOk="0">
                  <a:moveTo>
                    <a:pt x="595" y="1"/>
                  </a:moveTo>
                  <a:cubicBezTo>
                    <a:pt x="435" y="1"/>
                    <a:pt x="258" y="106"/>
                    <a:pt x="159" y="208"/>
                  </a:cubicBezTo>
                  <a:cubicBezTo>
                    <a:pt x="104" y="264"/>
                    <a:pt x="155" y="333"/>
                    <a:pt x="216" y="333"/>
                  </a:cubicBezTo>
                  <a:cubicBezTo>
                    <a:pt x="232" y="333"/>
                    <a:pt x="250" y="328"/>
                    <a:pt x="266" y="315"/>
                  </a:cubicBezTo>
                  <a:cubicBezTo>
                    <a:pt x="322" y="270"/>
                    <a:pt x="405" y="219"/>
                    <a:pt x="481" y="218"/>
                  </a:cubicBezTo>
                  <a:cubicBezTo>
                    <a:pt x="483" y="218"/>
                    <a:pt x="485" y="218"/>
                    <a:pt x="487" y="218"/>
                  </a:cubicBezTo>
                  <a:cubicBezTo>
                    <a:pt x="611" y="218"/>
                    <a:pt x="637" y="314"/>
                    <a:pt x="557" y="395"/>
                  </a:cubicBezTo>
                  <a:cubicBezTo>
                    <a:pt x="481" y="470"/>
                    <a:pt x="388" y="523"/>
                    <a:pt x="303" y="584"/>
                  </a:cubicBezTo>
                  <a:cubicBezTo>
                    <a:pt x="190" y="666"/>
                    <a:pt x="25" y="801"/>
                    <a:pt x="10" y="952"/>
                  </a:cubicBezTo>
                  <a:cubicBezTo>
                    <a:pt x="0" y="1069"/>
                    <a:pt x="103" y="1157"/>
                    <a:pt x="213" y="1171"/>
                  </a:cubicBezTo>
                  <a:cubicBezTo>
                    <a:pt x="219" y="1171"/>
                    <a:pt x="225" y="1172"/>
                    <a:pt x="232" y="1172"/>
                  </a:cubicBezTo>
                  <a:cubicBezTo>
                    <a:pt x="311" y="1172"/>
                    <a:pt x="388" y="1114"/>
                    <a:pt x="459" y="1114"/>
                  </a:cubicBezTo>
                  <a:cubicBezTo>
                    <a:pt x="464" y="1114"/>
                    <a:pt x="468" y="1114"/>
                    <a:pt x="472" y="1114"/>
                  </a:cubicBezTo>
                  <a:cubicBezTo>
                    <a:pt x="620" y="1130"/>
                    <a:pt x="445" y="1290"/>
                    <a:pt x="414" y="1360"/>
                  </a:cubicBezTo>
                  <a:cubicBezTo>
                    <a:pt x="395" y="1402"/>
                    <a:pt x="418" y="1456"/>
                    <a:pt x="470" y="1456"/>
                  </a:cubicBezTo>
                  <a:cubicBezTo>
                    <a:pt x="660" y="1456"/>
                    <a:pt x="845" y="1140"/>
                    <a:pt x="723" y="975"/>
                  </a:cubicBezTo>
                  <a:cubicBezTo>
                    <a:pt x="686" y="923"/>
                    <a:pt x="637" y="907"/>
                    <a:pt x="584" y="907"/>
                  </a:cubicBezTo>
                  <a:cubicBezTo>
                    <a:pt x="520" y="907"/>
                    <a:pt x="450" y="931"/>
                    <a:pt x="390" y="939"/>
                  </a:cubicBezTo>
                  <a:cubicBezTo>
                    <a:pt x="380" y="941"/>
                    <a:pt x="343" y="943"/>
                    <a:pt x="303" y="943"/>
                  </a:cubicBezTo>
                  <a:cubicBezTo>
                    <a:pt x="254" y="943"/>
                    <a:pt x="203" y="940"/>
                    <a:pt x="200" y="927"/>
                  </a:cubicBezTo>
                  <a:cubicBezTo>
                    <a:pt x="198" y="919"/>
                    <a:pt x="308" y="859"/>
                    <a:pt x="323" y="848"/>
                  </a:cubicBezTo>
                  <a:cubicBezTo>
                    <a:pt x="399" y="803"/>
                    <a:pt x="477" y="765"/>
                    <a:pt x="553" y="720"/>
                  </a:cubicBezTo>
                  <a:cubicBezTo>
                    <a:pt x="746" y="603"/>
                    <a:pt x="1006" y="348"/>
                    <a:pt x="823" y="111"/>
                  </a:cubicBezTo>
                  <a:cubicBezTo>
                    <a:pt x="762" y="32"/>
                    <a:pt x="681" y="1"/>
                    <a:pt x="5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49"/>
            <p:cNvSpPr/>
            <p:nvPr/>
          </p:nvSpPr>
          <p:spPr>
            <a:xfrm>
              <a:off x="6129052" y="2177948"/>
              <a:ext cx="65908" cy="61467"/>
            </a:xfrm>
            <a:custGeom>
              <a:avLst/>
              <a:gdLst/>
              <a:ahLst/>
              <a:cxnLst/>
              <a:rect l="l" t="t" r="r" b="b"/>
              <a:pathLst>
                <a:path w="371" h="346" extrusionOk="0">
                  <a:moveTo>
                    <a:pt x="271" y="1"/>
                  </a:moveTo>
                  <a:cubicBezTo>
                    <a:pt x="220" y="1"/>
                    <a:pt x="160" y="54"/>
                    <a:pt x="127" y="81"/>
                  </a:cubicBezTo>
                  <a:cubicBezTo>
                    <a:pt x="69" y="129"/>
                    <a:pt x="10" y="202"/>
                    <a:pt x="2" y="279"/>
                  </a:cubicBezTo>
                  <a:cubicBezTo>
                    <a:pt x="0" y="318"/>
                    <a:pt x="36" y="346"/>
                    <a:pt x="72" y="346"/>
                  </a:cubicBezTo>
                  <a:cubicBezTo>
                    <a:pt x="83" y="346"/>
                    <a:pt x="95" y="343"/>
                    <a:pt x="105" y="337"/>
                  </a:cubicBezTo>
                  <a:cubicBezTo>
                    <a:pt x="166" y="301"/>
                    <a:pt x="212" y="223"/>
                    <a:pt x="256" y="167"/>
                  </a:cubicBezTo>
                  <a:cubicBezTo>
                    <a:pt x="284" y="127"/>
                    <a:pt x="371" y="56"/>
                    <a:pt x="306" y="12"/>
                  </a:cubicBezTo>
                  <a:cubicBezTo>
                    <a:pt x="295" y="4"/>
                    <a:pt x="283" y="1"/>
                    <a:pt x="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49"/>
            <p:cNvSpPr/>
            <p:nvPr/>
          </p:nvSpPr>
          <p:spPr>
            <a:xfrm>
              <a:off x="5890111" y="2236573"/>
              <a:ext cx="64487" cy="46189"/>
            </a:xfrm>
            <a:custGeom>
              <a:avLst/>
              <a:gdLst/>
              <a:ahLst/>
              <a:cxnLst/>
              <a:rect l="l" t="t" r="r" b="b"/>
              <a:pathLst>
                <a:path w="363" h="260" extrusionOk="0">
                  <a:moveTo>
                    <a:pt x="93" y="0"/>
                  </a:moveTo>
                  <a:cubicBezTo>
                    <a:pt x="87" y="0"/>
                    <a:pt x="81" y="1"/>
                    <a:pt x="76" y="1"/>
                  </a:cubicBezTo>
                  <a:cubicBezTo>
                    <a:pt x="28" y="3"/>
                    <a:pt x="1" y="73"/>
                    <a:pt x="50" y="97"/>
                  </a:cubicBezTo>
                  <a:cubicBezTo>
                    <a:pt x="102" y="123"/>
                    <a:pt x="147" y="160"/>
                    <a:pt x="188" y="203"/>
                  </a:cubicBezTo>
                  <a:cubicBezTo>
                    <a:pt x="208" y="225"/>
                    <a:pt x="248" y="260"/>
                    <a:pt x="283" y="260"/>
                  </a:cubicBezTo>
                  <a:cubicBezTo>
                    <a:pt x="298" y="260"/>
                    <a:pt x="313" y="253"/>
                    <a:pt x="323" y="235"/>
                  </a:cubicBezTo>
                  <a:cubicBezTo>
                    <a:pt x="362" y="171"/>
                    <a:pt x="306" y="98"/>
                    <a:pt x="260" y="61"/>
                  </a:cubicBezTo>
                  <a:cubicBezTo>
                    <a:pt x="210" y="21"/>
                    <a:pt x="154" y="0"/>
                    <a:pt x="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49"/>
            <p:cNvSpPr/>
            <p:nvPr/>
          </p:nvSpPr>
          <p:spPr>
            <a:xfrm>
              <a:off x="5962060" y="2964587"/>
              <a:ext cx="355" cy="355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2"/>
                  </a:moveTo>
                  <a:cubicBezTo>
                    <a:pt x="1" y="2"/>
                    <a:pt x="1" y="1"/>
                    <a:pt x="1" y="2"/>
                  </a:cubicBezTo>
                  <a:cubicBezTo>
                    <a:pt x="0" y="2"/>
                    <a:pt x="0" y="2"/>
                    <a:pt x="1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3" name="Google Shape;3533;p49"/>
          <p:cNvGrpSpPr/>
          <p:nvPr/>
        </p:nvGrpSpPr>
        <p:grpSpPr>
          <a:xfrm>
            <a:off x="3185947" y="3440886"/>
            <a:ext cx="520184" cy="490435"/>
            <a:chOff x="2374750" y="2018950"/>
            <a:chExt cx="1121327" cy="1057201"/>
          </a:xfrm>
        </p:grpSpPr>
        <p:sp>
          <p:nvSpPr>
            <p:cNvPr id="3534" name="Google Shape;3534;p49"/>
            <p:cNvSpPr/>
            <p:nvPr/>
          </p:nvSpPr>
          <p:spPr>
            <a:xfrm>
              <a:off x="2477432" y="2865991"/>
              <a:ext cx="805998" cy="210160"/>
            </a:xfrm>
            <a:custGeom>
              <a:avLst/>
              <a:gdLst/>
              <a:ahLst/>
              <a:cxnLst/>
              <a:rect l="l" t="t" r="r" b="b"/>
              <a:pathLst>
                <a:path w="4537" h="1183" extrusionOk="0">
                  <a:moveTo>
                    <a:pt x="2268" y="0"/>
                  </a:moveTo>
                  <a:cubicBezTo>
                    <a:pt x="1016" y="0"/>
                    <a:pt x="1" y="265"/>
                    <a:pt x="1" y="592"/>
                  </a:cubicBezTo>
                  <a:cubicBezTo>
                    <a:pt x="1" y="918"/>
                    <a:pt x="1016" y="1182"/>
                    <a:pt x="2268" y="1182"/>
                  </a:cubicBezTo>
                  <a:cubicBezTo>
                    <a:pt x="3520" y="1182"/>
                    <a:pt x="4536" y="918"/>
                    <a:pt x="4536" y="592"/>
                  </a:cubicBezTo>
                  <a:cubicBezTo>
                    <a:pt x="4536" y="265"/>
                    <a:pt x="3520" y="0"/>
                    <a:pt x="2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49"/>
            <p:cNvSpPr/>
            <p:nvPr/>
          </p:nvSpPr>
          <p:spPr>
            <a:xfrm>
              <a:off x="2387363" y="2376206"/>
              <a:ext cx="1108714" cy="597259"/>
            </a:xfrm>
            <a:custGeom>
              <a:avLst/>
              <a:gdLst/>
              <a:ahLst/>
              <a:cxnLst/>
              <a:rect l="l" t="t" r="r" b="b"/>
              <a:pathLst>
                <a:path w="6241" h="3362" extrusionOk="0">
                  <a:moveTo>
                    <a:pt x="5649" y="760"/>
                  </a:moveTo>
                  <a:cubicBezTo>
                    <a:pt x="5714" y="760"/>
                    <a:pt x="5775" y="771"/>
                    <a:pt x="5811" y="791"/>
                  </a:cubicBezTo>
                  <a:cubicBezTo>
                    <a:pt x="5831" y="802"/>
                    <a:pt x="5842" y="814"/>
                    <a:pt x="5850" y="828"/>
                  </a:cubicBezTo>
                  <a:cubicBezTo>
                    <a:pt x="5858" y="841"/>
                    <a:pt x="5863" y="858"/>
                    <a:pt x="5867" y="882"/>
                  </a:cubicBezTo>
                  <a:cubicBezTo>
                    <a:pt x="5874" y="923"/>
                    <a:pt x="5869" y="1006"/>
                    <a:pt x="5850" y="1040"/>
                  </a:cubicBezTo>
                  <a:cubicBezTo>
                    <a:pt x="5831" y="1080"/>
                    <a:pt x="5806" y="1102"/>
                    <a:pt x="5762" y="1124"/>
                  </a:cubicBezTo>
                  <a:cubicBezTo>
                    <a:pt x="5719" y="1147"/>
                    <a:pt x="5657" y="1163"/>
                    <a:pt x="5589" y="1172"/>
                  </a:cubicBezTo>
                  <a:cubicBezTo>
                    <a:pt x="5544" y="1178"/>
                    <a:pt x="5496" y="1181"/>
                    <a:pt x="5446" y="1181"/>
                  </a:cubicBezTo>
                  <a:cubicBezTo>
                    <a:pt x="5422" y="1181"/>
                    <a:pt x="5396" y="1180"/>
                    <a:pt x="5371" y="1178"/>
                  </a:cubicBezTo>
                  <a:cubicBezTo>
                    <a:pt x="5332" y="1175"/>
                    <a:pt x="5295" y="1173"/>
                    <a:pt x="5256" y="1168"/>
                  </a:cubicBezTo>
                  <a:cubicBezTo>
                    <a:pt x="5251" y="1168"/>
                    <a:pt x="5246" y="1167"/>
                    <a:pt x="5243" y="1165"/>
                  </a:cubicBezTo>
                  <a:cubicBezTo>
                    <a:pt x="5260" y="1053"/>
                    <a:pt x="5271" y="939"/>
                    <a:pt x="5274" y="822"/>
                  </a:cubicBezTo>
                  <a:cubicBezTo>
                    <a:pt x="5352" y="805"/>
                    <a:pt x="5481" y="778"/>
                    <a:pt x="5509" y="774"/>
                  </a:cubicBezTo>
                  <a:cubicBezTo>
                    <a:pt x="5547" y="768"/>
                    <a:pt x="5587" y="763"/>
                    <a:pt x="5624" y="761"/>
                  </a:cubicBezTo>
                  <a:cubicBezTo>
                    <a:pt x="5632" y="761"/>
                    <a:pt x="5641" y="760"/>
                    <a:pt x="5649" y="760"/>
                  </a:cubicBezTo>
                  <a:close/>
                  <a:moveTo>
                    <a:pt x="224" y="1"/>
                  </a:moveTo>
                  <a:cubicBezTo>
                    <a:pt x="158" y="1"/>
                    <a:pt x="98" y="47"/>
                    <a:pt x="82" y="110"/>
                  </a:cubicBezTo>
                  <a:cubicBezTo>
                    <a:pt x="30" y="316"/>
                    <a:pt x="0" y="531"/>
                    <a:pt x="0" y="754"/>
                  </a:cubicBezTo>
                  <a:cubicBezTo>
                    <a:pt x="0" y="2193"/>
                    <a:pt x="1181" y="3362"/>
                    <a:pt x="2637" y="3362"/>
                  </a:cubicBezTo>
                  <a:cubicBezTo>
                    <a:pt x="3755" y="3362"/>
                    <a:pt x="4709" y="2673"/>
                    <a:pt x="5095" y="1701"/>
                  </a:cubicBezTo>
                  <a:cubicBezTo>
                    <a:pt x="5107" y="1702"/>
                    <a:pt x="5115" y="1702"/>
                    <a:pt x="5126" y="1702"/>
                  </a:cubicBezTo>
                  <a:lnTo>
                    <a:pt x="5164" y="1702"/>
                  </a:lnTo>
                  <a:cubicBezTo>
                    <a:pt x="5190" y="1702"/>
                    <a:pt x="5215" y="1702"/>
                    <a:pt x="5240" y="1701"/>
                  </a:cubicBezTo>
                  <a:cubicBezTo>
                    <a:pt x="5290" y="1699"/>
                    <a:pt x="5340" y="1696"/>
                    <a:pt x="5391" y="1690"/>
                  </a:cubicBezTo>
                  <a:cubicBezTo>
                    <a:pt x="5492" y="1679"/>
                    <a:pt x="5593" y="1660"/>
                    <a:pt x="5696" y="1630"/>
                  </a:cubicBezTo>
                  <a:cubicBezTo>
                    <a:pt x="5801" y="1598"/>
                    <a:pt x="5908" y="1554"/>
                    <a:pt x="6008" y="1475"/>
                  </a:cubicBezTo>
                  <a:cubicBezTo>
                    <a:pt x="6058" y="1435"/>
                    <a:pt x="6107" y="1387"/>
                    <a:pt x="6145" y="1329"/>
                  </a:cubicBezTo>
                  <a:cubicBezTo>
                    <a:pt x="6184" y="1272"/>
                    <a:pt x="6212" y="1206"/>
                    <a:pt x="6226" y="1142"/>
                  </a:cubicBezTo>
                  <a:cubicBezTo>
                    <a:pt x="6232" y="1109"/>
                    <a:pt x="6237" y="1076"/>
                    <a:pt x="6238" y="1045"/>
                  </a:cubicBezTo>
                  <a:cubicBezTo>
                    <a:pt x="6241" y="1030"/>
                    <a:pt x="6241" y="1015"/>
                    <a:pt x="6241" y="999"/>
                  </a:cubicBezTo>
                  <a:cubicBezTo>
                    <a:pt x="6241" y="988"/>
                    <a:pt x="6241" y="974"/>
                    <a:pt x="6238" y="960"/>
                  </a:cubicBezTo>
                  <a:cubicBezTo>
                    <a:pt x="6235" y="903"/>
                    <a:pt x="6226" y="845"/>
                    <a:pt x="6206" y="781"/>
                  </a:cubicBezTo>
                  <a:cubicBezTo>
                    <a:pt x="6185" y="720"/>
                    <a:pt x="6151" y="657"/>
                    <a:pt x="6100" y="602"/>
                  </a:cubicBezTo>
                  <a:cubicBezTo>
                    <a:pt x="6049" y="549"/>
                    <a:pt x="5986" y="512"/>
                    <a:pt x="5923" y="493"/>
                  </a:cubicBezTo>
                  <a:cubicBezTo>
                    <a:pt x="5861" y="473"/>
                    <a:pt x="5803" y="466"/>
                    <a:pt x="5747" y="466"/>
                  </a:cubicBezTo>
                  <a:cubicBezTo>
                    <a:pt x="5691" y="466"/>
                    <a:pt x="5638" y="473"/>
                    <a:pt x="5588" y="483"/>
                  </a:cubicBezTo>
                  <a:cubicBezTo>
                    <a:pt x="5538" y="493"/>
                    <a:pt x="5491" y="505"/>
                    <a:pt x="5443" y="520"/>
                  </a:cubicBezTo>
                  <a:cubicBezTo>
                    <a:pt x="5418" y="529"/>
                    <a:pt x="5340" y="548"/>
                    <a:pt x="5266" y="567"/>
                  </a:cubicBezTo>
                  <a:cubicBezTo>
                    <a:pt x="5255" y="411"/>
                    <a:pt x="5231" y="258"/>
                    <a:pt x="5193" y="110"/>
                  </a:cubicBezTo>
                  <a:cubicBezTo>
                    <a:pt x="5176" y="45"/>
                    <a:pt x="5117" y="1"/>
                    <a:pt x="50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49"/>
            <p:cNvSpPr/>
            <p:nvPr/>
          </p:nvSpPr>
          <p:spPr>
            <a:xfrm>
              <a:off x="2387363" y="2376206"/>
              <a:ext cx="1108714" cy="597259"/>
            </a:xfrm>
            <a:custGeom>
              <a:avLst/>
              <a:gdLst/>
              <a:ahLst/>
              <a:cxnLst/>
              <a:rect l="l" t="t" r="r" b="b"/>
              <a:pathLst>
                <a:path w="6241" h="3362" extrusionOk="0">
                  <a:moveTo>
                    <a:pt x="5649" y="760"/>
                  </a:moveTo>
                  <a:cubicBezTo>
                    <a:pt x="5714" y="760"/>
                    <a:pt x="5775" y="771"/>
                    <a:pt x="5811" y="791"/>
                  </a:cubicBezTo>
                  <a:cubicBezTo>
                    <a:pt x="5831" y="802"/>
                    <a:pt x="5842" y="814"/>
                    <a:pt x="5850" y="828"/>
                  </a:cubicBezTo>
                  <a:cubicBezTo>
                    <a:pt x="5858" y="841"/>
                    <a:pt x="5863" y="858"/>
                    <a:pt x="5867" y="882"/>
                  </a:cubicBezTo>
                  <a:cubicBezTo>
                    <a:pt x="5874" y="923"/>
                    <a:pt x="5869" y="1006"/>
                    <a:pt x="5850" y="1040"/>
                  </a:cubicBezTo>
                  <a:cubicBezTo>
                    <a:pt x="5831" y="1080"/>
                    <a:pt x="5806" y="1102"/>
                    <a:pt x="5762" y="1124"/>
                  </a:cubicBezTo>
                  <a:cubicBezTo>
                    <a:pt x="5719" y="1147"/>
                    <a:pt x="5657" y="1163"/>
                    <a:pt x="5589" y="1172"/>
                  </a:cubicBezTo>
                  <a:cubicBezTo>
                    <a:pt x="5544" y="1178"/>
                    <a:pt x="5496" y="1181"/>
                    <a:pt x="5446" y="1181"/>
                  </a:cubicBezTo>
                  <a:cubicBezTo>
                    <a:pt x="5422" y="1181"/>
                    <a:pt x="5396" y="1180"/>
                    <a:pt x="5371" y="1178"/>
                  </a:cubicBezTo>
                  <a:cubicBezTo>
                    <a:pt x="5332" y="1175"/>
                    <a:pt x="5295" y="1173"/>
                    <a:pt x="5256" y="1168"/>
                  </a:cubicBezTo>
                  <a:cubicBezTo>
                    <a:pt x="5251" y="1168"/>
                    <a:pt x="5246" y="1167"/>
                    <a:pt x="5243" y="1165"/>
                  </a:cubicBezTo>
                  <a:cubicBezTo>
                    <a:pt x="5260" y="1053"/>
                    <a:pt x="5271" y="939"/>
                    <a:pt x="5274" y="822"/>
                  </a:cubicBezTo>
                  <a:cubicBezTo>
                    <a:pt x="5352" y="805"/>
                    <a:pt x="5481" y="778"/>
                    <a:pt x="5509" y="774"/>
                  </a:cubicBezTo>
                  <a:cubicBezTo>
                    <a:pt x="5547" y="768"/>
                    <a:pt x="5587" y="763"/>
                    <a:pt x="5624" y="761"/>
                  </a:cubicBezTo>
                  <a:cubicBezTo>
                    <a:pt x="5632" y="761"/>
                    <a:pt x="5641" y="760"/>
                    <a:pt x="5649" y="760"/>
                  </a:cubicBezTo>
                  <a:close/>
                  <a:moveTo>
                    <a:pt x="224" y="1"/>
                  </a:moveTo>
                  <a:cubicBezTo>
                    <a:pt x="158" y="1"/>
                    <a:pt x="98" y="47"/>
                    <a:pt x="82" y="110"/>
                  </a:cubicBezTo>
                  <a:cubicBezTo>
                    <a:pt x="30" y="316"/>
                    <a:pt x="0" y="531"/>
                    <a:pt x="0" y="754"/>
                  </a:cubicBezTo>
                  <a:cubicBezTo>
                    <a:pt x="0" y="2193"/>
                    <a:pt x="1181" y="3362"/>
                    <a:pt x="2637" y="3362"/>
                  </a:cubicBezTo>
                  <a:cubicBezTo>
                    <a:pt x="3755" y="3362"/>
                    <a:pt x="4709" y="2673"/>
                    <a:pt x="5095" y="1701"/>
                  </a:cubicBezTo>
                  <a:cubicBezTo>
                    <a:pt x="5107" y="1702"/>
                    <a:pt x="5115" y="1702"/>
                    <a:pt x="5126" y="1702"/>
                  </a:cubicBezTo>
                  <a:lnTo>
                    <a:pt x="5164" y="1702"/>
                  </a:lnTo>
                  <a:cubicBezTo>
                    <a:pt x="5190" y="1702"/>
                    <a:pt x="5215" y="1702"/>
                    <a:pt x="5240" y="1701"/>
                  </a:cubicBezTo>
                  <a:cubicBezTo>
                    <a:pt x="5290" y="1699"/>
                    <a:pt x="5340" y="1696"/>
                    <a:pt x="5391" y="1690"/>
                  </a:cubicBezTo>
                  <a:cubicBezTo>
                    <a:pt x="5492" y="1679"/>
                    <a:pt x="5593" y="1660"/>
                    <a:pt x="5696" y="1630"/>
                  </a:cubicBezTo>
                  <a:cubicBezTo>
                    <a:pt x="5801" y="1598"/>
                    <a:pt x="5908" y="1554"/>
                    <a:pt x="6008" y="1475"/>
                  </a:cubicBezTo>
                  <a:cubicBezTo>
                    <a:pt x="6058" y="1435"/>
                    <a:pt x="6107" y="1387"/>
                    <a:pt x="6145" y="1329"/>
                  </a:cubicBezTo>
                  <a:cubicBezTo>
                    <a:pt x="6184" y="1272"/>
                    <a:pt x="6212" y="1206"/>
                    <a:pt x="6226" y="1142"/>
                  </a:cubicBezTo>
                  <a:cubicBezTo>
                    <a:pt x="6232" y="1109"/>
                    <a:pt x="6237" y="1076"/>
                    <a:pt x="6238" y="1045"/>
                  </a:cubicBezTo>
                  <a:cubicBezTo>
                    <a:pt x="6241" y="1030"/>
                    <a:pt x="6241" y="1015"/>
                    <a:pt x="6241" y="999"/>
                  </a:cubicBezTo>
                  <a:cubicBezTo>
                    <a:pt x="6241" y="988"/>
                    <a:pt x="6241" y="974"/>
                    <a:pt x="6238" y="960"/>
                  </a:cubicBezTo>
                  <a:cubicBezTo>
                    <a:pt x="6235" y="903"/>
                    <a:pt x="6226" y="845"/>
                    <a:pt x="6206" y="781"/>
                  </a:cubicBezTo>
                  <a:cubicBezTo>
                    <a:pt x="6185" y="720"/>
                    <a:pt x="6151" y="657"/>
                    <a:pt x="6100" y="602"/>
                  </a:cubicBezTo>
                  <a:cubicBezTo>
                    <a:pt x="6049" y="549"/>
                    <a:pt x="5986" y="512"/>
                    <a:pt x="5923" y="493"/>
                  </a:cubicBezTo>
                  <a:cubicBezTo>
                    <a:pt x="5861" y="473"/>
                    <a:pt x="5803" y="466"/>
                    <a:pt x="5747" y="466"/>
                  </a:cubicBezTo>
                  <a:cubicBezTo>
                    <a:pt x="5691" y="466"/>
                    <a:pt x="5638" y="473"/>
                    <a:pt x="5588" y="483"/>
                  </a:cubicBezTo>
                  <a:cubicBezTo>
                    <a:pt x="5538" y="493"/>
                    <a:pt x="5491" y="505"/>
                    <a:pt x="5443" y="520"/>
                  </a:cubicBezTo>
                  <a:cubicBezTo>
                    <a:pt x="5418" y="529"/>
                    <a:pt x="5340" y="548"/>
                    <a:pt x="5266" y="567"/>
                  </a:cubicBezTo>
                  <a:cubicBezTo>
                    <a:pt x="5255" y="411"/>
                    <a:pt x="5231" y="258"/>
                    <a:pt x="5193" y="110"/>
                  </a:cubicBezTo>
                  <a:cubicBezTo>
                    <a:pt x="5176" y="45"/>
                    <a:pt x="5117" y="1"/>
                    <a:pt x="50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49"/>
            <p:cNvSpPr/>
            <p:nvPr/>
          </p:nvSpPr>
          <p:spPr>
            <a:xfrm>
              <a:off x="2514028" y="2780008"/>
              <a:ext cx="720371" cy="193638"/>
            </a:xfrm>
            <a:custGeom>
              <a:avLst/>
              <a:gdLst/>
              <a:ahLst/>
              <a:cxnLst/>
              <a:rect l="l" t="t" r="r" b="b"/>
              <a:pathLst>
                <a:path w="4055" h="1090" extrusionOk="0">
                  <a:moveTo>
                    <a:pt x="3961" y="1"/>
                  </a:moveTo>
                  <a:cubicBezTo>
                    <a:pt x="3896" y="1"/>
                    <a:pt x="3836" y="28"/>
                    <a:pt x="3810" y="73"/>
                  </a:cubicBezTo>
                  <a:cubicBezTo>
                    <a:pt x="3727" y="216"/>
                    <a:pt x="3611" y="348"/>
                    <a:pt x="3466" y="466"/>
                  </a:cubicBezTo>
                  <a:cubicBezTo>
                    <a:pt x="3084" y="774"/>
                    <a:pt x="2534" y="948"/>
                    <a:pt x="1951" y="948"/>
                  </a:cubicBezTo>
                  <a:cubicBezTo>
                    <a:pt x="1936" y="948"/>
                    <a:pt x="1921" y="948"/>
                    <a:pt x="1906" y="948"/>
                  </a:cubicBezTo>
                  <a:cubicBezTo>
                    <a:pt x="1231" y="938"/>
                    <a:pt x="604" y="695"/>
                    <a:pt x="233" y="298"/>
                  </a:cubicBezTo>
                  <a:cubicBezTo>
                    <a:pt x="200" y="263"/>
                    <a:pt x="146" y="244"/>
                    <a:pt x="91" y="244"/>
                  </a:cubicBezTo>
                  <a:cubicBezTo>
                    <a:pt x="60" y="244"/>
                    <a:pt x="28" y="250"/>
                    <a:pt x="0" y="263"/>
                  </a:cubicBezTo>
                  <a:cubicBezTo>
                    <a:pt x="481" y="772"/>
                    <a:pt x="1166" y="1090"/>
                    <a:pt x="1926" y="1090"/>
                  </a:cubicBezTo>
                  <a:cubicBezTo>
                    <a:pt x="1927" y="1090"/>
                    <a:pt x="1928" y="1090"/>
                    <a:pt x="1929" y="1090"/>
                  </a:cubicBezTo>
                  <a:cubicBezTo>
                    <a:pt x="2801" y="1090"/>
                    <a:pt x="3575" y="669"/>
                    <a:pt x="4054" y="21"/>
                  </a:cubicBezTo>
                  <a:cubicBezTo>
                    <a:pt x="4045" y="17"/>
                    <a:pt x="4036" y="13"/>
                    <a:pt x="4026" y="11"/>
                  </a:cubicBezTo>
                  <a:cubicBezTo>
                    <a:pt x="4005" y="4"/>
                    <a:pt x="3982" y="1"/>
                    <a:pt x="39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49"/>
            <p:cNvSpPr/>
            <p:nvPr/>
          </p:nvSpPr>
          <p:spPr>
            <a:xfrm>
              <a:off x="2463931" y="2599336"/>
              <a:ext cx="772245" cy="319059"/>
            </a:xfrm>
            <a:custGeom>
              <a:avLst/>
              <a:gdLst/>
              <a:ahLst/>
              <a:cxnLst/>
              <a:rect l="l" t="t" r="r" b="b"/>
              <a:pathLst>
                <a:path w="4347" h="1796" extrusionOk="0">
                  <a:moveTo>
                    <a:pt x="4346" y="0"/>
                  </a:moveTo>
                  <a:lnTo>
                    <a:pt x="1" y="57"/>
                  </a:lnTo>
                  <a:cubicBezTo>
                    <a:pt x="1" y="57"/>
                    <a:pt x="255" y="1758"/>
                    <a:pt x="2206" y="1795"/>
                  </a:cubicBezTo>
                  <a:cubicBezTo>
                    <a:pt x="2226" y="1795"/>
                    <a:pt x="2246" y="1795"/>
                    <a:pt x="2265" y="1795"/>
                  </a:cubicBezTo>
                  <a:cubicBezTo>
                    <a:pt x="4162" y="1795"/>
                    <a:pt x="4346" y="0"/>
                    <a:pt x="43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49"/>
            <p:cNvSpPr/>
            <p:nvPr/>
          </p:nvSpPr>
          <p:spPr>
            <a:xfrm>
              <a:off x="2380257" y="2524545"/>
              <a:ext cx="872617" cy="159707"/>
            </a:xfrm>
            <a:custGeom>
              <a:avLst/>
              <a:gdLst/>
              <a:ahLst/>
              <a:cxnLst/>
              <a:rect l="l" t="t" r="r" b="b"/>
              <a:pathLst>
                <a:path w="4912" h="899" extrusionOk="0">
                  <a:moveTo>
                    <a:pt x="3119" y="1"/>
                  </a:moveTo>
                  <a:cubicBezTo>
                    <a:pt x="1702" y="1"/>
                    <a:pt x="1" y="283"/>
                    <a:pt x="593" y="595"/>
                  </a:cubicBezTo>
                  <a:cubicBezTo>
                    <a:pt x="973" y="796"/>
                    <a:pt x="1855" y="899"/>
                    <a:pt x="2715" y="899"/>
                  </a:cubicBezTo>
                  <a:cubicBezTo>
                    <a:pt x="3832" y="899"/>
                    <a:pt x="4912" y="725"/>
                    <a:pt x="4808" y="368"/>
                  </a:cubicBezTo>
                  <a:cubicBezTo>
                    <a:pt x="4732" y="104"/>
                    <a:pt x="3977" y="1"/>
                    <a:pt x="3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49"/>
            <p:cNvSpPr/>
            <p:nvPr/>
          </p:nvSpPr>
          <p:spPr>
            <a:xfrm>
              <a:off x="2458068" y="2557411"/>
              <a:ext cx="779883" cy="120447"/>
            </a:xfrm>
            <a:custGeom>
              <a:avLst/>
              <a:gdLst/>
              <a:ahLst/>
              <a:cxnLst/>
              <a:rect l="l" t="t" r="r" b="b"/>
              <a:pathLst>
                <a:path w="4390" h="678" extrusionOk="0">
                  <a:moveTo>
                    <a:pt x="4390" y="1"/>
                  </a:moveTo>
                  <a:lnTo>
                    <a:pt x="0" y="61"/>
                  </a:lnTo>
                  <a:lnTo>
                    <a:pt x="34" y="293"/>
                  </a:lnTo>
                  <a:lnTo>
                    <a:pt x="2125" y="677"/>
                  </a:lnTo>
                  <a:lnTo>
                    <a:pt x="2125" y="671"/>
                  </a:lnTo>
                  <a:lnTo>
                    <a:pt x="3554" y="573"/>
                  </a:lnTo>
                  <a:lnTo>
                    <a:pt x="4379" y="237"/>
                  </a:lnTo>
                  <a:lnTo>
                    <a:pt x="43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49"/>
            <p:cNvSpPr/>
            <p:nvPr/>
          </p:nvSpPr>
          <p:spPr>
            <a:xfrm>
              <a:off x="2374750" y="2489726"/>
              <a:ext cx="881322" cy="158286"/>
            </a:xfrm>
            <a:custGeom>
              <a:avLst/>
              <a:gdLst/>
              <a:ahLst/>
              <a:cxnLst/>
              <a:rect l="l" t="t" r="r" b="b"/>
              <a:pathLst>
                <a:path w="4961" h="891" extrusionOk="0">
                  <a:moveTo>
                    <a:pt x="3052" y="1"/>
                  </a:moveTo>
                  <a:cubicBezTo>
                    <a:pt x="1637" y="1"/>
                    <a:pt x="1" y="263"/>
                    <a:pt x="589" y="569"/>
                  </a:cubicBezTo>
                  <a:cubicBezTo>
                    <a:pt x="993" y="779"/>
                    <a:pt x="1947" y="890"/>
                    <a:pt x="2852" y="890"/>
                  </a:cubicBezTo>
                  <a:cubicBezTo>
                    <a:pt x="3942" y="890"/>
                    <a:pt x="4960" y="729"/>
                    <a:pt x="4859" y="382"/>
                  </a:cubicBezTo>
                  <a:cubicBezTo>
                    <a:pt x="4779" y="109"/>
                    <a:pt x="3961" y="1"/>
                    <a:pt x="30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49"/>
            <p:cNvSpPr/>
            <p:nvPr/>
          </p:nvSpPr>
          <p:spPr>
            <a:xfrm>
              <a:off x="2759187" y="2018950"/>
              <a:ext cx="166458" cy="289569"/>
            </a:xfrm>
            <a:custGeom>
              <a:avLst/>
              <a:gdLst/>
              <a:ahLst/>
              <a:cxnLst/>
              <a:rect l="l" t="t" r="r" b="b"/>
              <a:pathLst>
                <a:path w="937" h="1630" extrusionOk="0">
                  <a:moveTo>
                    <a:pt x="808" y="0"/>
                  </a:moveTo>
                  <a:cubicBezTo>
                    <a:pt x="766" y="0"/>
                    <a:pt x="722" y="35"/>
                    <a:pt x="723" y="86"/>
                  </a:cubicBezTo>
                  <a:cubicBezTo>
                    <a:pt x="733" y="533"/>
                    <a:pt x="155" y="397"/>
                    <a:pt x="42" y="759"/>
                  </a:cubicBezTo>
                  <a:cubicBezTo>
                    <a:pt x="1" y="893"/>
                    <a:pt x="28" y="1043"/>
                    <a:pt x="121" y="1149"/>
                  </a:cubicBezTo>
                  <a:cubicBezTo>
                    <a:pt x="260" y="1308"/>
                    <a:pt x="553" y="1275"/>
                    <a:pt x="521" y="1541"/>
                  </a:cubicBezTo>
                  <a:cubicBezTo>
                    <a:pt x="514" y="1588"/>
                    <a:pt x="549" y="1629"/>
                    <a:pt x="597" y="1629"/>
                  </a:cubicBezTo>
                  <a:cubicBezTo>
                    <a:pt x="600" y="1629"/>
                    <a:pt x="602" y="1629"/>
                    <a:pt x="604" y="1629"/>
                  </a:cubicBezTo>
                  <a:cubicBezTo>
                    <a:pt x="782" y="1614"/>
                    <a:pt x="843" y="1426"/>
                    <a:pt x="787" y="1273"/>
                  </a:cubicBezTo>
                  <a:cubicBezTo>
                    <a:pt x="756" y="1185"/>
                    <a:pt x="689" y="1120"/>
                    <a:pt x="610" y="1070"/>
                  </a:cubicBezTo>
                  <a:cubicBezTo>
                    <a:pt x="536" y="1020"/>
                    <a:pt x="323" y="977"/>
                    <a:pt x="363" y="859"/>
                  </a:cubicBezTo>
                  <a:cubicBezTo>
                    <a:pt x="388" y="782"/>
                    <a:pt x="562" y="774"/>
                    <a:pt x="629" y="739"/>
                  </a:cubicBezTo>
                  <a:cubicBezTo>
                    <a:pt x="708" y="698"/>
                    <a:pt x="776" y="637"/>
                    <a:pt x="825" y="564"/>
                  </a:cubicBezTo>
                  <a:cubicBezTo>
                    <a:pt x="935" y="406"/>
                    <a:pt x="937" y="227"/>
                    <a:pt x="875" y="50"/>
                  </a:cubicBezTo>
                  <a:cubicBezTo>
                    <a:pt x="863" y="15"/>
                    <a:pt x="836" y="0"/>
                    <a:pt x="8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49"/>
            <p:cNvSpPr/>
            <p:nvPr/>
          </p:nvSpPr>
          <p:spPr>
            <a:xfrm>
              <a:off x="2682086" y="2237106"/>
              <a:ext cx="89713" cy="74613"/>
            </a:xfrm>
            <a:custGeom>
              <a:avLst/>
              <a:gdLst/>
              <a:ahLst/>
              <a:cxnLst/>
              <a:rect l="l" t="t" r="r" b="b"/>
              <a:pathLst>
                <a:path w="505" h="420" extrusionOk="0">
                  <a:moveTo>
                    <a:pt x="164" y="0"/>
                  </a:moveTo>
                  <a:cubicBezTo>
                    <a:pt x="140" y="0"/>
                    <a:pt x="115" y="3"/>
                    <a:pt x="90" y="7"/>
                  </a:cubicBezTo>
                  <a:cubicBezTo>
                    <a:pt x="10" y="19"/>
                    <a:pt x="1" y="113"/>
                    <a:pt x="64" y="152"/>
                  </a:cubicBezTo>
                  <a:cubicBezTo>
                    <a:pt x="82" y="164"/>
                    <a:pt x="97" y="189"/>
                    <a:pt x="112" y="207"/>
                  </a:cubicBezTo>
                  <a:cubicBezTo>
                    <a:pt x="135" y="232"/>
                    <a:pt x="158" y="250"/>
                    <a:pt x="180" y="277"/>
                  </a:cubicBezTo>
                  <a:cubicBezTo>
                    <a:pt x="214" y="319"/>
                    <a:pt x="240" y="391"/>
                    <a:pt x="298" y="411"/>
                  </a:cubicBezTo>
                  <a:cubicBezTo>
                    <a:pt x="314" y="417"/>
                    <a:pt x="330" y="419"/>
                    <a:pt x="345" y="419"/>
                  </a:cubicBezTo>
                  <a:cubicBezTo>
                    <a:pt x="374" y="419"/>
                    <a:pt x="402" y="408"/>
                    <a:pt x="424" y="383"/>
                  </a:cubicBezTo>
                  <a:cubicBezTo>
                    <a:pt x="504" y="294"/>
                    <a:pt x="432" y="160"/>
                    <a:pt x="363" y="86"/>
                  </a:cubicBezTo>
                  <a:cubicBezTo>
                    <a:pt x="305" y="24"/>
                    <a:pt x="239" y="0"/>
                    <a:pt x="1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49"/>
            <p:cNvSpPr/>
            <p:nvPr/>
          </p:nvSpPr>
          <p:spPr>
            <a:xfrm>
              <a:off x="2951939" y="2193759"/>
              <a:ext cx="90601" cy="70705"/>
            </a:xfrm>
            <a:custGeom>
              <a:avLst/>
              <a:gdLst/>
              <a:ahLst/>
              <a:cxnLst/>
              <a:rect l="l" t="t" r="r" b="b"/>
              <a:pathLst>
                <a:path w="510" h="398" extrusionOk="0">
                  <a:moveTo>
                    <a:pt x="359" y="0"/>
                  </a:moveTo>
                  <a:cubicBezTo>
                    <a:pt x="334" y="0"/>
                    <a:pt x="308" y="4"/>
                    <a:pt x="287" y="10"/>
                  </a:cubicBezTo>
                  <a:cubicBezTo>
                    <a:pt x="244" y="21"/>
                    <a:pt x="204" y="41"/>
                    <a:pt x="165" y="64"/>
                  </a:cubicBezTo>
                  <a:cubicBezTo>
                    <a:pt x="80" y="118"/>
                    <a:pt x="26" y="192"/>
                    <a:pt x="9" y="292"/>
                  </a:cubicBezTo>
                  <a:cubicBezTo>
                    <a:pt x="1" y="344"/>
                    <a:pt x="45" y="398"/>
                    <a:pt x="96" y="398"/>
                  </a:cubicBezTo>
                  <a:cubicBezTo>
                    <a:pt x="107" y="398"/>
                    <a:pt x="117" y="395"/>
                    <a:pt x="128" y="390"/>
                  </a:cubicBezTo>
                  <a:cubicBezTo>
                    <a:pt x="189" y="361"/>
                    <a:pt x="248" y="325"/>
                    <a:pt x="306" y="293"/>
                  </a:cubicBezTo>
                  <a:cubicBezTo>
                    <a:pt x="364" y="259"/>
                    <a:pt x="466" y="233"/>
                    <a:pt x="491" y="160"/>
                  </a:cubicBezTo>
                  <a:cubicBezTo>
                    <a:pt x="510" y="112"/>
                    <a:pt x="499" y="74"/>
                    <a:pt x="465" y="37"/>
                  </a:cubicBezTo>
                  <a:cubicBezTo>
                    <a:pt x="440" y="10"/>
                    <a:pt x="399" y="0"/>
                    <a:pt x="3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49"/>
            <p:cNvSpPr/>
            <p:nvPr/>
          </p:nvSpPr>
          <p:spPr>
            <a:xfrm>
              <a:off x="2577450" y="2559720"/>
              <a:ext cx="41925" cy="66263"/>
            </a:xfrm>
            <a:custGeom>
              <a:avLst/>
              <a:gdLst/>
              <a:ahLst/>
              <a:cxnLst/>
              <a:rect l="l" t="t" r="r" b="b"/>
              <a:pathLst>
                <a:path w="236" h="373" extrusionOk="0">
                  <a:moveTo>
                    <a:pt x="115" y="1"/>
                  </a:moveTo>
                  <a:cubicBezTo>
                    <a:pt x="101" y="1"/>
                    <a:pt x="87" y="4"/>
                    <a:pt x="75" y="12"/>
                  </a:cubicBezTo>
                  <a:cubicBezTo>
                    <a:pt x="17" y="49"/>
                    <a:pt x="3" y="117"/>
                    <a:pt x="1" y="182"/>
                  </a:cubicBezTo>
                  <a:cubicBezTo>
                    <a:pt x="0" y="250"/>
                    <a:pt x="11" y="325"/>
                    <a:pt x="75" y="360"/>
                  </a:cubicBezTo>
                  <a:cubicBezTo>
                    <a:pt x="90" y="369"/>
                    <a:pt x="106" y="373"/>
                    <a:pt x="122" y="373"/>
                  </a:cubicBezTo>
                  <a:cubicBezTo>
                    <a:pt x="147" y="373"/>
                    <a:pt x="170" y="364"/>
                    <a:pt x="189" y="346"/>
                  </a:cubicBezTo>
                  <a:cubicBezTo>
                    <a:pt x="236" y="301"/>
                    <a:pt x="231" y="243"/>
                    <a:pt x="226" y="182"/>
                  </a:cubicBezTo>
                  <a:cubicBezTo>
                    <a:pt x="223" y="129"/>
                    <a:pt x="219" y="64"/>
                    <a:pt x="177" y="25"/>
                  </a:cubicBezTo>
                  <a:cubicBezTo>
                    <a:pt x="160" y="10"/>
                    <a:pt x="137" y="1"/>
                    <a:pt x="1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49"/>
            <p:cNvSpPr/>
            <p:nvPr/>
          </p:nvSpPr>
          <p:spPr>
            <a:xfrm>
              <a:off x="2588464" y="2656362"/>
              <a:ext cx="85983" cy="175163"/>
            </a:xfrm>
            <a:custGeom>
              <a:avLst/>
              <a:gdLst/>
              <a:ahLst/>
              <a:cxnLst/>
              <a:rect l="l" t="t" r="r" b="b"/>
              <a:pathLst>
                <a:path w="484" h="986" extrusionOk="0">
                  <a:moveTo>
                    <a:pt x="115" y="1"/>
                  </a:moveTo>
                  <a:cubicBezTo>
                    <a:pt x="80" y="1"/>
                    <a:pt x="47" y="20"/>
                    <a:pt x="39" y="62"/>
                  </a:cubicBezTo>
                  <a:cubicBezTo>
                    <a:pt x="1" y="245"/>
                    <a:pt x="14" y="415"/>
                    <a:pt x="66" y="594"/>
                  </a:cubicBezTo>
                  <a:cubicBezTo>
                    <a:pt x="106" y="732"/>
                    <a:pt x="153" y="954"/>
                    <a:pt x="317" y="984"/>
                  </a:cubicBezTo>
                  <a:cubicBezTo>
                    <a:pt x="323" y="985"/>
                    <a:pt x="330" y="985"/>
                    <a:pt x="337" y="985"/>
                  </a:cubicBezTo>
                  <a:cubicBezTo>
                    <a:pt x="370" y="985"/>
                    <a:pt x="407" y="973"/>
                    <a:pt x="420" y="942"/>
                  </a:cubicBezTo>
                  <a:cubicBezTo>
                    <a:pt x="484" y="801"/>
                    <a:pt x="388" y="682"/>
                    <a:pt x="342" y="547"/>
                  </a:cubicBezTo>
                  <a:cubicBezTo>
                    <a:pt x="289" y="386"/>
                    <a:pt x="253" y="222"/>
                    <a:pt x="203" y="62"/>
                  </a:cubicBezTo>
                  <a:cubicBezTo>
                    <a:pt x="191" y="23"/>
                    <a:pt x="152" y="1"/>
                    <a:pt x="1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49"/>
            <p:cNvSpPr/>
            <p:nvPr/>
          </p:nvSpPr>
          <p:spPr>
            <a:xfrm>
              <a:off x="2737514" y="2715875"/>
              <a:ext cx="31799" cy="24693"/>
            </a:xfrm>
            <a:custGeom>
              <a:avLst/>
              <a:gdLst/>
              <a:ahLst/>
              <a:cxnLst/>
              <a:rect l="l" t="t" r="r" b="b"/>
              <a:pathLst>
                <a:path w="179" h="139" extrusionOk="0">
                  <a:moveTo>
                    <a:pt x="90" y="0"/>
                  </a:moveTo>
                  <a:cubicBezTo>
                    <a:pt x="1" y="0"/>
                    <a:pt x="1" y="138"/>
                    <a:pt x="90" y="138"/>
                  </a:cubicBezTo>
                  <a:cubicBezTo>
                    <a:pt x="179" y="138"/>
                    <a:pt x="179" y="0"/>
                    <a:pt x="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49"/>
            <p:cNvSpPr/>
            <p:nvPr/>
          </p:nvSpPr>
          <p:spPr>
            <a:xfrm>
              <a:off x="2859382" y="2764197"/>
              <a:ext cx="55427" cy="55249"/>
            </a:xfrm>
            <a:custGeom>
              <a:avLst/>
              <a:gdLst/>
              <a:ahLst/>
              <a:cxnLst/>
              <a:rect l="l" t="t" r="r" b="b"/>
              <a:pathLst>
                <a:path w="312" h="311" extrusionOk="0">
                  <a:moveTo>
                    <a:pt x="147" y="1"/>
                  </a:moveTo>
                  <a:cubicBezTo>
                    <a:pt x="129" y="1"/>
                    <a:pt x="113" y="6"/>
                    <a:pt x="96" y="14"/>
                  </a:cubicBezTo>
                  <a:cubicBezTo>
                    <a:pt x="77" y="20"/>
                    <a:pt x="61" y="30"/>
                    <a:pt x="46" y="45"/>
                  </a:cubicBezTo>
                  <a:cubicBezTo>
                    <a:pt x="31" y="60"/>
                    <a:pt x="21" y="76"/>
                    <a:pt x="15" y="95"/>
                  </a:cubicBezTo>
                  <a:cubicBezTo>
                    <a:pt x="4" y="114"/>
                    <a:pt x="0" y="134"/>
                    <a:pt x="1" y="156"/>
                  </a:cubicBezTo>
                  <a:lnTo>
                    <a:pt x="6" y="197"/>
                  </a:lnTo>
                  <a:cubicBezTo>
                    <a:pt x="15" y="222"/>
                    <a:pt x="27" y="245"/>
                    <a:pt x="46" y="264"/>
                  </a:cubicBezTo>
                  <a:cubicBezTo>
                    <a:pt x="57" y="272"/>
                    <a:pt x="67" y="281"/>
                    <a:pt x="77" y="289"/>
                  </a:cubicBezTo>
                  <a:cubicBezTo>
                    <a:pt x="102" y="303"/>
                    <a:pt x="127" y="309"/>
                    <a:pt x="155" y="310"/>
                  </a:cubicBezTo>
                  <a:cubicBezTo>
                    <a:pt x="157" y="310"/>
                    <a:pt x="159" y="310"/>
                    <a:pt x="160" y="310"/>
                  </a:cubicBezTo>
                  <a:cubicBezTo>
                    <a:pt x="181" y="310"/>
                    <a:pt x="198" y="306"/>
                    <a:pt x="215" y="298"/>
                  </a:cubicBezTo>
                  <a:cubicBezTo>
                    <a:pt x="235" y="291"/>
                    <a:pt x="251" y="281"/>
                    <a:pt x="265" y="265"/>
                  </a:cubicBezTo>
                  <a:cubicBezTo>
                    <a:pt x="281" y="252"/>
                    <a:pt x="291" y="235"/>
                    <a:pt x="297" y="216"/>
                  </a:cubicBezTo>
                  <a:cubicBezTo>
                    <a:pt x="307" y="198"/>
                    <a:pt x="311" y="177"/>
                    <a:pt x="310" y="156"/>
                  </a:cubicBezTo>
                  <a:cubicBezTo>
                    <a:pt x="307" y="140"/>
                    <a:pt x="306" y="127"/>
                    <a:pt x="305" y="114"/>
                  </a:cubicBezTo>
                  <a:cubicBezTo>
                    <a:pt x="297" y="88"/>
                    <a:pt x="285" y="65"/>
                    <a:pt x="265" y="45"/>
                  </a:cubicBezTo>
                  <a:cubicBezTo>
                    <a:pt x="255" y="38"/>
                    <a:pt x="245" y="29"/>
                    <a:pt x="235" y="22"/>
                  </a:cubicBezTo>
                  <a:cubicBezTo>
                    <a:pt x="210" y="7"/>
                    <a:pt x="184" y="1"/>
                    <a:pt x="157" y="1"/>
                  </a:cubicBezTo>
                  <a:cubicBezTo>
                    <a:pt x="154" y="1"/>
                    <a:pt x="150" y="1"/>
                    <a:pt x="1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49"/>
            <p:cNvSpPr/>
            <p:nvPr/>
          </p:nvSpPr>
          <p:spPr>
            <a:xfrm>
              <a:off x="2982672" y="2707526"/>
              <a:ext cx="36418" cy="28246"/>
            </a:xfrm>
            <a:custGeom>
              <a:avLst/>
              <a:gdLst/>
              <a:ahLst/>
              <a:cxnLst/>
              <a:rect l="l" t="t" r="r" b="b"/>
              <a:pathLst>
                <a:path w="205" h="159" extrusionOk="0">
                  <a:moveTo>
                    <a:pt x="102" y="0"/>
                  </a:moveTo>
                  <a:cubicBezTo>
                    <a:pt x="0" y="0"/>
                    <a:pt x="0" y="159"/>
                    <a:pt x="102" y="159"/>
                  </a:cubicBezTo>
                  <a:cubicBezTo>
                    <a:pt x="205" y="159"/>
                    <a:pt x="205" y="0"/>
                    <a:pt x="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49"/>
            <p:cNvSpPr/>
            <p:nvPr/>
          </p:nvSpPr>
          <p:spPr>
            <a:xfrm>
              <a:off x="3064569" y="2684076"/>
              <a:ext cx="26115" cy="29135"/>
            </a:xfrm>
            <a:custGeom>
              <a:avLst/>
              <a:gdLst/>
              <a:ahLst/>
              <a:cxnLst/>
              <a:rect l="l" t="t" r="r" b="b"/>
              <a:pathLst>
                <a:path w="147" h="164" extrusionOk="0">
                  <a:moveTo>
                    <a:pt x="80" y="1"/>
                  </a:moveTo>
                  <a:cubicBezTo>
                    <a:pt x="77" y="1"/>
                    <a:pt x="75" y="1"/>
                    <a:pt x="72" y="2"/>
                  </a:cubicBezTo>
                  <a:cubicBezTo>
                    <a:pt x="66" y="2"/>
                    <a:pt x="61" y="3"/>
                    <a:pt x="56" y="5"/>
                  </a:cubicBezTo>
                  <a:cubicBezTo>
                    <a:pt x="48" y="8"/>
                    <a:pt x="40" y="12"/>
                    <a:pt x="35" y="18"/>
                  </a:cubicBezTo>
                  <a:cubicBezTo>
                    <a:pt x="31" y="23"/>
                    <a:pt x="29" y="26"/>
                    <a:pt x="25" y="30"/>
                  </a:cubicBezTo>
                  <a:cubicBezTo>
                    <a:pt x="22" y="33"/>
                    <a:pt x="20" y="36"/>
                    <a:pt x="17" y="40"/>
                  </a:cubicBezTo>
                  <a:cubicBezTo>
                    <a:pt x="11" y="46"/>
                    <a:pt x="7" y="55"/>
                    <a:pt x="5" y="65"/>
                  </a:cubicBezTo>
                  <a:lnTo>
                    <a:pt x="5" y="66"/>
                  </a:lnTo>
                  <a:cubicBezTo>
                    <a:pt x="4" y="72"/>
                    <a:pt x="2" y="80"/>
                    <a:pt x="2" y="86"/>
                  </a:cubicBezTo>
                  <a:cubicBezTo>
                    <a:pt x="2" y="89"/>
                    <a:pt x="2" y="91"/>
                    <a:pt x="0" y="95"/>
                  </a:cubicBezTo>
                  <a:cubicBezTo>
                    <a:pt x="2" y="101"/>
                    <a:pt x="2" y="107"/>
                    <a:pt x="4" y="113"/>
                  </a:cubicBezTo>
                  <a:cubicBezTo>
                    <a:pt x="6" y="122"/>
                    <a:pt x="10" y="129"/>
                    <a:pt x="16" y="136"/>
                  </a:cubicBezTo>
                  <a:cubicBezTo>
                    <a:pt x="19" y="141"/>
                    <a:pt x="24" y="145"/>
                    <a:pt x="29" y="148"/>
                  </a:cubicBezTo>
                  <a:cubicBezTo>
                    <a:pt x="35" y="155"/>
                    <a:pt x="42" y="159"/>
                    <a:pt x="52" y="162"/>
                  </a:cubicBezTo>
                  <a:cubicBezTo>
                    <a:pt x="58" y="163"/>
                    <a:pt x="65" y="163"/>
                    <a:pt x="70" y="164"/>
                  </a:cubicBezTo>
                  <a:cubicBezTo>
                    <a:pt x="76" y="163"/>
                    <a:pt x="82" y="163"/>
                    <a:pt x="87" y="162"/>
                  </a:cubicBezTo>
                  <a:cubicBezTo>
                    <a:pt x="97" y="159"/>
                    <a:pt x="104" y="155"/>
                    <a:pt x="111" y="148"/>
                  </a:cubicBezTo>
                  <a:cubicBezTo>
                    <a:pt x="118" y="143"/>
                    <a:pt x="123" y="137"/>
                    <a:pt x="128" y="129"/>
                  </a:cubicBezTo>
                  <a:cubicBezTo>
                    <a:pt x="129" y="127"/>
                    <a:pt x="131" y="125"/>
                    <a:pt x="132" y="123"/>
                  </a:cubicBezTo>
                  <a:lnTo>
                    <a:pt x="133" y="122"/>
                  </a:lnTo>
                  <a:cubicBezTo>
                    <a:pt x="135" y="119"/>
                    <a:pt x="137" y="116"/>
                    <a:pt x="138" y="113"/>
                  </a:cubicBezTo>
                  <a:cubicBezTo>
                    <a:pt x="141" y="103"/>
                    <a:pt x="144" y="95"/>
                    <a:pt x="144" y="86"/>
                  </a:cubicBezTo>
                  <a:cubicBezTo>
                    <a:pt x="147" y="81"/>
                    <a:pt x="147" y="80"/>
                    <a:pt x="147" y="79"/>
                  </a:cubicBezTo>
                  <a:cubicBezTo>
                    <a:pt x="147" y="74"/>
                    <a:pt x="147" y="69"/>
                    <a:pt x="145" y="63"/>
                  </a:cubicBezTo>
                  <a:cubicBezTo>
                    <a:pt x="144" y="58"/>
                    <a:pt x="144" y="51"/>
                    <a:pt x="143" y="46"/>
                  </a:cubicBezTo>
                  <a:cubicBezTo>
                    <a:pt x="140" y="41"/>
                    <a:pt x="139" y="36"/>
                    <a:pt x="137" y="31"/>
                  </a:cubicBezTo>
                  <a:cubicBezTo>
                    <a:pt x="132" y="28"/>
                    <a:pt x="129" y="23"/>
                    <a:pt x="126" y="18"/>
                  </a:cubicBezTo>
                  <a:cubicBezTo>
                    <a:pt x="119" y="12"/>
                    <a:pt x="113" y="8"/>
                    <a:pt x="106" y="5"/>
                  </a:cubicBezTo>
                  <a:cubicBezTo>
                    <a:pt x="101" y="3"/>
                    <a:pt x="96" y="2"/>
                    <a:pt x="88" y="2"/>
                  </a:cubicBezTo>
                  <a:cubicBezTo>
                    <a:pt x="86" y="1"/>
                    <a:pt x="83" y="1"/>
                    <a:pt x="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49"/>
            <p:cNvSpPr/>
            <p:nvPr/>
          </p:nvSpPr>
          <p:spPr>
            <a:xfrm>
              <a:off x="3001503" y="2795286"/>
              <a:ext cx="25049" cy="25226"/>
            </a:xfrm>
            <a:custGeom>
              <a:avLst/>
              <a:gdLst/>
              <a:ahLst/>
              <a:cxnLst/>
              <a:rect l="l" t="t" r="r" b="b"/>
              <a:pathLst>
                <a:path w="141" h="142" extrusionOk="0">
                  <a:moveTo>
                    <a:pt x="70" y="0"/>
                  </a:moveTo>
                  <a:cubicBezTo>
                    <a:pt x="60" y="0"/>
                    <a:pt x="52" y="1"/>
                    <a:pt x="43" y="6"/>
                  </a:cubicBezTo>
                  <a:cubicBezTo>
                    <a:pt x="34" y="8"/>
                    <a:pt x="27" y="14"/>
                    <a:pt x="21" y="21"/>
                  </a:cubicBezTo>
                  <a:cubicBezTo>
                    <a:pt x="14" y="27"/>
                    <a:pt x="9" y="34"/>
                    <a:pt x="7" y="43"/>
                  </a:cubicBezTo>
                  <a:cubicBezTo>
                    <a:pt x="2" y="52"/>
                    <a:pt x="0" y="62"/>
                    <a:pt x="0" y="70"/>
                  </a:cubicBezTo>
                  <a:lnTo>
                    <a:pt x="2" y="89"/>
                  </a:lnTo>
                  <a:cubicBezTo>
                    <a:pt x="7" y="101"/>
                    <a:pt x="12" y="111"/>
                    <a:pt x="21" y="120"/>
                  </a:cubicBezTo>
                  <a:cubicBezTo>
                    <a:pt x="26" y="124"/>
                    <a:pt x="29" y="128"/>
                    <a:pt x="34" y="131"/>
                  </a:cubicBezTo>
                  <a:cubicBezTo>
                    <a:pt x="46" y="138"/>
                    <a:pt x="58" y="141"/>
                    <a:pt x="70" y="141"/>
                  </a:cubicBezTo>
                  <a:cubicBezTo>
                    <a:pt x="80" y="141"/>
                    <a:pt x="89" y="140"/>
                    <a:pt x="98" y="135"/>
                  </a:cubicBezTo>
                  <a:cubicBezTo>
                    <a:pt x="106" y="133"/>
                    <a:pt x="114" y="128"/>
                    <a:pt x="120" y="121"/>
                  </a:cubicBezTo>
                  <a:cubicBezTo>
                    <a:pt x="126" y="115"/>
                    <a:pt x="131" y="108"/>
                    <a:pt x="134" y="98"/>
                  </a:cubicBezTo>
                  <a:cubicBezTo>
                    <a:pt x="139" y="89"/>
                    <a:pt x="141" y="80"/>
                    <a:pt x="141" y="72"/>
                  </a:cubicBezTo>
                  <a:lnTo>
                    <a:pt x="139" y="52"/>
                  </a:lnTo>
                  <a:cubicBezTo>
                    <a:pt x="134" y="41"/>
                    <a:pt x="129" y="31"/>
                    <a:pt x="120" y="22"/>
                  </a:cubicBezTo>
                  <a:cubicBezTo>
                    <a:pt x="115" y="18"/>
                    <a:pt x="111" y="14"/>
                    <a:pt x="106" y="10"/>
                  </a:cubicBezTo>
                  <a:cubicBezTo>
                    <a:pt x="95" y="3"/>
                    <a:pt x="83" y="0"/>
                    <a:pt x="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49"/>
            <p:cNvSpPr/>
            <p:nvPr/>
          </p:nvSpPr>
          <p:spPr>
            <a:xfrm>
              <a:off x="2761852" y="2803990"/>
              <a:ext cx="35708" cy="27713"/>
            </a:xfrm>
            <a:custGeom>
              <a:avLst/>
              <a:gdLst/>
              <a:ahLst/>
              <a:cxnLst/>
              <a:rect l="l" t="t" r="r" b="b"/>
              <a:pathLst>
                <a:path w="201" h="156" extrusionOk="0">
                  <a:moveTo>
                    <a:pt x="101" y="0"/>
                  </a:moveTo>
                  <a:cubicBezTo>
                    <a:pt x="1" y="0"/>
                    <a:pt x="1" y="156"/>
                    <a:pt x="101" y="156"/>
                  </a:cubicBezTo>
                  <a:cubicBezTo>
                    <a:pt x="200" y="156"/>
                    <a:pt x="200" y="0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49"/>
            <p:cNvSpPr/>
            <p:nvPr/>
          </p:nvSpPr>
          <p:spPr>
            <a:xfrm>
              <a:off x="2541920" y="2709125"/>
              <a:ext cx="15633" cy="12080"/>
            </a:xfrm>
            <a:custGeom>
              <a:avLst/>
              <a:gdLst/>
              <a:ahLst/>
              <a:cxnLst/>
              <a:rect l="l" t="t" r="r" b="b"/>
              <a:pathLst>
                <a:path w="88" h="68" extrusionOk="0">
                  <a:moveTo>
                    <a:pt x="45" y="0"/>
                  </a:moveTo>
                  <a:cubicBezTo>
                    <a:pt x="1" y="0"/>
                    <a:pt x="1" y="68"/>
                    <a:pt x="45" y="68"/>
                  </a:cubicBezTo>
                  <a:cubicBezTo>
                    <a:pt x="88" y="67"/>
                    <a:pt x="88" y="0"/>
                    <a:pt x="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49"/>
            <p:cNvSpPr/>
            <p:nvPr/>
          </p:nvSpPr>
          <p:spPr>
            <a:xfrm>
              <a:off x="2841973" y="2466453"/>
              <a:ext cx="46189" cy="46544"/>
            </a:xfrm>
            <a:custGeom>
              <a:avLst/>
              <a:gdLst/>
              <a:ahLst/>
              <a:cxnLst/>
              <a:rect l="l" t="t" r="r" b="b"/>
              <a:pathLst>
                <a:path w="260" h="262" extrusionOk="0">
                  <a:moveTo>
                    <a:pt x="124" y="0"/>
                  </a:moveTo>
                  <a:cubicBezTo>
                    <a:pt x="109" y="0"/>
                    <a:pt x="94" y="3"/>
                    <a:pt x="81" y="12"/>
                  </a:cubicBezTo>
                  <a:cubicBezTo>
                    <a:pt x="65" y="17"/>
                    <a:pt x="51" y="26"/>
                    <a:pt x="39" y="38"/>
                  </a:cubicBezTo>
                  <a:cubicBezTo>
                    <a:pt x="26" y="50"/>
                    <a:pt x="16" y="64"/>
                    <a:pt x="11" y="81"/>
                  </a:cubicBezTo>
                  <a:cubicBezTo>
                    <a:pt x="4" y="96"/>
                    <a:pt x="0" y="113"/>
                    <a:pt x="0" y="130"/>
                  </a:cubicBezTo>
                  <a:cubicBezTo>
                    <a:pt x="1" y="141"/>
                    <a:pt x="3" y="154"/>
                    <a:pt x="5" y="165"/>
                  </a:cubicBezTo>
                  <a:cubicBezTo>
                    <a:pt x="11" y="187"/>
                    <a:pt x="22" y="206"/>
                    <a:pt x="39" y="222"/>
                  </a:cubicBezTo>
                  <a:lnTo>
                    <a:pt x="65" y="243"/>
                  </a:lnTo>
                  <a:cubicBezTo>
                    <a:pt x="85" y="255"/>
                    <a:pt x="106" y="261"/>
                    <a:pt x="129" y="261"/>
                  </a:cubicBezTo>
                  <a:cubicBezTo>
                    <a:pt x="131" y="261"/>
                    <a:pt x="133" y="261"/>
                    <a:pt x="135" y="261"/>
                  </a:cubicBezTo>
                  <a:cubicBezTo>
                    <a:pt x="151" y="261"/>
                    <a:pt x="165" y="257"/>
                    <a:pt x="179" y="250"/>
                  </a:cubicBezTo>
                  <a:cubicBezTo>
                    <a:pt x="196" y="245"/>
                    <a:pt x="209" y="236"/>
                    <a:pt x="221" y="222"/>
                  </a:cubicBezTo>
                  <a:cubicBezTo>
                    <a:pt x="234" y="211"/>
                    <a:pt x="244" y="197"/>
                    <a:pt x="249" y="180"/>
                  </a:cubicBezTo>
                  <a:cubicBezTo>
                    <a:pt x="256" y="165"/>
                    <a:pt x="260" y="149"/>
                    <a:pt x="260" y="130"/>
                  </a:cubicBezTo>
                  <a:lnTo>
                    <a:pt x="255" y="96"/>
                  </a:lnTo>
                  <a:cubicBezTo>
                    <a:pt x="249" y="74"/>
                    <a:pt x="238" y="56"/>
                    <a:pt x="221" y="38"/>
                  </a:cubicBezTo>
                  <a:lnTo>
                    <a:pt x="196" y="18"/>
                  </a:lnTo>
                  <a:cubicBezTo>
                    <a:pt x="175" y="6"/>
                    <a:pt x="154" y="0"/>
                    <a:pt x="131" y="0"/>
                  </a:cubicBezTo>
                  <a:cubicBezTo>
                    <a:pt x="129" y="0"/>
                    <a:pt x="127" y="0"/>
                    <a:pt x="1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49"/>
            <p:cNvSpPr/>
            <p:nvPr/>
          </p:nvSpPr>
          <p:spPr>
            <a:xfrm>
              <a:off x="3056220" y="2491147"/>
              <a:ext cx="24160" cy="23805"/>
            </a:xfrm>
            <a:custGeom>
              <a:avLst/>
              <a:gdLst/>
              <a:ahLst/>
              <a:cxnLst/>
              <a:rect l="l" t="t" r="r" b="b"/>
              <a:pathLst>
                <a:path w="136" h="134" extrusionOk="0">
                  <a:moveTo>
                    <a:pt x="69" y="0"/>
                  </a:moveTo>
                  <a:cubicBezTo>
                    <a:pt x="63" y="1"/>
                    <a:pt x="58" y="1"/>
                    <a:pt x="52" y="4"/>
                  </a:cubicBezTo>
                  <a:cubicBezTo>
                    <a:pt x="40" y="6"/>
                    <a:pt x="31" y="12"/>
                    <a:pt x="22" y="20"/>
                  </a:cubicBezTo>
                  <a:cubicBezTo>
                    <a:pt x="18" y="24"/>
                    <a:pt x="16" y="29"/>
                    <a:pt x="12" y="32"/>
                  </a:cubicBezTo>
                  <a:cubicBezTo>
                    <a:pt x="7" y="40"/>
                    <a:pt x="5" y="48"/>
                    <a:pt x="5" y="57"/>
                  </a:cubicBezTo>
                  <a:lnTo>
                    <a:pt x="5" y="61"/>
                  </a:lnTo>
                  <a:cubicBezTo>
                    <a:pt x="5" y="62"/>
                    <a:pt x="2" y="62"/>
                    <a:pt x="2" y="63"/>
                  </a:cubicBezTo>
                  <a:cubicBezTo>
                    <a:pt x="0" y="71"/>
                    <a:pt x="0" y="78"/>
                    <a:pt x="1" y="85"/>
                  </a:cubicBezTo>
                  <a:cubicBezTo>
                    <a:pt x="1" y="90"/>
                    <a:pt x="2" y="96"/>
                    <a:pt x="6" y="99"/>
                  </a:cubicBezTo>
                  <a:cubicBezTo>
                    <a:pt x="8" y="106"/>
                    <a:pt x="12" y="112"/>
                    <a:pt x="17" y="117"/>
                  </a:cubicBezTo>
                  <a:cubicBezTo>
                    <a:pt x="21" y="119"/>
                    <a:pt x="25" y="123"/>
                    <a:pt x="28" y="126"/>
                  </a:cubicBezTo>
                  <a:cubicBezTo>
                    <a:pt x="32" y="127"/>
                    <a:pt x="37" y="129"/>
                    <a:pt x="41" y="131"/>
                  </a:cubicBezTo>
                  <a:cubicBezTo>
                    <a:pt x="46" y="133"/>
                    <a:pt x="50" y="133"/>
                    <a:pt x="54" y="133"/>
                  </a:cubicBezTo>
                  <a:cubicBezTo>
                    <a:pt x="57" y="133"/>
                    <a:pt x="60" y="133"/>
                    <a:pt x="63" y="132"/>
                  </a:cubicBezTo>
                  <a:cubicBezTo>
                    <a:pt x="66" y="132"/>
                    <a:pt x="68" y="131"/>
                    <a:pt x="71" y="131"/>
                  </a:cubicBezTo>
                  <a:cubicBezTo>
                    <a:pt x="78" y="131"/>
                    <a:pt x="86" y="129"/>
                    <a:pt x="92" y="126"/>
                  </a:cubicBezTo>
                  <a:cubicBezTo>
                    <a:pt x="100" y="123"/>
                    <a:pt x="108" y="118"/>
                    <a:pt x="113" y="112"/>
                  </a:cubicBezTo>
                  <a:cubicBezTo>
                    <a:pt x="119" y="106"/>
                    <a:pt x="124" y="99"/>
                    <a:pt x="127" y="92"/>
                  </a:cubicBezTo>
                  <a:cubicBezTo>
                    <a:pt x="130" y="83"/>
                    <a:pt x="133" y="75"/>
                    <a:pt x="132" y="66"/>
                  </a:cubicBezTo>
                  <a:cubicBezTo>
                    <a:pt x="135" y="57"/>
                    <a:pt x="133" y="48"/>
                    <a:pt x="129" y="40"/>
                  </a:cubicBezTo>
                  <a:cubicBezTo>
                    <a:pt x="127" y="32"/>
                    <a:pt x="122" y="25"/>
                    <a:pt x="115" y="20"/>
                  </a:cubicBezTo>
                  <a:cubicBezTo>
                    <a:pt x="112" y="16"/>
                    <a:pt x="107" y="14"/>
                    <a:pt x="103" y="10"/>
                  </a:cubicBezTo>
                  <a:cubicBezTo>
                    <a:pt x="92" y="4"/>
                    <a:pt x="81" y="0"/>
                    <a:pt x="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49"/>
            <p:cNvSpPr/>
            <p:nvPr/>
          </p:nvSpPr>
          <p:spPr>
            <a:xfrm>
              <a:off x="3122661" y="2499141"/>
              <a:ext cx="31977" cy="24871"/>
            </a:xfrm>
            <a:custGeom>
              <a:avLst/>
              <a:gdLst/>
              <a:ahLst/>
              <a:cxnLst/>
              <a:rect l="l" t="t" r="r" b="b"/>
              <a:pathLst>
                <a:path w="180" h="140" extrusionOk="0">
                  <a:moveTo>
                    <a:pt x="91" y="0"/>
                  </a:moveTo>
                  <a:cubicBezTo>
                    <a:pt x="1" y="0"/>
                    <a:pt x="1" y="140"/>
                    <a:pt x="91" y="140"/>
                  </a:cubicBezTo>
                  <a:cubicBezTo>
                    <a:pt x="180" y="139"/>
                    <a:pt x="180" y="0"/>
                    <a:pt x="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49"/>
            <p:cNvSpPr/>
            <p:nvPr/>
          </p:nvSpPr>
          <p:spPr>
            <a:xfrm>
              <a:off x="2733783" y="2570734"/>
              <a:ext cx="22029" cy="16877"/>
            </a:xfrm>
            <a:custGeom>
              <a:avLst/>
              <a:gdLst/>
              <a:ahLst/>
              <a:cxnLst/>
              <a:rect l="l" t="t" r="r" b="b"/>
              <a:pathLst>
                <a:path w="124" h="95" extrusionOk="0">
                  <a:moveTo>
                    <a:pt x="62" y="1"/>
                  </a:moveTo>
                  <a:cubicBezTo>
                    <a:pt x="0" y="1"/>
                    <a:pt x="0" y="95"/>
                    <a:pt x="62" y="95"/>
                  </a:cubicBezTo>
                  <a:cubicBezTo>
                    <a:pt x="62" y="95"/>
                    <a:pt x="62" y="95"/>
                    <a:pt x="63" y="95"/>
                  </a:cubicBezTo>
                  <a:cubicBezTo>
                    <a:pt x="123" y="95"/>
                    <a:pt x="123" y="1"/>
                    <a:pt x="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49"/>
            <p:cNvSpPr/>
            <p:nvPr/>
          </p:nvSpPr>
          <p:spPr>
            <a:xfrm>
              <a:off x="2527352" y="2514597"/>
              <a:ext cx="24871" cy="24516"/>
            </a:xfrm>
            <a:custGeom>
              <a:avLst/>
              <a:gdLst/>
              <a:ahLst/>
              <a:cxnLst/>
              <a:rect l="l" t="t" r="r" b="b"/>
              <a:pathLst>
                <a:path w="140" h="138" extrusionOk="0">
                  <a:moveTo>
                    <a:pt x="71" y="0"/>
                  </a:moveTo>
                  <a:cubicBezTo>
                    <a:pt x="61" y="0"/>
                    <a:pt x="52" y="1"/>
                    <a:pt x="43" y="7"/>
                  </a:cubicBezTo>
                  <a:cubicBezTo>
                    <a:pt x="34" y="10"/>
                    <a:pt x="28" y="15"/>
                    <a:pt x="21" y="21"/>
                  </a:cubicBezTo>
                  <a:cubicBezTo>
                    <a:pt x="15" y="27"/>
                    <a:pt x="10" y="35"/>
                    <a:pt x="7" y="42"/>
                  </a:cubicBezTo>
                  <a:cubicBezTo>
                    <a:pt x="3" y="51"/>
                    <a:pt x="1" y="59"/>
                    <a:pt x="1" y="69"/>
                  </a:cubicBezTo>
                  <a:cubicBezTo>
                    <a:pt x="2" y="76"/>
                    <a:pt x="2" y="81"/>
                    <a:pt x="3" y="87"/>
                  </a:cubicBezTo>
                  <a:cubicBezTo>
                    <a:pt x="7" y="99"/>
                    <a:pt x="12" y="109"/>
                    <a:pt x="21" y="118"/>
                  </a:cubicBezTo>
                  <a:cubicBezTo>
                    <a:pt x="27" y="122"/>
                    <a:pt x="31" y="125"/>
                    <a:pt x="36" y="128"/>
                  </a:cubicBezTo>
                  <a:cubicBezTo>
                    <a:pt x="46" y="134"/>
                    <a:pt x="57" y="138"/>
                    <a:pt x="71" y="138"/>
                  </a:cubicBezTo>
                  <a:cubicBezTo>
                    <a:pt x="79" y="138"/>
                    <a:pt x="88" y="136"/>
                    <a:pt x="97" y="130"/>
                  </a:cubicBezTo>
                  <a:cubicBezTo>
                    <a:pt x="106" y="128"/>
                    <a:pt x="112" y="123"/>
                    <a:pt x="119" y="117"/>
                  </a:cubicBezTo>
                  <a:cubicBezTo>
                    <a:pt x="125" y="110"/>
                    <a:pt x="130" y="103"/>
                    <a:pt x="133" y="95"/>
                  </a:cubicBezTo>
                  <a:cubicBezTo>
                    <a:pt x="137" y="87"/>
                    <a:pt x="139" y="78"/>
                    <a:pt x="139" y="68"/>
                  </a:cubicBezTo>
                  <a:cubicBezTo>
                    <a:pt x="138" y="63"/>
                    <a:pt x="138" y="57"/>
                    <a:pt x="137" y="51"/>
                  </a:cubicBezTo>
                  <a:cubicBezTo>
                    <a:pt x="133" y="38"/>
                    <a:pt x="128" y="28"/>
                    <a:pt x="119" y="20"/>
                  </a:cubicBezTo>
                  <a:cubicBezTo>
                    <a:pt x="114" y="16"/>
                    <a:pt x="109" y="12"/>
                    <a:pt x="104" y="10"/>
                  </a:cubicBezTo>
                  <a:cubicBezTo>
                    <a:pt x="94" y="2"/>
                    <a:pt x="83" y="0"/>
                    <a:pt x="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49"/>
            <p:cNvSpPr/>
            <p:nvPr/>
          </p:nvSpPr>
          <p:spPr>
            <a:xfrm>
              <a:off x="2902019" y="2441227"/>
              <a:ext cx="22384" cy="22384"/>
            </a:xfrm>
            <a:custGeom>
              <a:avLst/>
              <a:gdLst/>
              <a:ahLst/>
              <a:cxnLst/>
              <a:rect l="l" t="t" r="r" b="b"/>
              <a:pathLst>
                <a:path w="126" h="126" extrusionOk="0">
                  <a:moveTo>
                    <a:pt x="64" y="0"/>
                  </a:moveTo>
                  <a:cubicBezTo>
                    <a:pt x="55" y="0"/>
                    <a:pt x="47" y="1"/>
                    <a:pt x="40" y="5"/>
                  </a:cubicBezTo>
                  <a:cubicBezTo>
                    <a:pt x="31" y="8"/>
                    <a:pt x="25" y="11"/>
                    <a:pt x="19" y="18"/>
                  </a:cubicBezTo>
                  <a:cubicBezTo>
                    <a:pt x="13" y="24"/>
                    <a:pt x="9" y="31"/>
                    <a:pt x="6" y="39"/>
                  </a:cubicBezTo>
                  <a:cubicBezTo>
                    <a:pt x="3" y="46"/>
                    <a:pt x="1" y="54"/>
                    <a:pt x="1" y="62"/>
                  </a:cubicBezTo>
                  <a:cubicBezTo>
                    <a:pt x="3" y="68"/>
                    <a:pt x="3" y="75"/>
                    <a:pt x="4" y="79"/>
                  </a:cubicBezTo>
                  <a:cubicBezTo>
                    <a:pt x="6" y="89"/>
                    <a:pt x="11" y="98"/>
                    <a:pt x="19" y="106"/>
                  </a:cubicBezTo>
                  <a:lnTo>
                    <a:pt x="31" y="117"/>
                  </a:lnTo>
                  <a:cubicBezTo>
                    <a:pt x="42" y="122"/>
                    <a:pt x="52" y="126"/>
                    <a:pt x="62" y="126"/>
                  </a:cubicBezTo>
                  <a:cubicBezTo>
                    <a:pt x="71" y="126"/>
                    <a:pt x="80" y="124"/>
                    <a:pt x="87" y="121"/>
                  </a:cubicBezTo>
                  <a:cubicBezTo>
                    <a:pt x="95" y="118"/>
                    <a:pt x="101" y="114"/>
                    <a:pt x="107" y="108"/>
                  </a:cubicBezTo>
                  <a:cubicBezTo>
                    <a:pt x="113" y="102"/>
                    <a:pt x="117" y="95"/>
                    <a:pt x="120" y="87"/>
                  </a:cubicBezTo>
                  <a:cubicBezTo>
                    <a:pt x="124" y="79"/>
                    <a:pt x="126" y="72"/>
                    <a:pt x="126" y="62"/>
                  </a:cubicBezTo>
                  <a:cubicBezTo>
                    <a:pt x="124" y="57"/>
                    <a:pt x="124" y="51"/>
                    <a:pt x="123" y="46"/>
                  </a:cubicBezTo>
                  <a:cubicBezTo>
                    <a:pt x="119" y="36"/>
                    <a:pt x="115" y="27"/>
                    <a:pt x="107" y="20"/>
                  </a:cubicBezTo>
                  <a:cubicBezTo>
                    <a:pt x="103" y="15"/>
                    <a:pt x="98" y="13"/>
                    <a:pt x="94" y="9"/>
                  </a:cubicBezTo>
                  <a:cubicBezTo>
                    <a:pt x="85" y="4"/>
                    <a:pt x="73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49"/>
            <p:cNvSpPr/>
            <p:nvPr/>
          </p:nvSpPr>
          <p:spPr>
            <a:xfrm>
              <a:off x="2725256" y="2562918"/>
              <a:ext cx="31977" cy="12258"/>
            </a:xfrm>
            <a:custGeom>
              <a:avLst/>
              <a:gdLst/>
              <a:ahLst/>
              <a:cxnLst/>
              <a:rect l="l" t="t" r="r" b="b"/>
              <a:pathLst>
                <a:path w="180" h="69" extrusionOk="0">
                  <a:moveTo>
                    <a:pt x="89" y="1"/>
                  </a:moveTo>
                  <a:cubicBezTo>
                    <a:pt x="0" y="1"/>
                    <a:pt x="0" y="68"/>
                    <a:pt x="89" y="68"/>
                  </a:cubicBezTo>
                  <a:cubicBezTo>
                    <a:pt x="179" y="67"/>
                    <a:pt x="179" y="1"/>
                    <a:pt x="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49"/>
            <p:cNvSpPr/>
            <p:nvPr/>
          </p:nvSpPr>
          <p:spPr>
            <a:xfrm>
              <a:off x="2931153" y="2549949"/>
              <a:ext cx="62533" cy="32510"/>
            </a:xfrm>
            <a:custGeom>
              <a:avLst/>
              <a:gdLst/>
              <a:ahLst/>
              <a:cxnLst/>
              <a:rect l="l" t="t" r="r" b="b"/>
              <a:pathLst>
                <a:path w="352" h="183" extrusionOk="0">
                  <a:moveTo>
                    <a:pt x="176" y="1"/>
                  </a:moveTo>
                  <a:cubicBezTo>
                    <a:pt x="152" y="1"/>
                    <a:pt x="130" y="3"/>
                    <a:pt x="108" y="8"/>
                  </a:cubicBezTo>
                  <a:cubicBezTo>
                    <a:pt x="86" y="12"/>
                    <a:pt x="67" y="18"/>
                    <a:pt x="52" y="28"/>
                  </a:cubicBezTo>
                  <a:cubicBezTo>
                    <a:pt x="35" y="36"/>
                    <a:pt x="23" y="46"/>
                    <a:pt x="16" y="57"/>
                  </a:cubicBezTo>
                  <a:cubicBezTo>
                    <a:pt x="5" y="67"/>
                    <a:pt x="0" y="79"/>
                    <a:pt x="0" y="92"/>
                  </a:cubicBezTo>
                  <a:cubicBezTo>
                    <a:pt x="4" y="99"/>
                    <a:pt x="5" y="108"/>
                    <a:pt x="8" y="116"/>
                  </a:cubicBezTo>
                  <a:cubicBezTo>
                    <a:pt x="15" y="131"/>
                    <a:pt x="30" y="144"/>
                    <a:pt x="52" y="155"/>
                  </a:cubicBezTo>
                  <a:cubicBezTo>
                    <a:pt x="64" y="161"/>
                    <a:pt x="75" y="165"/>
                    <a:pt x="87" y="170"/>
                  </a:cubicBezTo>
                  <a:cubicBezTo>
                    <a:pt x="115" y="177"/>
                    <a:pt x="144" y="182"/>
                    <a:pt x="176" y="182"/>
                  </a:cubicBezTo>
                  <a:cubicBezTo>
                    <a:pt x="200" y="182"/>
                    <a:pt x="222" y="180"/>
                    <a:pt x="244" y="175"/>
                  </a:cubicBezTo>
                  <a:cubicBezTo>
                    <a:pt x="265" y="171"/>
                    <a:pt x="285" y="165"/>
                    <a:pt x="300" y="155"/>
                  </a:cubicBezTo>
                  <a:cubicBezTo>
                    <a:pt x="317" y="148"/>
                    <a:pt x="330" y="138"/>
                    <a:pt x="336" y="126"/>
                  </a:cubicBezTo>
                  <a:cubicBezTo>
                    <a:pt x="347" y="116"/>
                    <a:pt x="351" y="104"/>
                    <a:pt x="351" y="92"/>
                  </a:cubicBezTo>
                  <a:cubicBezTo>
                    <a:pt x="350" y="84"/>
                    <a:pt x="347" y="75"/>
                    <a:pt x="345" y="67"/>
                  </a:cubicBezTo>
                  <a:cubicBezTo>
                    <a:pt x="337" y="52"/>
                    <a:pt x="322" y="39"/>
                    <a:pt x="300" y="28"/>
                  </a:cubicBezTo>
                  <a:cubicBezTo>
                    <a:pt x="289" y="22"/>
                    <a:pt x="277" y="18"/>
                    <a:pt x="264" y="13"/>
                  </a:cubicBezTo>
                  <a:cubicBezTo>
                    <a:pt x="238" y="6"/>
                    <a:pt x="208" y="1"/>
                    <a:pt x="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49"/>
            <p:cNvSpPr/>
            <p:nvPr/>
          </p:nvSpPr>
          <p:spPr>
            <a:xfrm>
              <a:off x="2976454" y="2551726"/>
              <a:ext cx="29312" cy="15633"/>
            </a:xfrm>
            <a:custGeom>
              <a:avLst/>
              <a:gdLst/>
              <a:ahLst/>
              <a:cxnLst/>
              <a:rect l="l" t="t" r="r" b="b"/>
              <a:pathLst>
                <a:path w="165" h="88" extrusionOk="0">
                  <a:moveTo>
                    <a:pt x="83" y="0"/>
                  </a:moveTo>
                  <a:cubicBezTo>
                    <a:pt x="72" y="0"/>
                    <a:pt x="62" y="1"/>
                    <a:pt x="51" y="3"/>
                  </a:cubicBezTo>
                  <a:cubicBezTo>
                    <a:pt x="41" y="5"/>
                    <a:pt x="32" y="8"/>
                    <a:pt x="25" y="12"/>
                  </a:cubicBezTo>
                  <a:cubicBezTo>
                    <a:pt x="17" y="17"/>
                    <a:pt x="10" y="22"/>
                    <a:pt x="8" y="27"/>
                  </a:cubicBezTo>
                  <a:cubicBezTo>
                    <a:pt x="3" y="32"/>
                    <a:pt x="0" y="37"/>
                    <a:pt x="0" y="43"/>
                  </a:cubicBezTo>
                  <a:cubicBezTo>
                    <a:pt x="1" y="47"/>
                    <a:pt x="3" y="51"/>
                    <a:pt x="3" y="54"/>
                  </a:cubicBezTo>
                  <a:cubicBezTo>
                    <a:pt x="6" y="63"/>
                    <a:pt x="15" y="69"/>
                    <a:pt x="25" y="74"/>
                  </a:cubicBezTo>
                  <a:cubicBezTo>
                    <a:pt x="30" y="77"/>
                    <a:pt x="36" y="78"/>
                    <a:pt x="41" y="80"/>
                  </a:cubicBezTo>
                  <a:cubicBezTo>
                    <a:pt x="54" y="84"/>
                    <a:pt x="68" y="87"/>
                    <a:pt x="82" y="87"/>
                  </a:cubicBezTo>
                  <a:cubicBezTo>
                    <a:pt x="93" y="87"/>
                    <a:pt x="104" y="85"/>
                    <a:pt x="114" y="83"/>
                  </a:cubicBezTo>
                  <a:cubicBezTo>
                    <a:pt x="124" y="82"/>
                    <a:pt x="133" y="78"/>
                    <a:pt x="141" y="74"/>
                  </a:cubicBezTo>
                  <a:cubicBezTo>
                    <a:pt x="149" y="70"/>
                    <a:pt x="155" y="65"/>
                    <a:pt x="158" y="60"/>
                  </a:cubicBezTo>
                  <a:cubicBezTo>
                    <a:pt x="163" y="54"/>
                    <a:pt x="165" y="49"/>
                    <a:pt x="165" y="43"/>
                  </a:cubicBezTo>
                  <a:cubicBezTo>
                    <a:pt x="165" y="39"/>
                    <a:pt x="164" y="36"/>
                    <a:pt x="163" y="32"/>
                  </a:cubicBezTo>
                  <a:cubicBezTo>
                    <a:pt x="159" y="24"/>
                    <a:pt x="152" y="18"/>
                    <a:pt x="141" y="12"/>
                  </a:cubicBezTo>
                  <a:cubicBezTo>
                    <a:pt x="136" y="10"/>
                    <a:pt x="129" y="8"/>
                    <a:pt x="124" y="6"/>
                  </a:cubicBezTo>
                  <a:cubicBezTo>
                    <a:pt x="112" y="2"/>
                    <a:pt x="97" y="0"/>
                    <a:pt x="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49"/>
            <p:cNvSpPr/>
            <p:nvPr/>
          </p:nvSpPr>
          <p:spPr>
            <a:xfrm>
              <a:off x="3063504" y="2583525"/>
              <a:ext cx="36596" cy="15100"/>
            </a:xfrm>
            <a:custGeom>
              <a:avLst/>
              <a:gdLst/>
              <a:ahLst/>
              <a:cxnLst/>
              <a:rect l="l" t="t" r="r" b="b"/>
              <a:pathLst>
                <a:path w="206" h="85" extrusionOk="0">
                  <a:moveTo>
                    <a:pt x="103" y="0"/>
                  </a:moveTo>
                  <a:cubicBezTo>
                    <a:pt x="93" y="0"/>
                    <a:pt x="84" y="1"/>
                    <a:pt x="75" y="1"/>
                  </a:cubicBezTo>
                  <a:cubicBezTo>
                    <a:pt x="59" y="2"/>
                    <a:pt x="43" y="6"/>
                    <a:pt x="31" y="11"/>
                  </a:cubicBezTo>
                  <a:lnTo>
                    <a:pt x="16" y="19"/>
                  </a:lnTo>
                  <a:cubicBezTo>
                    <a:pt x="6" y="26"/>
                    <a:pt x="1" y="32"/>
                    <a:pt x="1" y="39"/>
                  </a:cubicBezTo>
                  <a:cubicBezTo>
                    <a:pt x="1" y="41"/>
                    <a:pt x="1" y="42"/>
                    <a:pt x="0" y="43"/>
                  </a:cubicBezTo>
                  <a:cubicBezTo>
                    <a:pt x="0" y="48"/>
                    <a:pt x="2" y="53"/>
                    <a:pt x="9" y="59"/>
                  </a:cubicBezTo>
                  <a:cubicBezTo>
                    <a:pt x="13" y="64"/>
                    <a:pt x="21" y="68"/>
                    <a:pt x="31" y="72"/>
                  </a:cubicBezTo>
                  <a:cubicBezTo>
                    <a:pt x="39" y="75"/>
                    <a:pt x="51" y="78"/>
                    <a:pt x="64" y="80"/>
                  </a:cubicBezTo>
                  <a:cubicBezTo>
                    <a:pt x="77" y="83"/>
                    <a:pt x="89" y="84"/>
                    <a:pt x="104" y="84"/>
                  </a:cubicBezTo>
                  <a:lnTo>
                    <a:pt x="130" y="83"/>
                  </a:lnTo>
                  <a:cubicBezTo>
                    <a:pt x="149" y="80"/>
                    <a:pt x="162" y="78"/>
                    <a:pt x="175" y="73"/>
                  </a:cubicBezTo>
                  <a:lnTo>
                    <a:pt x="192" y="65"/>
                  </a:lnTo>
                  <a:cubicBezTo>
                    <a:pt x="201" y="59"/>
                    <a:pt x="206" y="52"/>
                    <a:pt x="206" y="44"/>
                  </a:cubicBezTo>
                  <a:cubicBezTo>
                    <a:pt x="205" y="42"/>
                    <a:pt x="205" y="41"/>
                    <a:pt x="205" y="39"/>
                  </a:cubicBezTo>
                  <a:cubicBezTo>
                    <a:pt x="205" y="34"/>
                    <a:pt x="202" y="29"/>
                    <a:pt x="196" y="24"/>
                  </a:cubicBezTo>
                  <a:cubicBezTo>
                    <a:pt x="192" y="19"/>
                    <a:pt x="185" y="15"/>
                    <a:pt x="175" y="11"/>
                  </a:cubicBezTo>
                  <a:cubicBezTo>
                    <a:pt x="166" y="7"/>
                    <a:pt x="155" y="4"/>
                    <a:pt x="142" y="3"/>
                  </a:cubicBezTo>
                  <a:cubicBezTo>
                    <a:pt x="130" y="1"/>
                    <a:pt x="116" y="0"/>
                    <a:pt x="1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49"/>
            <p:cNvSpPr/>
            <p:nvPr/>
          </p:nvSpPr>
          <p:spPr>
            <a:xfrm>
              <a:off x="2780150" y="2532895"/>
              <a:ext cx="30911" cy="14745"/>
            </a:xfrm>
            <a:custGeom>
              <a:avLst/>
              <a:gdLst/>
              <a:ahLst/>
              <a:cxnLst/>
              <a:rect l="l" t="t" r="r" b="b"/>
              <a:pathLst>
                <a:path w="174" h="83" extrusionOk="0">
                  <a:moveTo>
                    <a:pt x="166" y="57"/>
                  </a:moveTo>
                  <a:cubicBezTo>
                    <a:pt x="166" y="57"/>
                    <a:pt x="166" y="57"/>
                    <a:pt x="165" y="57"/>
                  </a:cubicBezTo>
                  <a:cubicBezTo>
                    <a:pt x="166" y="57"/>
                    <a:pt x="167" y="57"/>
                    <a:pt x="166" y="57"/>
                  </a:cubicBezTo>
                  <a:close/>
                  <a:moveTo>
                    <a:pt x="86" y="1"/>
                  </a:moveTo>
                  <a:cubicBezTo>
                    <a:pt x="74" y="1"/>
                    <a:pt x="63" y="2"/>
                    <a:pt x="52" y="5"/>
                  </a:cubicBezTo>
                  <a:cubicBezTo>
                    <a:pt x="42" y="6"/>
                    <a:pt x="33" y="10"/>
                    <a:pt x="26" y="13"/>
                  </a:cubicBezTo>
                  <a:cubicBezTo>
                    <a:pt x="18" y="17"/>
                    <a:pt x="11" y="21"/>
                    <a:pt x="7" y="26"/>
                  </a:cubicBezTo>
                  <a:cubicBezTo>
                    <a:pt x="2" y="31"/>
                    <a:pt x="0" y="37"/>
                    <a:pt x="0" y="42"/>
                  </a:cubicBezTo>
                  <a:cubicBezTo>
                    <a:pt x="1" y="46"/>
                    <a:pt x="2" y="50"/>
                    <a:pt x="2" y="53"/>
                  </a:cubicBezTo>
                  <a:cubicBezTo>
                    <a:pt x="6" y="59"/>
                    <a:pt x="15" y="66"/>
                    <a:pt x="25" y="71"/>
                  </a:cubicBezTo>
                  <a:cubicBezTo>
                    <a:pt x="30" y="73"/>
                    <a:pt x="36" y="74"/>
                    <a:pt x="41" y="78"/>
                  </a:cubicBezTo>
                  <a:cubicBezTo>
                    <a:pt x="53" y="82"/>
                    <a:pt x="69" y="83"/>
                    <a:pt x="84" y="83"/>
                  </a:cubicBezTo>
                  <a:cubicBezTo>
                    <a:pt x="92" y="83"/>
                    <a:pt x="99" y="82"/>
                    <a:pt x="108" y="82"/>
                  </a:cubicBezTo>
                  <a:cubicBezTo>
                    <a:pt x="119" y="80"/>
                    <a:pt x="128" y="78"/>
                    <a:pt x="137" y="73"/>
                  </a:cubicBezTo>
                  <a:cubicBezTo>
                    <a:pt x="143" y="72"/>
                    <a:pt x="149" y="69"/>
                    <a:pt x="153" y="66"/>
                  </a:cubicBezTo>
                  <a:cubicBezTo>
                    <a:pt x="155" y="64"/>
                    <a:pt x="158" y="63"/>
                    <a:pt x="160" y="61"/>
                  </a:cubicBezTo>
                  <a:cubicBezTo>
                    <a:pt x="163" y="61"/>
                    <a:pt x="164" y="58"/>
                    <a:pt x="165" y="57"/>
                  </a:cubicBezTo>
                  <a:cubicBezTo>
                    <a:pt x="170" y="52"/>
                    <a:pt x="173" y="47"/>
                    <a:pt x="173" y="42"/>
                  </a:cubicBezTo>
                  <a:lnTo>
                    <a:pt x="170" y="33"/>
                  </a:lnTo>
                  <a:cubicBezTo>
                    <a:pt x="168" y="29"/>
                    <a:pt x="165" y="26"/>
                    <a:pt x="162" y="23"/>
                  </a:cubicBezTo>
                  <a:lnTo>
                    <a:pt x="160" y="21"/>
                  </a:lnTo>
                  <a:cubicBezTo>
                    <a:pt x="155" y="16"/>
                    <a:pt x="148" y="12"/>
                    <a:pt x="138" y="10"/>
                  </a:cubicBezTo>
                  <a:cubicBezTo>
                    <a:pt x="133" y="7"/>
                    <a:pt x="127" y="6"/>
                    <a:pt x="119" y="5"/>
                  </a:cubicBezTo>
                  <a:cubicBezTo>
                    <a:pt x="109" y="2"/>
                    <a:pt x="98" y="1"/>
                    <a:pt x="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49"/>
            <p:cNvSpPr/>
            <p:nvPr/>
          </p:nvSpPr>
          <p:spPr>
            <a:xfrm>
              <a:off x="2796139" y="2541422"/>
              <a:ext cx="21496" cy="9771"/>
            </a:xfrm>
            <a:custGeom>
              <a:avLst/>
              <a:gdLst/>
              <a:ahLst/>
              <a:cxnLst/>
              <a:rect l="l" t="t" r="r" b="b"/>
              <a:pathLst>
                <a:path w="121" h="55" extrusionOk="0">
                  <a:moveTo>
                    <a:pt x="65" y="0"/>
                  </a:moveTo>
                  <a:cubicBezTo>
                    <a:pt x="60" y="0"/>
                    <a:pt x="55" y="1"/>
                    <a:pt x="51" y="2"/>
                  </a:cubicBezTo>
                  <a:cubicBezTo>
                    <a:pt x="47" y="2"/>
                    <a:pt x="43" y="3"/>
                    <a:pt x="39" y="3"/>
                  </a:cubicBezTo>
                  <a:cubicBezTo>
                    <a:pt x="36" y="4"/>
                    <a:pt x="31" y="4"/>
                    <a:pt x="27" y="5"/>
                  </a:cubicBezTo>
                  <a:cubicBezTo>
                    <a:pt x="21" y="7"/>
                    <a:pt x="16" y="9"/>
                    <a:pt x="11" y="12"/>
                  </a:cubicBezTo>
                  <a:cubicBezTo>
                    <a:pt x="7" y="13"/>
                    <a:pt x="6" y="15"/>
                    <a:pt x="5" y="17"/>
                  </a:cubicBezTo>
                  <a:cubicBezTo>
                    <a:pt x="1" y="19"/>
                    <a:pt x="0" y="23"/>
                    <a:pt x="0" y="27"/>
                  </a:cubicBezTo>
                  <a:cubicBezTo>
                    <a:pt x="0" y="30"/>
                    <a:pt x="1" y="33"/>
                    <a:pt x="1" y="34"/>
                  </a:cubicBezTo>
                  <a:cubicBezTo>
                    <a:pt x="2" y="36"/>
                    <a:pt x="5" y="37"/>
                    <a:pt x="6" y="40"/>
                  </a:cubicBezTo>
                  <a:cubicBezTo>
                    <a:pt x="10" y="43"/>
                    <a:pt x="14" y="45"/>
                    <a:pt x="21" y="48"/>
                  </a:cubicBezTo>
                  <a:cubicBezTo>
                    <a:pt x="26" y="50"/>
                    <a:pt x="32" y="51"/>
                    <a:pt x="38" y="53"/>
                  </a:cubicBezTo>
                  <a:cubicBezTo>
                    <a:pt x="42" y="53"/>
                    <a:pt x="46" y="54"/>
                    <a:pt x="49" y="54"/>
                  </a:cubicBezTo>
                  <a:cubicBezTo>
                    <a:pt x="54" y="55"/>
                    <a:pt x="60" y="55"/>
                    <a:pt x="65" y="55"/>
                  </a:cubicBezTo>
                  <a:cubicBezTo>
                    <a:pt x="70" y="55"/>
                    <a:pt x="74" y="55"/>
                    <a:pt x="79" y="54"/>
                  </a:cubicBezTo>
                  <a:cubicBezTo>
                    <a:pt x="88" y="53"/>
                    <a:pt x="97" y="50"/>
                    <a:pt x="104" y="48"/>
                  </a:cubicBezTo>
                  <a:cubicBezTo>
                    <a:pt x="106" y="46"/>
                    <a:pt x="110" y="44"/>
                    <a:pt x="113" y="43"/>
                  </a:cubicBezTo>
                  <a:cubicBezTo>
                    <a:pt x="118" y="39"/>
                    <a:pt x="120" y="34"/>
                    <a:pt x="120" y="28"/>
                  </a:cubicBezTo>
                  <a:cubicBezTo>
                    <a:pt x="121" y="24"/>
                    <a:pt x="120" y="20"/>
                    <a:pt x="116" y="17"/>
                  </a:cubicBezTo>
                  <a:cubicBezTo>
                    <a:pt x="114" y="13"/>
                    <a:pt x="110" y="10"/>
                    <a:pt x="105" y="8"/>
                  </a:cubicBezTo>
                  <a:cubicBezTo>
                    <a:pt x="98" y="4"/>
                    <a:pt x="89" y="3"/>
                    <a:pt x="80" y="2"/>
                  </a:cubicBezTo>
                  <a:cubicBezTo>
                    <a:pt x="75" y="1"/>
                    <a:pt x="70" y="0"/>
                    <a:pt x="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6" name="Google Shape;3566;p49"/>
          <p:cNvGrpSpPr/>
          <p:nvPr/>
        </p:nvGrpSpPr>
        <p:grpSpPr>
          <a:xfrm>
            <a:off x="5478844" y="3441424"/>
            <a:ext cx="424421" cy="489364"/>
            <a:chOff x="4070786" y="2021970"/>
            <a:chExt cx="914898" cy="1054891"/>
          </a:xfrm>
        </p:grpSpPr>
        <p:sp>
          <p:nvSpPr>
            <p:cNvPr id="3567" name="Google Shape;3567;p49"/>
            <p:cNvSpPr/>
            <p:nvPr/>
          </p:nvSpPr>
          <p:spPr>
            <a:xfrm>
              <a:off x="4070786" y="2866701"/>
              <a:ext cx="805998" cy="210160"/>
            </a:xfrm>
            <a:custGeom>
              <a:avLst/>
              <a:gdLst/>
              <a:ahLst/>
              <a:cxnLst/>
              <a:rect l="l" t="t" r="r" b="b"/>
              <a:pathLst>
                <a:path w="4537" h="1183" extrusionOk="0">
                  <a:moveTo>
                    <a:pt x="2269" y="0"/>
                  </a:moveTo>
                  <a:cubicBezTo>
                    <a:pt x="1016" y="0"/>
                    <a:pt x="1" y="265"/>
                    <a:pt x="1" y="592"/>
                  </a:cubicBezTo>
                  <a:cubicBezTo>
                    <a:pt x="1" y="918"/>
                    <a:pt x="1016" y="1182"/>
                    <a:pt x="2269" y="1182"/>
                  </a:cubicBezTo>
                  <a:cubicBezTo>
                    <a:pt x="3522" y="1182"/>
                    <a:pt x="4537" y="918"/>
                    <a:pt x="4537" y="592"/>
                  </a:cubicBezTo>
                  <a:cubicBezTo>
                    <a:pt x="4537" y="265"/>
                    <a:pt x="3522" y="0"/>
                    <a:pt x="2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49"/>
            <p:cNvSpPr/>
            <p:nvPr/>
          </p:nvSpPr>
          <p:spPr>
            <a:xfrm>
              <a:off x="4104362" y="2357553"/>
              <a:ext cx="876880" cy="647001"/>
            </a:xfrm>
            <a:custGeom>
              <a:avLst/>
              <a:gdLst/>
              <a:ahLst/>
              <a:cxnLst/>
              <a:rect l="l" t="t" r="r" b="b"/>
              <a:pathLst>
                <a:path w="4936" h="3642" extrusionOk="0">
                  <a:moveTo>
                    <a:pt x="4342" y="622"/>
                  </a:moveTo>
                  <a:cubicBezTo>
                    <a:pt x="4420" y="622"/>
                    <a:pt x="4576" y="666"/>
                    <a:pt x="4616" y="689"/>
                  </a:cubicBezTo>
                  <a:cubicBezTo>
                    <a:pt x="4636" y="700"/>
                    <a:pt x="4648" y="712"/>
                    <a:pt x="4656" y="726"/>
                  </a:cubicBezTo>
                  <a:cubicBezTo>
                    <a:pt x="4664" y="738"/>
                    <a:pt x="4669" y="757"/>
                    <a:pt x="4672" y="779"/>
                  </a:cubicBezTo>
                  <a:cubicBezTo>
                    <a:pt x="4679" y="824"/>
                    <a:pt x="4672" y="907"/>
                    <a:pt x="4655" y="942"/>
                  </a:cubicBezTo>
                  <a:cubicBezTo>
                    <a:pt x="4635" y="982"/>
                    <a:pt x="4610" y="1003"/>
                    <a:pt x="4567" y="1027"/>
                  </a:cubicBezTo>
                  <a:cubicBezTo>
                    <a:pt x="4523" y="1048"/>
                    <a:pt x="4353" y="1059"/>
                    <a:pt x="4285" y="1068"/>
                  </a:cubicBezTo>
                  <a:cubicBezTo>
                    <a:pt x="4240" y="1073"/>
                    <a:pt x="4193" y="1075"/>
                    <a:pt x="4144" y="1075"/>
                  </a:cubicBezTo>
                  <a:cubicBezTo>
                    <a:pt x="4149" y="940"/>
                    <a:pt x="4153" y="807"/>
                    <a:pt x="4154" y="679"/>
                  </a:cubicBezTo>
                  <a:cubicBezTo>
                    <a:pt x="4171" y="675"/>
                    <a:pt x="4189" y="671"/>
                    <a:pt x="4205" y="669"/>
                  </a:cubicBezTo>
                  <a:cubicBezTo>
                    <a:pt x="4244" y="661"/>
                    <a:pt x="4295" y="625"/>
                    <a:pt x="4332" y="623"/>
                  </a:cubicBezTo>
                  <a:cubicBezTo>
                    <a:pt x="4335" y="622"/>
                    <a:pt x="4339" y="622"/>
                    <a:pt x="4342" y="622"/>
                  </a:cubicBezTo>
                  <a:close/>
                  <a:moveTo>
                    <a:pt x="4012" y="0"/>
                  </a:moveTo>
                  <a:cubicBezTo>
                    <a:pt x="4011" y="0"/>
                    <a:pt x="4011" y="0"/>
                    <a:pt x="4010" y="0"/>
                  </a:cubicBezTo>
                  <a:cubicBezTo>
                    <a:pt x="3542" y="6"/>
                    <a:pt x="2090" y="23"/>
                    <a:pt x="1069" y="23"/>
                  </a:cubicBezTo>
                  <a:cubicBezTo>
                    <a:pt x="671" y="23"/>
                    <a:pt x="339" y="20"/>
                    <a:pt x="155" y="14"/>
                  </a:cubicBezTo>
                  <a:cubicBezTo>
                    <a:pt x="153" y="14"/>
                    <a:pt x="151" y="14"/>
                    <a:pt x="149" y="14"/>
                  </a:cubicBezTo>
                  <a:cubicBezTo>
                    <a:pt x="68" y="14"/>
                    <a:pt x="0" y="80"/>
                    <a:pt x="1" y="163"/>
                  </a:cubicBezTo>
                  <a:cubicBezTo>
                    <a:pt x="9" y="751"/>
                    <a:pt x="60" y="2746"/>
                    <a:pt x="444" y="3248"/>
                  </a:cubicBezTo>
                  <a:cubicBezTo>
                    <a:pt x="623" y="3482"/>
                    <a:pt x="1331" y="3636"/>
                    <a:pt x="2053" y="3642"/>
                  </a:cubicBezTo>
                  <a:lnTo>
                    <a:pt x="2107" y="3642"/>
                  </a:lnTo>
                  <a:cubicBezTo>
                    <a:pt x="2828" y="3636"/>
                    <a:pt x="3536" y="3482"/>
                    <a:pt x="3715" y="3248"/>
                  </a:cubicBezTo>
                  <a:cubicBezTo>
                    <a:pt x="3958" y="2931"/>
                    <a:pt x="4065" y="2266"/>
                    <a:pt x="4114" y="1584"/>
                  </a:cubicBezTo>
                  <a:cubicBezTo>
                    <a:pt x="4205" y="1572"/>
                    <a:pt x="4297" y="1556"/>
                    <a:pt x="4391" y="1528"/>
                  </a:cubicBezTo>
                  <a:cubicBezTo>
                    <a:pt x="4495" y="1495"/>
                    <a:pt x="4602" y="1452"/>
                    <a:pt x="4703" y="1373"/>
                  </a:cubicBezTo>
                  <a:cubicBezTo>
                    <a:pt x="4753" y="1334"/>
                    <a:pt x="4802" y="1285"/>
                    <a:pt x="4840" y="1227"/>
                  </a:cubicBezTo>
                  <a:cubicBezTo>
                    <a:pt x="4879" y="1170"/>
                    <a:pt x="4906" y="1104"/>
                    <a:pt x="4921" y="1039"/>
                  </a:cubicBezTo>
                  <a:cubicBezTo>
                    <a:pt x="4927" y="1007"/>
                    <a:pt x="4932" y="973"/>
                    <a:pt x="4933" y="943"/>
                  </a:cubicBezTo>
                  <a:cubicBezTo>
                    <a:pt x="4935" y="927"/>
                    <a:pt x="4935" y="912"/>
                    <a:pt x="4935" y="897"/>
                  </a:cubicBezTo>
                  <a:cubicBezTo>
                    <a:pt x="4936" y="883"/>
                    <a:pt x="4936" y="870"/>
                    <a:pt x="4935" y="856"/>
                  </a:cubicBezTo>
                  <a:cubicBezTo>
                    <a:pt x="4931" y="800"/>
                    <a:pt x="4922" y="741"/>
                    <a:pt x="4901" y="679"/>
                  </a:cubicBezTo>
                  <a:cubicBezTo>
                    <a:pt x="4881" y="617"/>
                    <a:pt x="4848" y="553"/>
                    <a:pt x="4797" y="500"/>
                  </a:cubicBezTo>
                  <a:cubicBezTo>
                    <a:pt x="4746" y="445"/>
                    <a:pt x="4681" y="409"/>
                    <a:pt x="4619" y="389"/>
                  </a:cubicBezTo>
                  <a:cubicBezTo>
                    <a:pt x="4557" y="370"/>
                    <a:pt x="4499" y="363"/>
                    <a:pt x="4444" y="363"/>
                  </a:cubicBezTo>
                  <a:cubicBezTo>
                    <a:pt x="4388" y="363"/>
                    <a:pt x="4334" y="370"/>
                    <a:pt x="4283" y="379"/>
                  </a:cubicBezTo>
                  <a:cubicBezTo>
                    <a:pt x="4240" y="388"/>
                    <a:pt x="4197" y="398"/>
                    <a:pt x="4157" y="411"/>
                  </a:cubicBezTo>
                  <a:cubicBezTo>
                    <a:pt x="4158" y="319"/>
                    <a:pt x="4158" y="231"/>
                    <a:pt x="4159" y="150"/>
                  </a:cubicBezTo>
                  <a:cubicBezTo>
                    <a:pt x="4160" y="68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49"/>
            <p:cNvSpPr/>
            <p:nvPr/>
          </p:nvSpPr>
          <p:spPr>
            <a:xfrm>
              <a:off x="4108625" y="2354355"/>
              <a:ext cx="877058" cy="647001"/>
            </a:xfrm>
            <a:custGeom>
              <a:avLst/>
              <a:gdLst/>
              <a:ahLst/>
              <a:cxnLst/>
              <a:rect l="l" t="t" r="r" b="b"/>
              <a:pathLst>
                <a:path w="4937" h="3642" extrusionOk="0">
                  <a:moveTo>
                    <a:pt x="4354" y="656"/>
                  </a:moveTo>
                  <a:cubicBezTo>
                    <a:pt x="4416" y="656"/>
                    <a:pt x="4474" y="666"/>
                    <a:pt x="4509" y="687"/>
                  </a:cubicBezTo>
                  <a:cubicBezTo>
                    <a:pt x="4529" y="698"/>
                    <a:pt x="4541" y="709"/>
                    <a:pt x="4549" y="723"/>
                  </a:cubicBezTo>
                  <a:cubicBezTo>
                    <a:pt x="4556" y="736"/>
                    <a:pt x="4561" y="754"/>
                    <a:pt x="4565" y="777"/>
                  </a:cubicBezTo>
                  <a:cubicBezTo>
                    <a:pt x="4571" y="820"/>
                    <a:pt x="4565" y="902"/>
                    <a:pt x="4548" y="937"/>
                  </a:cubicBezTo>
                  <a:cubicBezTo>
                    <a:pt x="4528" y="976"/>
                    <a:pt x="4503" y="999"/>
                    <a:pt x="4459" y="1021"/>
                  </a:cubicBezTo>
                  <a:cubicBezTo>
                    <a:pt x="4416" y="1043"/>
                    <a:pt x="4354" y="1060"/>
                    <a:pt x="4287" y="1068"/>
                  </a:cubicBezTo>
                  <a:cubicBezTo>
                    <a:pt x="4242" y="1073"/>
                    <a:pt x="4195" y="1076"/>
                    <a:pt x="4146" y="1076"/>
                  </a:cubicBezTo>
                  <a:cubicBezTo>
                    <a:pt x="4151" y="940"/>
                    <a:pt x="4155" y="807"/>
                    <a:pt x="4156" y="679"/>
                  </a:cubicBezTo>
                  <a:cubicBezTo>
                    <a:pt x="4172" y="676"/>
                    <a:pt x="4191" y="672"/>
                    <a:pt x="4207" y="669"/>
                  </a:cubicBezTo>
                  <a:cubicBezTo>
                    <a:pt x="4246" y="663"/>
                    <a:pt x="4285" y="658"/>
                    <a:pt x="4323" y="657"/>
                  </a:cubicBezTo>
                  <a:cubicBezTo>
                    <a:pt x="4333" y="656"/>
                    <a:pt x="4344" y="656"/>
                    <a:pt x="4354" y="656"/>
                  </a:cubicBezTo>
                  <a:close/>
                  <a:moveTo>
                    <a:pt x="4014" y="1"/>
                  </a:moveTo>
                  <a:cubicBezTo>
                    <a:pt x="4013" y="1"/>
                    <a:pt x="4012" y="1"/>
                    <a:pt x="4011" y="1"/>
                  </a:cubicBezTo>
                  <a:cubicBezTo>
                    <a:pt x="3545" y="6"/>
                    <a:pt x="2103" y="23"/>
                    <a:pt x="1082" y="23"/>
                  </a:cubicBezTo>
                  <a:cubicBezTo>
                    <a:pt x="678" y="23"/>
                    <a:pt x="341" y="20"/>
                    <a:pt x="155" y="13"/>
                  </a:cubicBezTo>
                  <a:cubicBezTo>
                    <a:pt x="153" y="13"/>
                    <a:pt x="152" y="13"/>
                    <a:pt x="150" y="13"/>
                  </a:cubicBezTo>
                  <a:cubicBezTo>
                    <a:pt x="68" y="13"/>
                    <a:pt x="1" y="81"/>
                    <a:pt x="2" y="163"/>
                  </a:cubicBezTo>
                  <a:cubicBezTo>
                    <a:pt x="10" y="751"/>
                    <a:pt x="61" y="2745"/>
                    <a:pt x="445" y="3248"/>
                  </a:cubicBezTo>
                  <a:cubicBezTo>
                    <a:pt x="624" y="3482"/>
                    <a:pt x="1332" y="3635"/>
                    <a:pt x="2053" y="3642"/>
                  </a:cubicBezTo>
                  <a:lnTo>
                    <a:pt x="2107" y="3642"/>
                  </a:lnTo>
                  <a:cubicBezTo>
                    <a:pt x="2829" y="3635"/>
                    <a:pt x="3537" y="3482"/>
                    <a:pt x="3716" y="3248"/>
                  </a:cubicBezTo>
                  <a:cubicBezTo>
                    <a:pt x="3957" y="2930"/>
                    <a:pt x="4065" y="2265"/>
                    <a:pt x="4115" y="1584"/>
                  </a:cubicBezTo>
                  <a:cubicBezTo>
                    <a:pt x="4206" y="1573"/>
                    <a:pt x="4298" y="1555"/>
                    <a:pt x="4391" y="1528"/>
                  </a:cubicBezTo>
                  <a:cubicBezTo>
                    <a:pt x="4495" y="1496"/>
                    <a:pt x="4602" y="1452"/>
                    <a:pt x="4703" y="1373"/>
                  </a:cubicBezTo>
                  <a:cubicBezTo>
                    <a:pt x="4753" y="1333"/>
                    <a:pt x="4801" y="1285"/>
                    <a:pt x="4840" y="1227"/>
                  </a:cubicBezTo>
                  <a:cubicBezTo>
                    <a:pt x="4878" y="1169"/>
                    <a:pt x="4907" y="1104"/>
                    <a:pt x="4921" y="1039"/>
                  </a:cubicBezTo>
                  <a:cubicBezTo>
                    <a:pt x="4927" y="1007"/>
                    <a:pt x="4932" y="974"/>
                    <a:pt x="4933" y="943"/>
                  </a:cubicBezTo>
                  <a:cubicBezTo>
                    <a:pt x="4934" y="928"/>
                    <a:pt x="4934" y="913"/>
                    <a:pt x="4934" y="897"/>
                  </a:cubicBezTo>
                  <a:cubicBezTo>
                    <a:pt x="4937" y="884"/>
                    <a:pt x="4937" y="872"/>
                    <a:pt x="4934" y="856"/>
                  </a:cubicBezTo>
                  <a:cubicBezTo>
                    <a:pt x="4931" y="800"/>
                    <a:pt x="4922" y="741"/>
                    <a:pt x="4902" y="678"/>
                  </a:cubicBezTo>
                  <a:cubicBezTo>
                    <a:pt x="4881" y="617"/>
                    <a:pt x="4848" y="554"/>
                    <a:pt x="4796" y="499"/>
                  </a:cubicBezTo>
                  <a:cubicBezTo>
                    <a:pt x="4745" y="445"/>
                    <a:pt x="4682" y="408"/>
                    <a:pt x="4619" y="389"/>
                  </a:cubicBezTo>
                  <a:cubicBezTo>
                    <a:pt x="4558" y="370"/>
                    <a:pt x="4500" y="363"/>
                    <a:pt x="4445" y="363"/>
                  </a:cubicBezTo>
                  <a:cubicBezTo>
                    <a:pt x="4388" y="363"/>
                    <a:pt x="4335" y="370"/>
                    <a:pt x="4284" y="380"/>
                  </a:cubicBezTo>
                  <a:cubicBezTo>
                    <a:pt x="4241" y="388"/>
                    <a:pt x="4198" y="398"/>
                    <a:pt x="4157" y="411"/>
                  </a:cubicBezTo>
                  <a:cubicBezTo>
                    <a:pt x="4159" y="319"/>
                    <a:pt x="4159" y="231"/>
                    <a:pt x="4160" y="150"/>
                  </a:cubicBezTo>
                  <a:cubicBezTo>
                    <a:pt x="4161" y="69"/>
                    <a:pt x="4095" y="1"/>
                    <a:pt x="40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49"/>
            <p:cNvSpPr/>
            <p:nvPr/>
          </p:nvSpPr>
          <p:spPr>
            <a:xfrm>
              <a:off x="4188391" y="2482797"/>
              <a:ext cx="570967" cy="165925"/>
            </a:xfrm>
            <a:custGeom>
              <a:avLst/>
              <a:gdLst/>
              <a:ahLst/>
              <a:cxnLst/>
              <a:rect l="l" t="t" r="r" b="b"/>
              <a:pathLst>
                <a:path w="3214" h="934" extrusionOk="0">
                  <a:moveTo>
                    <a:pt x="3214" y="0"/>
                  </a:moveTo>
                  <a:cubicBezTo>
                    <a:pt x="3054" y="180"/>
                    <a:pt x="2415" y="252"/>
                    <a:pt x="1743" y="252"/>
                  </a:cubicBezTo>
                  <a:cubicBezTo>
                    <a:pt x="1004" y="252"/>
                    <a:pt x="226" y="166"/>
                    <a:pt x="1" y="41"/>
                  </a:cubicBezTo>
                  <a:lnTo>
                    <a:pt x="1" y="174"/>
                  </a:lnTo>
                  <a:cubicBezTo>
                    <a:pt x="2" y="282"/>
                    <a:pt x="2" y="405"/>
                    <a:pt x="4" y="537"/>
                  </a:cubicBezTo>
                  <a:cubicBezTo>
                    <a:pt x="23" y="536"/>
                    <a:pt x="42" y="536"/>
                    <a:pt x="62" y="536"/>
                  </a:cubicBezTo>
                  <a:cubicBezTo>
                    <a:pt x="245" y="536"/>
                    <a:pt x="429" y="566"/>
                    <a:pt x="601" y="627"/>
                  </a:cubicBezTo>
                  <a:cubicBezTo>
                    <a:pt x="768" y="686"/>
                    <a:pt x="924" y="770"/>
                    <a:pt x="1091" y="830"/>
                  </a:cubicBezTo>
                  <a:cubicBezTo>
                    <a:pt x="1273" y="897"/>
                    <a:pt x="1469" y="934"/>
                    <a:pt x="1663" y="934"/>
                  </a:cubicBezTo>
                  <a:cubicBezTo>
                    <a:pt x="1869" y="934"/>
                    <a:pt x="2073" y="893"/>
                    <a:pt x="2260" y="805"/>
                  </a:cubicBezTo>
                  <a:cubicBezTo>
                    <a:pt x="2411" y="733"/>
                    <a:pt x="2549" y="634"/>
                    <a:pt x="2700" y="565"/>
                  </a:cubicBezTo>
                  <a:cubicBezTo>
                    <a:pt x="2839" y="503"/>
                    <a:pt x="2989" y="475"/>
                    <a:pt x="3139" y="475"/>
                  </a:cubicBezTo>
                  <a:cubicBezTo>
                    <a:pt x="3163" y="475"/>
                    <a:pt x="3187" y="476"/>
                    <a:pt x="3211" y="477"/>
                  </a:cubicBezTo>
                  <a:cubicBezTo>
                    <a:pt x="3212" y="369"/>
                    <a:pt x="3214" y="0"/>
                    <a:pt x="3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49"/>
            <p:cNvSpPr/>
            <p:nvPr/>
          </p:nvSpPr>
          <p:spPr>
            <a:xfrm>
              <a:off x="4211663" y="2806122"/>
              <a:ext cx="526732" cy="147627"/>
            </a:xfrm>
            <a:custGeom>
              <a:avLst/>
              <a:gdLst/>
              <a:ahLst/>
              <a:cxnLst/>
              <a:rect l="l" t="t" r="r" b="b"/>
              <a:pathLst>
                <a:path w="2965" h="831" extrusionOk="0">
                  <a:moveTo>
                    <a:pt x="2965" y="1"/>
                  </a:moveTo>
                  <a:lnTo>
                    <a:pt x="2965" y="1"/>
                  </a:lnTo>
                  <a:cubicBezTo>
                    <a:pt x="2794" y="27"/>
                    <a:pt x="2627" y="72"/>
                    <a:pt x="2456" y="96"/>
                  </a:cubicBezTo>
                  <a:cubicBezTo>
                    <a:pt x="2332" y="114"/>
                    <a:pt x="2208" y="121"/>
                    <a:pt x="2083" y="121"/>
                  </a:cubicBezTo>
                  <a:cubicBezTo>
                    <a:pt x="1576" y="121"/>
                    <a:pt x="1064" y="2"/>
                    <a:pt x="556" y="2"/>
                  </a:cubicBezTo>
                  <a:cubicBezTo>
                    <a:pt x="447" y="2"/>
                    <a:pt x="337" y="8"/>
                    <a:pt x="228" y="21"/>
                  </a:cubicBezTo>
                  <a:cubicBezTo>
                    <a:pt x="151" y="29"/>
                    <a:pt x="76" y="44"/>
                    <a:pt x="1" y="59"/>
                  </a:cubicBezTo>
                  <a:cubicBezTo>
                    <a:pt x="50" y="254"/>
                    <a:pt x="117" y="423"/>
                    <a:pt x="213" y="541"/>
                  </a:cubicBezTo>
                  <a:cubicBezTo>
                    <a:pt x="350" y="713"/>
                    <a:pt x="898" y="825"/>
                    <a:pt x="1456" y="830"/>
                  </a:cubicBezTo>
                  <a:lnTo>
                    <a:pt x="1497" y="830"/>
                  </a:lnTo>
                  <a:cubicBezTo>
                    <a:pt x="2052" y="825"/>
                    <a:pt x="2600" y="714"/>
                    <a:pt x="2740" y="541"/>
                  </a:cubicBezTo>
                  <a:cubicBezTo>
                    <a:pt x="2843" y="412"/>
                    <a:pt x="2915" y="221"/>
                    <a:pt x="29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49"/>
            <p:cNvSpPr/>
            <p:nvPr/>
          </p:nvSpPr>
          <p:spPr>
            <a:xfrm>
              <a:off x="4188746" y="2567537"/>
              <a:ext cx="569724" cy="260435"/>
            </a:xfrm>
            <a:custGeom>
              <a:avLst/>
              <a:gdLst/>
              <a:ahLst/>
              <a:cxnLst/>
              <a:rect l="l" t="t" r="r" b="b"/>
              <a:pathLst>
                <a:path w="3207" h="1466" extrusionOk="0">
                  <a:moveTo>
                    <a:pt x="3124" y="0"/>
                  </a:moveTo>
                  <a:cubicBezTo>
                    <a:pt x="2979" y="0"/>
                    <a:pt x="2833" y="30"/>
                    <a:pt x="2697" y="90"/>
                  </a:cubicBezTo>
                  <a:cubicBezTo>
                    <a:pt x="2545" y="158"/>
                    <a:pt x="2408" y="257"/>
                    <a:pt x="2257" y="329"/>
                  </a:cubicBezTo>
                  <a:cubicBezTo>
                    <a:pt x="2071" y="417"/>
                    <a:pt x="1866" y="458"/>
                    <a:pt x="1660" y="458"/>
                  </a:cubicBezTo>
                  <a:cubicBezTo>
                    <a:pt x="1465" y="458"/>
                    <a:pt x="1269" y="421"/>
                    <a:pt x="1086" y="354"/>
                  </a:cubicBezTo>
                  <a:cubicBezTo>
                    <a:pt x="922" y="293"/>
                    <a:pt x="766" y="209"/>
                    <a:pt x="598" y="152"/>
                  </a:cubicBezTo>
                  <a:cubicBezTo>
                    <a:pt x="424" y="91"/>
                    <a:pt x="238" y="60"/>
                    <a:pt x="52" y="60"/>
                  </a:cubicBezTo>
                  <a:cubicBezTo>
                    <a:pt x="35" y="60"/>
                    <a:pt x="18" y="60"/>
                    <a:pt x="1" y="61"/>
                  </a:cubicBezTo>
                  <a:cubicBezTo>
                    <a:pt x="7" y="485"/>
                    <a:pt x="27" y="1001"/>
                    <a:pt x="129" y="1403"/>
                  </a:cubicBezTo>
                  <a:cubicBezTo>
                    <a:pt x="205" y="1388"/>
                    <a:pt x="279" y="1374"/>
                    <a:pt x="355" y="1365"/>
                  </a:cubicBezTo>
                  <a:cubicBezTo>
                    <a:pt x="464" y="1352"/>
                    <a:pt x="574" y="1346"/>
                    <a:pt x="683" y="1346"/>
                  </a:cubicBezTo>
                  <a:cubicBezTo>
                    <a:pt x="1193" y="1346"/>
                    <a:pt x="1706" y="1465"/>
                    <a:pt x="2214" y="1465"/>
                  </a:cubicBezTo>
                  <a:cubicBezTo>
                    <a:pt x="2338" y="1465"/>
                    <a:pt x="2461" y="1458"/>
                    <a:pt x="2584" y="1441"/>
                  </a:cubicBezTo>
                  <a:cubicBezTo>
                    <a:pt x="2754" y="1416"/>
                    <a:pt x="2922" y="1371"/>
                    <a:pt x="3092" y="1345"/>
                  </a:cubicBezTo>
                  <a:cubicBezTo>
                    <a:pt x="3184" y="932"/>
                    <a:pt x="3201" y="418"/>
                    <a:pt x="3207" y="3"/>
                  </a:cubicBezTo>
                  <a:cubicBezTo>
                    <a:pt x="3179" y="1"/>
                    <a:pt x="3152" y="0"/>
                    <a:pt x="31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49"/>
            <p:cNvSpPr/>
            <p:nvPr/>
          </p:nvSpPr>
          <p:spPr>
            <a:xfrm>
              <a:off x="4518289" y="2702552"/>
              <a:ext cx="42991" cy="42991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121" y="0"/>
                  </a:moveTo>
                  <a:lnTo>
                    <a:pt x="90" y="3"/>
                  </a:lnTo>
                  <a:cubicBezTo>
                    <a:pt x="71" y="9"/>
                    <a:pt x="53" y="19"/>
                    <a:pt x="39" y="33"/>
                  </a:cubicBezTo>
                  <a:cubicBezTo>
                    <a:pt x="38" y="34"/>
                    <a:pt x="38" y="36"/>
                    <a:pt x="37" y="36"/>
                  </a:cubicBezTo>
                  <a:cubicBezTo>
                    <a:pt x="30" y="43"/>
                    <a:pt x="23" y="53"/>
                    <a:pt x="17" y="60"/>
                  </a:cubicBezTo>
                  <a:cubicBezTo>
                    <a:pt x="13" y="69"/>
                    <a:pt x="9" y="79"/>
                    <a:pt x="6" y="88"/>
                  </a:cubicBezTo>
                  <a:cubicBezTo>
                    <a:pt x="1" y="104"/>
                    <a:pt x="1" y="120"/>
                    <a:pt x="3" y="135"/>
                  </a:cubicBezTo>
                  <a:cubicBezTo>
                    <a:pt x="3" y="146"/>
                    <a:pt x="6" y="156"/>
                    <a:pt x="11" y="166"/>
                  </a:cubicBezTo>
                  <a:cubicBezTo>
                    <a:pt x="13" y="176"/>
                    <a:pt x="18" y="186"/>
                    <a:pt x="27" y="193"/>
                  </a:cubicBezTo>
                  <a:cubicBezTo>
                    <a:pt x="32" y="202"/>
                    <a:pt x="39" y="210"/>
                    <a:pt x="48" y="215"/>
                  </a:cubicBezTo>
                  <a:cubicBezTo>
                    <a:pt x="55" y="222"/>
                    <a:pt x="64" y="228"/>
                    <a:pt x="75" y="231"/>
                  </a:cubicBezTo>
                  <a:cubicBezTo>
                    <a:pt x="87" y="237"/>
                    <a:pt x="101" y="241"/>
                    <a:pt x="116" y="241"/>
                  </a:cubicBezTo>
                  <a:cubicBezTo>
                    <a:pt x="117" y="241"/>
                    <a:pt x="119" y="241"/>
                    <a:pt x="121" y="241"/>
                  </a:cubicBezTo>
                  <a:cubicBezTo>
                    <a:pt x="131" y="239"/>
                    <a:pt x="142" y="238"/>
                    <a:pt x="152" y="237"/>
                  </a:cubicBezTo>
                  <a:cubicBezTo>
                    <a:pt x="162" y="233"/>
                    <a:pt x="172" y="229"/>
                    <a:pt x="181" y="226"/>
                  </a:cubicBezTo>
                  <a:cubicBezTo>
                    <a:pt x="188" y="218"/>
                    <a:pt x="197" y="212"/>
                    <a:pt x="206" y="206"/>
                  </a:cubicBezTo>
                  <a:lnTo>
                    <a:pt x="224" y="182"/>
                  </a:lnTo>
                  <a:cubicBezTo>
                    <a:pt x="228" y="172"/>
                    <a:pt x="232" y="162"/>
                    <a:pt x="236" y="154"/>
                  </a:cubicBezTo>
                  <a:cubicBezTo>
                    <a:pt x="239" y="139"/>
                    <a:pt x="241" y="123"/>
                    <a:pt x="237" y="106"/>
                  </a:cubicBezTo>
                  <a:cubicBezTo>
                    <a:pt x="237" y="96"/>
                    <a:pt x="234" y="85"/>
                    <a:pt x="229" y="75"/>
                  </a:cubicBezTo>
                  <a:cubicBezTo>
                    <a:pt x="224" y="60"/>
                    <a:pt x="217" y="47"/>
                    <a:pt x="206" y="37"/>
                  </a:cubicBezTo>
                  <a:cubicBezTo>
                    <a:pt x="204" y="36"/>
                    <a:pt x="204" y="34"/>
                    <a:pt x="202" y="34"/>
                  </a:cubicBezTo>
                  <a:cubicBezTo>
                    <a:pt x="192" y="23"/>
                    <a:pt x="180" y="16"/>
                    <a:pt x="166" y="11"/>
                  </a:cubicBezTo>
                  <a:cubicBezTo>
                    <a:pt x="151" y="2"/>
                    <a:pt x="136" y="0"/>
                    <a:pt x="1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49"/>
            <p:cNvSpPr/>
            <p:nvPr/>
          </p:nvSpPr>
          <p:spPr>
            <a:xfrm>
              <a:off x="4664140" y="2608397"/>
              <a:ext cx="61645" cy="47965"/>
            </a:xfrm>
            <a:custGeom>
              <a:avLst/>
              <a:gdLst/>
              <a:ahLst/>
              <a:cxnLst/>
              <a:rect l="l" t="t" r="r" b="b"/>
              <a:pathLst>
                <a:path w="347" h="270" extrusionOk="0">
                  <a:moveTo>
                    <a:pt x="173" y="0"/>
                  </a:moveTo>
                  <a:cubicBezTo>
                    <a:pt x="1" y="0"/>
                    <a:pt x="1" y="270"/>
                    <a:pt x="173" y="270"/>
                  </a:cubicBezTo>
                  <a:cubicBezTo>
                    <a:pt x="346" y="270"/>
                    <a:pt x="346" y="0"/>
                    <a:pt x="1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49"/>
            <p:cNvSpPr/>
            <p:nvPr/>
          </p:nvSpPr>
          <p:spPr>
            <a:xfrm>
              <a:off x="4375280" y="2615503"/>
              <a:ext cx="60934" cy="60223"/>
            </a:xfrm>
            <a:custGeom>
              <a:avLst/>
              <a:gdLst/>
              <a:ahLst/>
              <a:cxnLst/>
              <a:rect l="l" t="t" r="r" b="b"/>
              <a:pathLst>
                <a:path w="343" h="339" extrusionOk="0">
                  <a:moveTo>
                    <a:pt x="165" y="0"/>
                  </a:moveTo>
                  <a:cubicBezTo>
                    <a:pt x="144" y="0"/>
                    <a:pt x="125" y="5"/>
                    <a:pt x="106" y="15"/>
                  </a:cubicBezTo>
                  <a:cubicBezTo>
                    <a:pt x="86" y="21"/>
                    <a:pt x="66" y="32"/>
                    <a:pt x="51" y="48"/>
                  </a:cubicBezTo>
                  <a:cubicBezTo>
                    <a:pt x="34" y="64"/>
                    <a:pt x="22" y="82"/>
                    <a:pt x="16" y="104"/>
                  </a:cubicBezTo>
                  <a:cubicBezTo>
                    <a:pt x="6" y="124"/>
                    <a:pt x="1" y="146"/>
                    <a:pt x="2" y="169"/>
                  </a:cubicBezTo>
                  <a:lnTo>
                    <a:pt x="9" y="214"/>
                  </a:lnTo>
                  <a:cubicBezTo>
                    <a:pt x="16" y="242"/>
                    <a:pt x="31" y="267"/>
                    <a:pt x="52" y="288"/>
                  </a:cubicBezTo>
                  <a:lnTo>
                    <a:pt x="87" y="314"/>
                  </a:lnTo>
                  <a:cubicBezTo>
                    <a:pt x="113" y="330"/>
                    <a:pt x="142" y="338"/>
                    <a:pt x="173" y="338"/>
                  </a:cubicBezTo>
                  <a:cubicBezTo>
                    <a:pt x="174" y="338"/>
                    <a:pt x="176" y="338"/>
                    <a:pt x="178" y="338"/>
                  </a:cubicBezTo>
                  <a:cubicBezTo>
                    <a:pt x="199" y="338"/>
                    <a:pt x="218" y="333"/>
                    <a:pt x="238" y="324"/>
                  </a:cubicBezTo>
                  <a:cubicBezTo>
                    <a:pt x="259" y="317"/>
                    <a:pt x="277" y="306"/>
                    <a:pt x="292" y="289"/>
                  </a:cubicBezTo>
                  <a:cubicBezTo>
                    <a:pt x="309" y="274"/>
                    <a:pt x="321" y="256"/>
                    <a:pt x="327" y="235"/>
                  </a:cubicBezTo>
                  <a:cubicBezTo>
                    <a:pt x="337" y="214"/>
                    <a:pt x="342" y="192"/>
                    <a:pt x="341" y="169"/>
                  </a:cubicBezTo>
                  <a:lnTo>
                    <a:pt x="335" y="124"/>
                  </a:lnTo>
                  <a:cubicBezTo>
                    <a:pt x="327" y="96"/>
                    <a:pt x="312" y="71"/>
                    <a:pt x="291" y="50"/>
                  </a:cubicBezTo>
                  <a:lnTo>
                    <a:pt x="256" y="23"/>
                  </a:lnTo>
                  <a:cubicBezTo>
                    <a:pt x="230" y="7"/>
                    <a:pt x="202" y="0"/>
                    <a:pt x="171" y="0"/>
                  </a:cubicBezTo>
                  <a:cubicBezTo>
                    <a:pt x="169" y="0"/>
                    <a:pt x="167" y="0"/>
                    <a:pt x="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49"/>
            <p:cNvSpPr/>
            <p:nvPr/>
          </p:nvSpPr>
          <p:spPr>
            <a:xfrm>
              <a:off x="4413297" y="2800970"/>
              <a:ext cx="47965" cy="37306"/>
            </a:xfrm>
            <a:custGeom>
              <a:avLst/>
              <a:gdLst/>
              <a:ahLst/>
              <a:cxnLst/>
              <a:rect l="l" t="t" r="r" b="b"/>
              <a:pathLst>
                <a:path w="270" h="210" extrusionOk="0">
                  <a:moveTo>
                    <a:pt x="135" y="1"/>
                  </a:moveTo>
                  <a:cubicBezTo>
                    <a:pt x="1" y="1"/>
                    <a:pt x="1" y="210"/>
                    <a:pt x="135" y="210"/>
                  </a:cubicBezTo>
                  <a:cubicBezTo>
                    <a:pt x="270" y="210"/>
                    <a:pt x="270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49"/>
            <p:cNvSpPr/>
            <p:nvPr/>
          </p:nvSpPr>
          <p:spPr>
            <a:xfrm>
              <a:off x="4256253" y="2681411"/>
              <a:ext cx="66441" cy="208028"/>
            </a:xfrm>
            <a:custGeom>
              <a:avLst/>
              <a:gdLst/>
              <a:ahLst/>
              <a:cxnLst/>
              <a:rect l="l" t="t" r="r" b="b"/>
              <a:pathLst>
                <a:path w="374" h="1171" extrusionOk="0">
                  <a:moveTo>
                    <a:pt x="79" y="0"/>
                  </a:moveTo>
                  <a:cubicBezTo>
                    <a:pt x="51" y="0"/>
                    <a:pt x="22" y="17"/>
                    <a:pt x="19" y="49"/>
                  </a:cubicBezTo>
                  <a:cubicBezTo>
                    <a:pt x="0" y="207"/>
                    <a:pt x="5" y="363"/>
                    <a:pt x="26" y="524"/>
                  </a:cubicBezTo>
                  <a:cubicBezTo>
                    <a:pt x="49" y="678"/>
                    <a:pt x="77" y="835"/>
                    <a:pt x="136" y="981"/>
                  </a:cubicBezTo>
                  <a:cubicBezTo>
                    <a:pt x="151" y="1018"/>
                    <a:pt x="166" y="1055"/>
                    <a:pt x="188" y="1089"/>
                  </a:cubicBezTo>
                  <a:cubicBezTo>
                    <a:pt x="208" y="1120"/>
                    <a:pt x="240" y="1163"/>
                    <a:pt x="279" y="1169"/>
                  </a:cubicBezTo>
                  <a:cubicBezTo>
                    <a:pt x="284" y="1170"/>
                    <a:pt x="290" y="1171"/>
                    <a:pt x="294" y="1171"/>
                  </a:cubicBezTo>
                  <a:cubicBezTo>
                    <a:pt x="373" y="1171"/>
                    <a:pt x="352" y="1050"/>
                    <a:pt x="337" y="1000"/>
                  </a:cubicBezTo>
                  <a:cubicBezTo>
                    <a:pt x="295" y="856"/>
                    <a:pt x="250" y="714"/>
                    <a:pt x="226" y="566"/>
                  </a:cubicBezTo>
                  <a:cubicBezTo>
                    <a:pt x="197" y="389"/>
                    <a:pt x="179" y="213"/>
                    <a:pt x="134" y="39"/>
                  </a:cubicBezTo>
                  <a:cubicBezTo>
                    <a:pt x="126" y="12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49"/>
            <p:cNvSpPr/>
            <p:nvPr/>
          </p:nvSpPr>
          <p:spPr>
            <a:xfrm>
              <a:off x="4250746" y="2614614"/>
              <a:ext cx="30023" cy="39438"/>
            </a:xfrm>
            <a:custGeom>
              <a:avLst/>
              <a:gdLst/>
              <a:ahLst/>
              <a:cxnLst/>
              <a:rect l="l" t="t" r="r" b="b"/>
              <a:pathLst>
                <a:path w="169" h="222" extrusionOk="0">
                  <a:moveTo>
                    <a:pt x="84" y="1"/>
                  </a:moveTo>
                  <a:cubicBezTo>
                    <a:pt x="82" y="1"/>
                    <a:pt x="80" y="1"/>
                    <a:pt x="78" y="1"/>
                  </a:cubicBezTo>
                  <a:cubicBezTo>
                    <a:pt x="64" y="2"/>
                    <a:pt x="51" y="7"/>
                    <a:pt x="40" y="16"/>
                  </a:cubicBezTo>
                  <a:cubicBezTo>
                    <a:pt x="28" y="23"/>
                    <a:pt x="20" y="33"/>
                    <a:pt x="14" y="46"/>
                  </a:cubicBezTo>
                  <a:cubicBezTo>
                    <a:pt x="11" y="51"/>
                    <a:pt x="10" y="53"/>
                    <a:pt x="8" y="62"/>
                  </a:cubicBezTo>
                  <a:cubicBezTo>
                    <a:pt x="5" y="66"/>
                    <a:pt x="4" y="69"/>
                    <a:pt x="4" y="73"/>
                  </a:cubicBezTo>
                  <a:cubicBezTo>
                    <a:pt x="4" y="81"/>
                    <a:pt x="3" y="88"/>
                    <a:pt x="3" y="94"/>
                  </a:cubicBezTo>
                  <a:lnTo>
                    <a:pt x="3" y="98"/>
                  </a:lnTo>
                  <a:lnTo>
                    <a:pt x="3" y="105"/>
                  </a:lnTo>
                  <a:cubicBezTo>
                    <a:pt x="1" y="115"/>
                    <a:pt x="1" y="125"/>
                    <a:pt x="1" y="135"/>
                  </a:cubicBezTo>
                  <a:cubicBezTo>
                    <a:pt x="1" y="148"/>
                    <a:pt x="1" y="154"/>
                    <a:pt x="6" y="166"/>
                  </a:cubicBezTo>
                  <a:cubicBezTo>
                    <a:pt x="10" y="175"/>
                    <a:pt x="15" y="183"/>
                    <a:pt x="20" y="191"/>
                  </a:cubicBezTo>
                  <a:cubicBezTo>
                    <a:pt x="25" y="199"/>
                    <a:pt x="31" y="205"/>
                    <a:pt x="41" y="210"/>
                  </a:cubicBezTo>
                  <a:cubicBezTo>
                    <a:pt x="49" y="216"/>
                    <a:pt x="57" y="219"/>
                    <a:pt x="66" y="220"/>
                  </a:cubicBezTo>
                  <a:cubicBezTo>
                    <a:pt x="72" y="220"/>
                    <a:pt x="80" y="220"/>
                    <a:pt x="86" y="221"/>
                  </a:cubicBezTo>
                  <a:cubicBezTo>
                    <a:pt x="98" y="220"/>
                    <a:pt x="111" y="216"/>
                    <a:pt x="122" y="209"/>
                  </a:cubicBezTo>
                  <a:cubicBezTo>
                    <a:pt x="127" y="206"/>
                    <a:pt x="131" y="204"/>
                    <a:pt x="136" y="199"/>
                  </a:cubicBezTo>
                  <a:cubicBezTo>
                    <a:pt x="144" y="191"/>
                    <a:pt x="151" y="184"/>
                    <a:pt x="156" y="171"/>
                  </a:cubicBezTo>
                  <a:cubicBezTo>
                    <a:pt x="156" y="170"/>
                    <a:pt x="157" y="169"/>
                    <a:pt x="157" y="168"/>
                  </a:cubicBezTo>
                  <a:cubicBezTo>
                    <a:pt x="161" y="159"/>
                    <a:pt x="163" y="150"/>
                    <a:pt x="167" y="139"/>
                  </a:cubicBezTo>
                  <a:cubicBezTo>
                    <a:pt x="168" y="135"/>
                    <a:pt x="168" y="133"/>
                    <a:pt x="168" y="129"/>
                  </a:cubicBezTo>
                  <a:cubicBezTo>
                    <a:pt x="169" y="117"/>
                    <a:pt x="169" y="103"/>
                    <a:pt x="169" y="88"/>
                  </a:cubicBezTo>
                  <a:cubicBezTo>
                    <a:pt x="169" y="85"/>
                    <a:pt x="169" y="82"/>
                    <a:pt x="168" y="79"/>
                  </a:cubicBezTo>
                  <a:cubicBezTo>
                    <a:pt x="167" y="73"/>
                    <a:pt x="165" y="66"/>
                    <a:pt x="163" y="57"/>
                  </a:cubicBezTo>
                  <a:lnTo>
                    <a:pt x="153" y="38"/>
                  </a:lnTo>
                  <a:lnTo>
                    <a:pt x="149" y="35"/>
                  </a:lnTo>
                  <a:cubicBezTo>
                    <a:pt x="142" y="23"/>
                    <a:pt x="132" y="16"/>
                    <a:pt x="118" y="9"/>
                  </a:cubicBezTo>
                  <a:cubicBezTo>
                    <a:pt x="108" y="3"/>
                    <a:pt x="96" y="1"/>
                    <a:pt x="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49"/>
            <p:cNvSpPr/>
            <p:nvPr/>
          </p:nvSpPr>
          <p:spPr>
            <a:xfrm>
              <a:off x="4143622" y="2021970"/>
              <a:ext cx="628881" cy="475924"/>
            </a:xfrm>
            <a:custGeom>
              <a:avLst/>
              <a:gdLst/>
              <a:ahLst/>
              <a:cxnLst/>
              <a:rect l="l" t="t" r="r" b="b"/>
              <a:pathLst>
                <a:path w="3540" h="2679" extrusionOk="0">
                  <a:moveTo>
                    <a:pt x="2005" y="1"/>
                  </a:moveTo>
                  <a:cubicBezTo>
                    <a:pt x="2005" y="1"/>
                    <a:pt x="2137" y="67"/>
                    <a:pt x="2026" y="319"/>
                  </a:cubicBezTo>
                  <a:cubicBezTo>
                    <a:pt x="1917" y="571"/>
                    <a:pt x="1017" y="823"/>
                    <a:pt x="720" y="954"/>
                  </a:cubicBezTo>
                  <a:cubicBezTo>
                    <a:pt x="424" y="1086"/>
                    <a:pt x="292" y="1240"/>
                    <a:pt x="249" y="1504"/>
                  </a:cubicBezTo>
                  <a:cubicBezTo>
                    <a:pt x="206" y="1761"/>
                    <a:pt x="302" y="2017"/>
                    <a:pt x="316" y="2017"/>
                  </a:cubicBezTo>
                  <a:cubicBezTo>
                    <a:pt x="317" y="2017"/>
                    <a:pt x="317" y="2017"/>
                    <a:pt x="317" y="2017"/>
                  </a:cubicBezTo>
                  <a:lnTo>
                    <a:pt x="317" y="2017"/>
                  </a:lnTo>
                  <a:cubicBezTo>
                    <a:pt x="0" y="2247"/>
                    <a:pt x="260" y="2589"/>
                    <a:pt x="260" y="2589"/>
                  </a:cubicBezTo>
                  <a:lnTo>
                    <a:pt x="790" y="2657"/>
                  </a:lnTo>
                  <a:cubicBezTo>
                    <a:pt x="916" y="2673"/>
                    <a:pt x="1088" y="2679"/>
                    <a:pt x="1279" y="2679"/>
                  </a:cubicBezTo>
                  <a:cubicBezTo>
                    <a:pt x="1946" y="2679"/>
                    <a:pt x="2847" y="2604"/>
                    <a:pt x="2847" y="2604"/>
                  </a:cubicBezTo>
                  <a:cubicBezTo>
                    <a:pt x="3055" y="2575"/>
                    <a:pt x="3247" y="2466"/>
                    <a:pt x="3376" y="2299"/>
                  </a:cubicBezTo>
                  <a:cubicBezTo>
                    <a:pt x="3469" y="2179"/>
                    <a:pt x="3539" y="2038"/>
                    <a:pt x="3495" y="1920"/>
                  </a:cubicBezTo>
                  <a:cubicBezTo>
                    <a:pt x="3421" y="1722"/>
                    <a:pt x="3254" y="1698"/>
                    <a:pt x="3176" y="1698"/>
                  </a:cubicBezTo>
                  <a:cubicBezTo>
                    <a:pt x="3150" y="1698"/>
                    <a:pt x="3134" y="1700"/>
                    <a:pt x="3134" y="1700"/>
                  </a:cubicBezTo>
                  <a:cubicBezTo>
                    <a:pt x="3134" y="1700"/>
                    <a:pt x="3463" y="1470"/>
                    <a:pt x="3288" y="1207"/>
                  </a:cubicBezTo>
                  <a:cubicBezTo>
                    <a:pt x="3179" y="1022"/>
                    <a:pt x="3052" y="973"/>
                    <a:pt x="2947" y="973"/>
                  </a:cubicBezTo>
                  <a:cubicBezTo>
                    <a:pt x="2829" y="973"/>
                    <a:pt x="2739" y="1035"/>
                    <a:pt x="2739" y="1035"/>
                  </a:cubicBezTo>
                  <a:cubicBezTo>
                    <a:pt x="2739" y="1035"/>
                    <a:pt x="2711" y="1035"/>
                    <a:pt x="2750" y="911"/>
                  </a:cubicBezTo>
                  <a:cubicBezTo>
                    <a:pt x="2802" y="753"/>
                    <a:pt x="2695" y="538"/>
                    <a:pt x="2542" y="329"/>
                  </a:cubicBezTo>
                  <a:cubicBezTo>
                    <a:pt x="2388" y="120"/>
                    <a:pt x="2005" y="1"/>
                    <a:pt x="2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49"/>
            <p:cNvSpPr/>
            <p:nvPr/>
          </p:nvSpPr>
          <p:spPr>
            <a:xfrm>
              <a:off x="4157657" y="2021970"/>
              <a:ext cx="615024" cy="510388"/>
            </a:xfrm>
            <a:custGeom>
              <a:avLst/>
              <a:gdLst/>
              <a:ahLst/>
              <a:cxnLst/>
              <a:rect l="l" t="t" r="r" b="b"/>
              <a:pathLst>
                <a:path w="3462" h="2873" extrusionOk="0">
                  <a:moveTo>
                    <a:pt x="1927" y="1"/>
                  </a:moveTo>
                  <a:lnTo>
                    <a:pt x="1927" y="1"/>
                  </a:lnTo>
                  <a:cubicBezTo>
                    <a:pt x="1927" y="1"/>
                    <a:pt x="2059" y="65"/>
                    <a:pt x="1949" y="319"/>
                  </a:cubicBezTo>
                  <a:cubicBezTo>
                    <a:pt x="1839" y="571"/>
                    <a:pt x="939" y="824"/>
                    <a:pt x="642" y="954"/>
                  </a:cubicBezTo>
                  <a:cubicBezTo>
                    <a:pt x="346" y="1086"/>
                    <a:pt x="215" y="1240"/>
                    <a:pt x="171" y="1503"/>
                  </a:cubicBezTo>
                  <a:cubicBezTo>
                    <a:pt x="129" y="1761"/>
                    <a:pt x="224" y="2017"/>
                    <a:pt x="239" y="2017"/>
                  </a:cubicBezTo>
                  <a:cubicBezTo>
                    <a:pt x="240" y="2017"/>
                    <a:pt x="240" y="2017"/>
                    <a:pt x="240" y="2016"/>
                  </a:cubicBezTo>
                  <a:lnTo>
                    <a:pt x="240" y="2016"/>
                  </a:lnTo>
                  <a:cubicBezTo>
                    <a:pt x="1" y="2190"/>
                    <a:pt x="89" y="2427"/>
                    <a:pt x="146" y="2533"/>
                  </a:cubicBezTo>
                  <a:cubicBezTo>
                    <a:pt x="134" y="2567"/>
                    <a:pt x="160" y="2605"/>
                    <a:pt x="232" y="2641"/>
                  </a:cubicBezTo>
                  <a:cubicBezTo>
                    <a:pt x="527" y="2792"/>
                    <a:pt x="1226" y="2872"/>
                    <a:pt x="1888" y="2872"/>
                  </a:cubicBezTo>
                  <a:cubicBezTo>
                    <a:pt x="2682" y="2872"/>
                    <a:pt x="3423" y="2757"/>
                    <a:pt x="3349" y="2509"/>
                  </a:cubicBezTo>
                  <a:cubicBezTo>
                    <a:pt x="3333" y="2462"/>
                    <a:pt x="3287" y="2421"/>
                    <a:pt x="3216" y="2388"/>
                  </a:cubicBezTo>
                  <a:cubicBezTo>
                    <a:pt x="3245" y="2360"/>
                    <a:pt x="3272" y="2332"/>
                    <a:pt x="3298" y="2299"/>
                  </a:cubicBezTo>
                  <a:cubicBezTo>
                    <a:pt x="3390" y="2179"/>
                    <a:pt x="3461" y="2037"/>
                    <a:pt x="3418" y="1920"/>
                  </a:cubicBezTo>
                  <a:cubicBezTo>
                    <a:pt x="3344" y="1722"/>
                    <a:pt x="3177" y="1697"/>
                    <a:pt x="3099" y="1697"/>
                  </a:cubicBezTo>
                  <a:cubicBezTo>
                    <a:pt x="3073" y="1697"/>
                    <a:pt x="3056" y="1700"/>
                    <a:pt x="3056" y="1700"/>
                  </a:cubicBezTo>
                  <a:cubicBezTo>
                    <a:pt x="3056" y="1700"/>
                    <a:pt x="3385" y="1470"/>
                    <a:pt x="3210" y="1206"/>
                  </a:cubicBezTo>
                  <a:cubicBezTo>
                    <a:pt x="3102" y="1021"/>
                    <a:pt x="2974" y="972"/>
                    <a:pt x="2870" y="972"/>
                  </a:cubicBezTo>
                  <a:cubicBezTo>
                    <a:pt x="2751" y="972"/>
                    <a:pt x="2661" y="1035"/>
                    <a:pt x="2661" y="1035"/>
                  </a:cubicBezTo>
                  <a:cubicBezTo>
                    <a:pt x="2661" y="1035"/>
                    <a:pt x="2632" y="1035"/>
                    <a:pt x="2672" y="911"/>
                  </a:cubicBezTo>
                  <a:cubicBezTo>
                    <a:pt x="2724" y="754"/>
                    <a:pt x="2617" y="538"/>
                    <a:pt x="2464" y="329"/>
                  </a:cubicBezTo>
                  <a:cubicBezTo>
                    <a:pt x="2310" y="120"/>
                    <a:pt x="1927" y="1"/>
                    <a:pt x="19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49"/>
            <p:cNvSpPr/>
            <p:nvPr/>
          </p:nvSpPr>
          <p:spPr>
            <a:xfrm>
              <a:off x="4579401" y="2254693"/>
              <a:ext cx="86338" cy="57203"/>
            </a:xfrm>
            <a:custGeom>
              <a:avLst/>
              <a:gdLst/>
              <a:ahLst/>
              <a:cxnLst/>
              <a:rect l="l" t="t" r="r" b="b"/>
              <a:pathLst>
                <a:path w="486" h="322" extrusionOk="0">
                  <a:moveTo>
                    <a:pt x="463" y="0"/>
                  </a:moveTo>
                  <a:cubicBezTo>
                    <a:pt x="460" y="0"/>
                    <a:pt x="456" y="1"/>
                    <a:pt x="453" y="2"/>
                  </a:cubicBezTo>
                  <a:cubicBezTo>
                    <a:pt x="392" y="36"/>
                    <a:pt x="350" y="88"/>
                    <a:pt x="296" y="132"/>
                  </a:cubicBezTo>
                  <a:cubicBezTo>
                    <a:pt x="221" y="191"/>
                    <a:pt x="135" y="236"/>
                    <a:pt x="42" y="251"/>
                  </a:cubicBezTo>
                  <a:cubicBezTo>
                    <a:pt x="1" y="257"/>
                    <a:pt x="11" y="322"/>
                    <a:pt x="51" y="322"/>
                  </a:cubicBezTo>
                  <a:cubicBezTo>
                    <a:pt x="52" y="322"/>
                    <a:pt x="52" y="322"/>
                    <a:pt x="53" y="322"/>
                  </a:cubicBezTo>
                  <a:cubicBezTo>
                    <a:pt x="225" y="322"/>
                    <a:pt x="456" y="215"/>
                    <a:pt x="484" y="25"/>
                  </a:cubicBezTo>
                  <a:cubicBezTo>
                    <a:pt x="485" y="12"/>
                    <a:pt x="476" y="0"/>
                    <a:pt x="4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49"/>
            <p:cNvSpPr/>
            <p:nvPr/>
          </p:nvSpPr>
          <p:spPr>
            <a:xfrm>
              <a:off x="4165296" y="2023214"/>
              <a:ext cx="600812" cy="509145"/>
            </a:xfrm>
            <a:custGeom>
              <a:avLst/>
              <a:gdLst/>
              <a:ahLst/>
              <a:cxnLst/>
              <a:rect l="l" t="t" r="r" b="b"/>
              <a:pathLst>
                <a:path w="3382" h="2866" extrusionOk="0">
                  <a:moveTo>
                    <a:pt x="1894" y="1"/>
                  </a:moveTo>
                  <a:cubicBezTo>
                    <a:pt x="1896" y="3"/>
                    <a:pt x="1897" y="4"/>
                    <a:pt x="1898" y="4"/>
                  </a:cubicBezTo>
                  <a:cubicBezTo>
                    <a:pt x="1899" y="5"/>
                    <a:pt x="1901" y="5"/>
                    <a:pt x="1901" y="6"/>
                  </a:cubicBezTo>
                  <a:lnTo>
                    <a:pt x="1904" y="10"/>
                  </a:lnTo>
                  <a:lnTo>
                    <a:pt x="1909" y="15"/>
                  </a:lnTo>
                  <a:cubicBezTo>
                    <a:pt x="1911" y="16"/>
                    <a:pt x="1912" y="18"/>
                    <a:pt x="1912" y="19"/>
                  </a:cubicBezTo>
                  <a:cubicBezTo>
                    <a:pt x="1914" y="21"/>
                    <a:pt x="1916" y="24"/>
                    <a:pt x="1918" y="26"/>
                  </a:cubicBezTo>
                  <a:cubicBezTo>
                    <a:pt x="1918" y="28"/>
                    <a:pt x="1919" y="28"/>
                    <a:pt x="1919" y="29"/>
                  </a:cubicBezTo>
                  <a:cubicBezTo>
                    <a:pt x="1922" y="34"/>
                    <a:pt x="1924" y="39"/>
                    <a:pt x="1928" y="42"/>
                  </a:cubicBezTo>
                  <a:lnTo>
                    <a:pt x="1928" y="44"/>
                  </a:lnTo>
                  <a:cubicBezTo>
                    <a:pt x="1930" y="47"/>
                    <a:pt x="1933" y="52"/>
                    <a:pt x="1934" y="57"/>
                  </a:cubicBezTo>
                  <a:cubicBezTo>
                    <a:pt x="1934" y="59"/>
                    <a:pt x="1935" y="60"/>
                    <a:pt x="1935" y="61"/>
                  </a:cubicBezTo>
                  <a:cubicBezTo>
                    <a:pt x="1937" y="65"/>
                    <a:pt x="1938" y="70"/>
                    <a:pt x="1940" y="75"/>
                  </a:cubicBezTo>
                  <a:cubicBezTo>
                    <a:pt x="1940" y="76"/>
                    <a:pt x="1942" y="80"/>
                    <a:pt x="1942" y="81"/>
                  </a:cubicBezTo>
                  <a:lnTo>
                    <a:pt x="1945" y="96"/>
                  </a:lnTo>
                  <a:cubicBezTo>
                    <a:pt x="1945" y="98"/>
                    <a:pt x="1947" y="100"/>
                    <a:pt x="1947" y="102"/>
                  </a:cubicBezTo>
                  <a:cubicBezTo>
                    <a:pt x="1948" y="110"/>
                    <a:pt x="1948" y="116"/>
                    <a:pt x="1949" y="126"/>
                  </a:cubicBezTo>
                  <a:lnTo>
                    <a:pt x="1949" y="127"/>
                  </a:lnTo>
                  <a:lnTo>
                    <a:pt x="1949" y="154"/>
                  </a:lnTo>
                  <a:cubicBezTo>
                    <a:pt x="1949" y="157"/>
                    <a:pt x="1949" y="158"/>
                    <a:pt x="1948" y="161"/>
                  </a:cubicBezTo>
                  <a:cubicBezTo>
                    <a:pt x="1947" y="169"/>
                    <a:pt x="1947" y="177"/>
                    <a:pt x="1945" y="185"/>
                  </a:cubicBezTo>
                  <a:cubicBezTo>
                    <a:pt x="1945" y="189"/>
                    <a:pt x="1944" y="193"/>
                    <a:pt x="1943" y="195"/>
                  </a:cubicBezTo>
                  <a:cubicBezTo>
                    <a:pt x="1942" y="203"/>
                    <a:pt x="1940" y="211"/>
                    <a:pt x="1938" y="219"/>
                  </a:cubicBezTo>
                  <a:cubicBezTo>
                    <a:pt x="1937" y="223"/>
                    <a:pt x="1935" y="228"/>
                    <a:pt x="1934" y="231"/>
                  </a:cubicBezTo>
                  <a:lnTo>
                    <a:pt x="1927" y="259"/>
                  </a:lnTo>
                  <a:cubicBezTo>
                    <a:pt x="1924" y="262"/>
                    <a:pt x="1923" y="266"/>
                    <a:pt x="1922" y="271"/>
                  </a:cubicBezTo>
                  <a:cubicBezTo>
                    <a:pt x="1917" y="284"/>
                    <a:pt x="1912" y="297"/>
                    <a:pt x="1906" y="313"/>
                  </a:cubicBezTo>
                  <a:cubicBezTo>
                    <a:pt x="1796" y="566"/>
                    <a:pt x="896" y="818"/>
                    <a:pt x="599" y="949"/>
                  </a:cubicBezTo>
                  <a:cubicBezTo>
                    <a:pt x="303" y="1080"/>
                    <a:pt x="172" y="1234"/>
                    <a:pt x="128" y="1498"/>
                  </a:cubicBezTo>
                  <a:cubicBezTo>
                    <a:pt x="86" y="1755"/>
                    <a:pt x="181" y="2011"/>
                    <a:pt x="196" y="2011"/>
                  </a:cubicBezTo>
                  <a:cubicBezTo>
                    <a:pt x="197" y="2011"/>
                    <a:pt x="197" y="2011"/>
                    <a:pt x="197" y="2011"/>
                  </a:cubicBezTo>
                  <a:lnTo>
                    <a:pt x="197" y="2011"/>
                  </a:lnTo>
                  <a:cubicBezTo>
                    <a:pt x="183" y="2021"/>
                    <a:pt x="170" y="2031"/>
                    <a:pt x="157" y="2042"/>
                  </a:cubicBezTo>
                  <a:cubicBezTo>
                    <a:pt x="156" y="2044"/>
                    <a:pt x="154" y="2045"/>
                    <a:pt x="152" y="2046"/>
                  </a:cubicBezTo>
                  <a:cubicBezTo>
                    <a:pt x="144" y="2052"/>
                    <a:pt x="138" y="2060"/>
                    <a:pt x="132" y="2067"/>
                  </a:cubicBezTo>
                  <a:cubicBezTo>
                    <a:pt x="34" y="2174"/>
                    <a:pt x="1" y="2341"/>
                    <a:pt x="103" y="2527"/>
                  </a:cubicBezTo>
                  <a:cubicBezTo>
                    <a:pt x="102" y="2531"/>
                    <a:pt x="101" y="2538"/>
                    <a:pt x="101" y="2546"/>
                  </a:cubicBezTo>
                  <a:cubicBezTo>
                    <a:pt x="108" y="2563"/>
                    <a:pt x="134" y="2620"/>
                    <a:pt x="141" y="2633"/>
                  </a:cubicBezTo>
                  <a:cubicBezTo>
                    <a:pt x="236" y="2731"/>
                    <a:pt x="583" y="2760"/>
                    <a:pt x="721" y="2783"/>
                  </a:cubicBezTo>
                  <a:cubicBezTo>
                    <a:pt x="722" y="2783"/>
                    <a:pt x="724" y="2783"/>
                    <a:pt x="725" y="2784"/>
                  </a:cubicBezTo>
                  <a:lnTo>
                    <a:pt x="798" y="2796"/>
                  </a:lnTo>
                  <a:cubicBezTo>
                    <a:pt x="802" y="2796"/>
                    <a:pt x="804" y="2797"/>
                    <a:pt x="808" y="2797"/>
                  </a:cubicBezTo>
                  <a:cubicBezTo>
                    <a:pt x="829" y="2799"/>
                    <a:pt x="850" y="2803"/>
                    <a:pt x="873" y="2806"/>
                  </a:cubicBezTo>
                  <a:cubicBezTo>
                    <a:pt x="878" y="2807"/>
                    <a:pt x="883" y="2807"/>
                    <a:pt x="888" y="2808"/>
                  </a:cubicBezTo>
                  <a:cubicBezTo>
                    <a:pt x="912" y="2811"/>
                    <a:pt x="935" y="2815"/>
                    <a:pt x="961" y="2818"/>
                  </a:cubicBezTo>
                  <a:lnTo>
                    <a:pt x="963" y="2818"/>
                  </a:lnTo>
                  <a:cubicBezTo>
                    <a:pt x="990" y="2820"/>
                    <a:pt x="1017" y="2824"/>
                    <a:pt x="1045" y="2827"/>
                  </a:cubicBezTo>
                  <a:lnTo>
                    <a:pt x="1049" y="2827"/>
                  </a:lnTo>
                  <a:cubicBezTo>
                    <a:pt x="1074" y="2829"/>
                    <a:pt x="1099" y="2832"/>
                    <a:pt x="1124" y="2834"/>
                  </a:cubicBezTo>
                  <a:cubicBezTo>
                    <a:pt x="1128" y="2834"/>
                    <a:pt x="1134" y="2835"/>
                    <a:pt x="1137" y="2835"/>
                  </a:cubicBezTo>
                  <a:cubicBezTo>
                    <a:pt x="1164" y="2838"/>
                    <a:pt x="1190" y="2840"/>
                    <a:pt x="1216" y="2842"/>
                  </a:cubicBezTo>
                  <a:lnTo>
                    <a:pt x="1217" y="2842"/>
                  </a:lnTo>
                  <a:cubicBezTo>
                    <a:pt x="1247" y="2844"/>
                    <a:pt x="1277" y="2845"/>
                    <a:pt x="1305" y="2848"/>
                  </a:cubicBezTo>
                  <a:cubicBezTo>
                    <a:pt x="1310" y="2848"/>
                    <a:pt x="1315" y="2848"/>
                    <a:pt x="1320" y="2848"/>
                  </a:cubicBezTo>
                  <a:cubicBezTo>
                    <a:pt x="1432" y="2848"/>
                    <a:pt x="1616" y="2859"/>
                    <a:pt x="1830" y="2866"/>
                  </a:cubicBezTo>
                  <a:cubicBezTo>
                    <a:pt x="1837" y="2866"/>
                    <a:pt x="1844" y="2866"/>
                    <a:pt x="1851" y="2866"/>
                  </a:cubicBezTo>
                  <a:cubicBezTo>
                    <a:pt x="2644" y="2866"/>
                    <a:pt x="3382" y="2750"/>
                    <a:pt x="3308" y="2505"/>
                  </a:cubicBezTo>
                  <a:cubicBezTo>
                    <a:pt x="3294" y="2456"/>
                    <a:pt x="3246" y="2415"/>
                    <a:pt x="3175" y="2382"/>
                  </a:cubicBezTo>
                  <a:cubicBezTo>
                    <a:pt x="3203" y="2353"/>
                    <a:pt x="3231" y="2325"/>
                    <a:pt x="3257" y="2292"/>
                  </a:cubicBezTo>
                  <a:cubicBezTo>
                    <a:pt x="3299" y="2236"/>
                    <a:pt x="3335" y="2178"/>
                    <a:pt x="3360" y="2119"/>
                  </a:cubicBezTo>
                  <a:lnTo>
                    <a:pt x="3360" y="2119"/>
                  </a:lnTo>
                  <a:cubicBezTo>
                    <a:pt x="3059" y="2264"/>
                    <a:pt x="2541" y="2438"/>
                    <a:pt x="1863" y="2443"/>
                  </a:cubicBezTo>
                  <a:cubicBezTo>
                    <a:pt x="1861" y="2443"/>
                    <a:pt x="1859" y="2443"/>
                    <a:pt x="1857" y="2443"/>
                  </a:cubicBezTo>
                  <a:cubicBezTo>
                    <a:pt x="1370" y="2443"/>
                    <a:pt x="899" y="2093"/>
                    <a:pt x="876" y="2046"/>
                  </a:cubicBezTo>
                  <a:cubicBezTo>
                    <a:pt x="804" y="1899"/>
                    <a:pt x="730" y="1743"/>
                    <a:pt x="675" y="1581"/>
                  </a:cubicBezTo>
                  <a:cubicBezTo>
                    <a:pt x="455" y="940"/>
                    <a:pt x="2122" y="706"/>
                    <a:pt x="2109" y="410"/>
                  </a:cubicBezTo>
                  <a:cubicBezTo>
                    <a:pt x="2106" y="305"/>
                    <a:pt x="2031" y="158"/>
                    <a:pt x="1938" y="16"/>
                  </a:cubicBezTo>
                  <a:cubicBezTo>
                    <a:pt x="1919" y="10"/>
                    <a:pt x="1906" y="5"/>
                    <a:pt x="1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49"/>
            <p:cNvSpPr/>
            <p:nvPr/>
          </p:nvSpPr>
          <p:spPr>
            <a:xfrm>
              <a:off x="4319497" y="2316516"/>
              <a:ext cx="197724" cy="58092"/>
            </a:xfrm>
            <a:custGeom>
              <a:avLst/>
              <a:gdLst/>
              <a:ahLst/>
              <a:cxnLst/>
              <a:rect l="l" t="t" r="r" b="b"/>
              <a:pathLst>
                <a:path w="1113" h="327" extrusionOk="0">
                  <a:moveTo>
                    <a:pt x="97" y="0"/>
                  </a:moveTo>
                  <a:cubicBezTo>
                    <a:pt x="29" y="0"/>
                    <a:pt x="0" y="103"/>
                    <a:pt x="71" y="140"/>
                  </a:cubicBezTo>
                  <a:cubicBezTo>
                    <a:pt x="267" y="246"/>
                    <a:pt x="445" y="325"/>
                    <a:pt x="670" y="327"/>
                  </a:cubicBezTo>
                  <a:cubicBezTo>
                    <a:pt x="674" y="327"/>
                    <a:pt x="678" y="327"/>
                    <a:pt x="682" y="327"/>
                  </a:cubicBezTo>
                  <a:cubicBezTo>
                    <a:pt x="829" y="327"/>
                    <a:pt x="1032" y="307"/>
                    <a:pt x="1100" y="160"/>
                  </a:cubicBezTo>
                  <a:cubicBezTo>
                    <a:pt x="1113" y="132"/>
                    <a:pt x="1096" y="107"/>
                    <a:pt x="1074" y="93"/>
                  </a:cubicBezTo>
                  <a:cubicBezTo>
                    <a:pt x="1029" y="67"/>
                    <a:pt x="976" y="59"/>
                    <a:pt x="921" y="59"/>
                  </a:cubicBezTo>
                  <a:cubicBezTo>
                    <a:pt x="836" y="59"/>
                    <a:pt x="746" y="79"/>
                    <a:pt x="670" y="81"/>
                  </a:cubicBezTo>
                  <a:cubicBezTo>
                    <a:pt x="647" y="82"/>
                    <a:pt x="623" y="82"/>
                    <a:pt x="600" y="82"/>
                  </a:cubicBezTo>
                  <a:cubicBezTo>
                    <a:pt x="441" y="82"/>
                    <a:pt x="271" y="65"/>
                    <a:pt x="127" y="6"/>
                  </a:cubicBezTo>
                  <a:cubicBezTo>
                    <a:pt x="117" y="2"/>
                    <a:pt x="106" y="0"/>
                    <a:pt x="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49"/>
            <p:cNvSpPr/>
            <p:nvPr/>
          </p:nvSpPr>
          <p:spPr>
            <a:xfrm>
              <a:off x="4419692" y="2392728"/>
              <a:ext cx="62533" cy="17410"/>
            </a:xfrm>
            <a:custGeom>
              <a:avLst/>
              <a:gdLst/>
              <a:ahLst/>
              <a:cxnLst/>
              <a:rect l="l" t="t" r="r" b="b"/>
              <a:pathLst>
                <a:path w="352" h="98" extrusionOk="0">
                  <a:moveTo>
                    <a:pt x="339" y="1"/>
                  </a:moveTo>
                  <a:cubicBezTo>
                    <a:pt x="338" y="1"/>
                    <a:pt x="337" y="1"/>
                    <a:pt x="336" y="1"/>
                  </a:cubicBezTo>
                  <a:cubicBezTo>
                    <a:pt x="323" y="3"/>
                    <a:pt x="312" y="10"/>
                    <a:pt x="300" y="12"/>
                  </a:cubicBezTo>
                  <a:cubicBezTo>
                    <a:pt x="287" y="15"/>
                    <a:pt x="275" y="18"/>
                    <a:pt x="261" y="23"/>
                  </a:cubicBezTo>
                  <a:cubicBezTo>
                    <a:pt x="237" y="33"/>
                    <a:pt x="213" y="39"/>
                    <a:pt x="186" y="43"/>
                  </a:cubicBezTo>
                  <a:cubicBezTo>
                    <a:pt x="168" y="45"/>
                    <a:pt x="151" y="47"/>
                    <a:pt x="133" y="47"/>
                  </a:cubicBezTo>
                  <a:cubicBezTo>
                    <a:pt x="98" y="47"/>
                    <a:pt x="64" y="42"/>
                    <a:pt x="31" y="32"/>
                  </a:cubicBezTo>
                  <a:cubicBezTo>
                    <a:pt x="29" y="31"/>
                    <a:pt x="27" y="30"/>
                    <a:pt x="25" y="30"/>
                  </a:cubicBezTo>
                  <a:cubicBezTo>
                    <a:pt x="8" y="30"/>
                    <a:pt x="1" y="54"/>
                    <a:pt x="19" y="63"/>
                  </a:cubicBezTo>
                  <a:cubicBezTo>
                    <a:pt x="63" y="87"/>
                    <a:pt x="111" y="97"/>
                    <a:pt x="160" y="97"/>
                  </a:cubicBezTo>
                  <a:cubicBezTo>
                    <a:pt x="170" y="97"/>
                    <a:pt x="180" y="97"/>
                    <a:pt x="191" y="96"/>
                  </a:cubicBezTo>
                  <a:cubicBezTo>
                    <a:pt x="220" y="94"/>
                    <a:pt x="249" y="87"/>
                    <a:pt x="277" y="76"/>
                  </a:cubicBezTo>
                  <a:cubicBezTo>
                    <a:pt x="292" y="70"/>
                    <a:pt x="306" y="63"/>
                    <a:pt x="318" y="52"/>
                  </a:cubicBezTo>
                  <a:cubicBezTo>
                    <a:pt x="328" y="42"/>
                    <a:pt x="341" y="34"/>
                    <a:pt x="348" y="21"/>
                  </a:cubicBezTo>
                  <a:cubicBezTo>
                    <a:pt x="352" y="14"/>
                    <a:pt x="348" y="1"/>
                    <a:pt x="3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49"/>
            <p:cNvSpPr/>
            <p:nvPr/>
          </p:nvSpPr>
          <p:spPr>
            <a:xfrm>
              <a:off x="4366219" y="2140286"/>
              <a:ext cx="295965" cy="152779"/>
            </a:xfrm>
            <a:custGeom>
              <a:avLst/>
              <a:gdLst/>
              <a:ahLst/>
              <a:cxnLst/>
              <a:rect l="l" t="t" r="r" b="b"/>
              <a:pathLst>
                <a:path w="1666" h="860" extrusionOk="0">
                  <a:moveTo>
                    <a:pt x="1481" y="1"/>
                  </a:moveTo>
                  <a:cubicBezTo>
                    <a:pt x="1447" y="41"/>
                    <a:pt x="1413" y="78"/>
                    <a:pt x="1377" y="115"/>
                  </a:cubicBezTo>
                  <a:cubicBezTo>
                    <a:pt x="1118" y="379"/>
                    <a:pt x="668" y="644"/>
                    <a:pt x="271" y="644"/>
                  </a:cubicBezTo>
                  <a:cubicBezTo>
                    <a:pt x="219" y="644"/>
                    <a:pt x="169" y="639"/>
                    <a:pt x="120" y="630"/>
                  </a:cubicBezTo>
                  <a:cubicBezTo>
                    <a:pt x="114" y="629"/>
                    <a:pt x="108" y="628"/>
                    <a:pt x="103" y="628"/>
                  </a:cubicBezTo>
                  <a:cubicBezTo>
                    <a:pt x="22" y="628"/>
                    <a:pt x="0" y="739"/>
                    <a:pt x="81" y="771"/>
                  </a:cubicBezTo>
                  <a:cubicBezTo>
                    <a:pt x="234" y="832"/>
                    <a:pt x="385" y="859"/>
                    <a:pt x="534" y="859"/>
                  </a:cubicBezTo>
                  <a:cubicBezTo>
                    <a:pt x="898" y="859"/>
                    <a:pt x="1243" y="693"/>
                    <a:pt x="1534" y="436"/>
                  </a:cubicBezTo>
                  <a:cubicBezTo>
                    <a:pt x="1579" y="396"/>
                    <a:pt x="1622" y="353"/>
                    <a:pt x="1665" y="308"/>
                  </a:cubicBezTo>
                  <a:lnTo>
                    <a:pt x="1665" y="308"/>
                  </a:lnTo>
                  <a:cubicBezTo>
                    <a:pt x="1561" y="317"/>
                    <a:pt x="1487" y="369"/>
                    <a:pt x="1487" y="369"/>
                  </a:cubicBezTo>
                  <a:cubicBezTo>
                    <a:pt x="1487" y="369"/>
                    <a:pt x="1458" y="369"/>
                    <a:pt x="1498" y="245"/>
                  </a:cubicBezTo>
                  <a:cubicBezTo>
                    <a:pt x="1521" y="174"/>
                    <a:pt x="1513" y="90"/>
                    <a:pt x="1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49"/>
            <p:cNvSpPr/>
            <p:nvPr/>
          </p:nvSpPr>
          <p:spPr>
            <a:xfrm>
              <a:off x="4493062" y="2305857"/>
              <a:ext cx="269495" cy="124710"/>
            </a:xfrm>
            <a:custGeom>
              <a:avLst/>
              <a:gdLst/>
              <a:ahLst/>
              <a:cxnLst/>
              <a:rect l="l" t="t" r="r" b="b"/>
              <a:pathLst>
                <a:path w="1517" h="702" extrusionOk="0">
                  <a:moveTo>
                    <a:pt x="1274" y="1"/>
                  </a:moveTo>
                  <a:cubicBezTo>
                    <a:pt x="1274" y="1"/>
                    <a:pt x="1272" y="1"/>
                    <a:pt x="1272" y="3"/>
                  </a:cubicBezTo>
                  <a:cubicBezTo>
                    <a:pt x="1092" y="107"/>
                    <a:pt x="905" y="192"/>
                    <a:pt x="711" y="261"/>
                  </a:cubicBezTo>
                  <a:cubicBezTo>
                    <a:pt x="605" y="298"/>
                    <a:pt x="499" y="332"/>
                    <a:pt x="394" y="364"/>
                  </a:cubicBezTo>
                  <a:cubicBezTo>
                    <a:pt x="281" y="398"/>
                    <a:pt x="194" y="455"/>
                    <a:pt x="87" y="499"/>
                  </a:cubicBezTo>
                  <a:cubicBezTo>
                    <a:pt x="22" y="525"/>
                    <a:pt x="1" y="637"/>
                    <a:pt x="87" y="654"/>
                  </a:cubicBezTo>
                  <a:cubicBezTo>
                    <a:pt x="188" y="673"/>
                    <a:pt x="267" y="701"/>
                    <a:pt x="367" y="701"/>
                  </a:cubicBezTo>
                  <a:cubicBezTo>
                    <a:pt x="380" y="701"/>
                    <a:pt x="393" y="701"/>
                    <a:pt x="407" y="700"/>
                  </a:cubicBezTo>
                  <a:cubicBezTo>
                    <a:pt x="523" y="690"/>
                    <a:pt x="639" y="670"/>
                    <a:pt x="750" y="640"/>
                  </a:cubicBezTo>
                  <a:cubicBezTo>
                    <a:pt x="990" y="577"/>
                    <a:pt x="1222" y="476"/>
                    <a:pt x="1438" y="353"/>
                  </a:cubicBezTo>
                  <a:cubicBezTo>
                    <a:pt x="1465" y="337"/>
                    <a:pt x="1490" y="322"/>
                    <a:pt x="1516" y="307"/>
                  </a:cubicBezTo>
                  <a:cubicBezTo>
                    <a:pt x="1442" y="123"/>
                    <a:pt x="1283" y="100"/>
                    <a:pt x="1208" y="100"/>
                  </a:cubicBezTo>
                  <a:cubicBezTo>
                    <a:pt x="1183" y="100"/>
                    <a:pt x="1167" y="102"/>
                    <a:pt x="1167" y="102"/>
                  </a:cubicBezTo>
                  <a:cubicBezTo>
                    <a:pt x="1167" y="102"/>
                    <a:pt x="1220" y="64"/>
                    <a:pt x="12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49"/>
            <p:cNvSpPr/>
            <p:nvPr/>
          </p:nvSpPr>
          <p:spPr>
            <a:xfrm>
              <a:off x="4451492" y="2341387"/>
              <a:ext cx="24693" cy="27003"/>
            </a:xfrm>
            <a:custGeom>
              <a:avLst/>
              <a:gdLst/>
              <a:ahLst/>
              <a:cxnLst/>
              <a:rect l="l" t="t" r="r" b="b"/>
              <a:pathLst>
                <a:path w="139" h="152" extrusionOk="0">
                  <a:moveTo>
                    <a:pt x="22" y="0"/>
                  </a:moveTo>
                  <a:cubicBezTo>
                    <a:pt x="17" y="0"/>
                    <a:pt x="12" y="2"/>
                    <a:pt x="9" y="5"/>
                  </a:cubicBezTo>
                  <a:cubicBezTo>
                    <a:pt x="0" y="15"/>
                    <a:pt x="1" y="25"/>
                    <a:pt x="9" y="33"/>
                  </a:cubicBezTo>
                  <a:cubicBezTo>
                    <a:pt x="16" y="43"/>
                    <a:pt x="24" y="52"/>
                    <a:pt x="31" y="62"/>
                  </a:cubicBezTo>
                  <a:cubicBezTo>
                    <a:pt x="39" y="72"/>
                    <a:pt x="45" y="80"/>
                    <a:pt x="53" y="89"/>
                  </a:cubicBezTo>
                  <a:cubicBezTo>
                    <a:pt x="61" y="100"/>
                    <a:pt x="69" y="111"/>
                    <a:pt x="77" y="121"/>
                  </a:cubicBezTo>
                  <a:cubicBezTo>
                    <a:pt x="86" y="131"/>
                    <a:pt x="94" y="143"/>
                    <a:pt x="107" y="149"/>
                  </a:cubicBezTo>
                  <a:cubicBezTo>
                    <a:pt x="110" y="151"/>
                    <a:pt x="114" y="152"/>
                    <a:pt x="117" y="152"/>
                  </a:cubicBezTo>
                  <a:cubicBezTo>
                    <a:pt x="122" y="152"/>
                    <a:pt x="126" y="150"/>
                    <a:pt x="129" y="148"/>
                  </a:cubicBezTo>
                  <a:cubicBezTo>
                    <a:pt x="134" y="143"/>
                    <a:pt x="139" y="133"/>
                    <a:pt x="136" y="126"/>
                  </a:cubicBezTo>
                  <a:cubicBezTo>
                    <a:pt x="133" y="120"/>
                    <a:pt x="129" y="113"/>
                    <a:pt x="126" y="108"/>
                  </a:cubicBezTo>
                  <a:cubicBezTo>
                    <a:pt x="121" y="102"/>
                    <a:pt x="117" y="97"/>
                    <a:pt x="112" y="90"/>
                  </a:cubicBezTo>
                  <a:cubicBezTo>
                    <a:pt x="104" y="80"/>
                    <a:pt x="96" y="71"/>
                    <a:pt x="86" y="62"/>
                  </a:cubicBezTo>
                  <a:cubicBezTo>
                    <a:pt x="70" y="43"/>
                    <a:pt x="53" y="25"/>
                    <a:pt x="35" y="5"/>
                  </a:cubicBezTo>
                  <a:cubicBezTo>
                    <a:pt x="32" y="2"/>
                    <a:pt x="27" y="0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49"/>
            <p:cNvSpPr/>
            <p:nvPr/>
          </p:nvSpPr>
          <p:spPr>
            <a:xfrm>
              <a:off x="4511538" y="2170486"/>
              <a:ext cx="27180" cy="9238"/>
            </a:xfrm>
            <a:custGeom>
              <a:avLst/>
              <a:gdLst/>
              <a:ahLst/>
              <a:cxnLst/>
              <a:rect l="l" t="t" r="r" b="b"/>
              <a:pathLst>
                <a:path w="153" h="52" extrusionOk="0">
                  <a:moveTo>
                    <a:pt x="117" y="0"/>
                  </a:moveTo>
                  <a:cubicBezTo>
                    <a:pt x="114" y="0"/>
                    <a:pt x="110" y="0"/>
                    <a:pt x="107" y="1"/>
                  </a:cubicBezTo>
                  <a:cubicBezTo>
                    <a:pt x="97" y="1"/>
                    <a:pt x="88" y="3"/>
                    <a:pt x="78" y="4"/>
                  </a:cubicBezTo>
                  <a:cubicBezTo>
                    <a:pt x="56" y="6"/>
                    <a:pt x="36" y="9"/>
                    <a:pt x="14" y="14"/>
                  </a:cubicBezTo>
                  <a:cubicBezTo>
                    <a:pt x="5" y="16"/>
                    <a:pt x="0" y="25"/>
                    <a:pt x="1" y="34"/>
                  </a:cubicBezTo>
                  <a:cubicBezTo>
                    <a:pt x="3" y="44"/>
                    <a:pt x="10" y="50"/>
                    <a:pt x="19" y="51"/>
                  </a:cubicBezTo>
                  <a:cubicBezTo>
                    <a:pt x="25" y="51"/>
                    <a:pt x="31" y="51"/>
                    <a:pt x="37" y="51"/>
                  </a:cubicBezTo>
                  <a:cubicBezTo>
                    <a:pt x="52" y="51"/>
                    <a:pt x="66" y="50"/>
                    <a:pt x="81" y="50"/>
                  </a:cubicBezTo>
                  <a:cubicBezTo>
                    <a:pt x="91" y="48"/>
                    <a:pt x="100" y="48"/>
                    <a:pt x="111" y="47"/>
                  </a:cubicBezTo>
                  <a:cubicBezTo>
                    <a:pt x="118" y="46"/>
                    <a:pt x="126" y="46"/>
                    <a:pt x="133" y="41"/>
                  </a:cubicBezTo>
                  <a:cubicBezTo>
                    <a:pt x="138" y="39"/>
                    <a:pt x="142" y="36"/>
                    <a:pt x="147" y="32"/>
                  </a:cubicBezTo>
                  <a:cubicBezTo>
                    <a:pt x="153" y="24"/>
                    <a:pt x="149" y="13"/>
                    <a:pt x="142" y="8"/>
                  </a:cubicBezTo>
                  <a:cubicBezTo>
                    <a:pt x="135" y="2"/>
                    <a:pt x="125" y="0"/>
                    <a:pt x="1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49"/>
            <p:cNvSpPr/>
            <p:nvPr/>
          </p:nvSpPr>
          <p:spPr>
            <a:xfrm>
              <a:off x="4544403" y="2300527"/>
              <a:ext cx="14390" cy="16521"/>
            </a:xfrm>
            <a:custGeom>
              <a:avLst/>
              <a:gdLst/>
              <a:ahLst/>
              <a:cxnLst/>
              <a:rect l="l" t="t" r="r" b="b"/>
              <a:pathLst>
                <a:path w="81" h="93" extrusionOk="0">
                  <a:moveTo>
                    <a:pt x="59" y="45"/>
                  </a:moveTo>
                  <a:cubicBezTo>
                    <a:pt x="59" y="45"/>
                    <a:pt x="59" y="45"/>
                    <a:pt x="59" y="46"/>
                  </a:cubicBezTo>
                  <a:lnTo>
                    <a:pt x="59" y="46"/>
                  </a:lnTo>
                  <a:lnTo>
                    <a:pt x="59" y="45"/>
                  </a:lnTo>
                  <a:close/>
                  <a:moveTo>
                    <a:pt x="21" y="0"/>
                  </a:moveTo>
                  <a:cubicBezTo>
                    <a:pt x="20" y="0"/>
                    <a:pt x="19" y="0"/>
                    <a:pt x="19" y="0"/>
                  </a:cubicBezTo>
                  <a:cubicBezTo>
                    <a:pt x="8" y="1"/>
                    <a:pt x="0" y="10"/>
                    <a:pt x="0" y="21"/>
                  </a:cubicBezTo>
                  <a:cubicBezTo>
                    <a:pt x="0" y="30"/>
                    <a:pt x="2" y="39"/>
                    <a:pt x="5" y="47"/>
                  </a:cubicBezTo>
                  <a:cubicBezTo>
                    <a:pt x="8" y="52"/>
                    <a:pt x="9" y="57"/>
                    <a:pt x="14" y="62"/>
                  </a:cubicBezTo>
                  <a:cubicBezTo>
                    <a:pt x="16" y="66"/>
                    <a:pt x="20" y="71"/>
                    <a:pt x="24" y="75"/>
                  </a:cubicBezTo>
                  <a:cubicBezTo>
                    <a:pt x="31" y="82"/>
                    <a:pt x="40" y="87"/>
                    <a:pt x="50" y="91"/>
                  </a:cubicBezTo>
                  <a:cubicBezTo>
                    <a:pt x="53" y="92"/>
                    <a:pt x="56" y="92"/>
                    <a:pt x="58" y="92"/>
                  </a:cubicBezTo>
                  <a:cubicBezTo>
                    <a:pt x="63" y="92"/>
                    <a:pt x="68" y="91"/>
                    <a:pt x="72" y="90"/>
                  </a:cubicBezTo>
                  <a:cubicBezTo>
                    <a:pt x="76" y="87"/>
                    <a:pt x="80" y="83"/>
                    <a:pt x="80" y="78"/>
                  </a:cubicBezTo>
                  <a:cubicBezTo>
                    <a:pt x="79" y="74"/>
                    <a:pt x="77" y="70"/>
                    <a:pt x="76" y="66"/>
                  </a:cubicBezTo>
                  <a:cubicBezTo>
                    <a:pt x="75" y="63"/>
                    <a:pt x="74" y="60"/>
                    <a:pt x="71" y="57"/>
                  </a:cubicBezTo>
                  <a:lnTo>
                    <a:pt x="67" y="54"/>
                  </a:lnTo>
                  <a:lnTo>
                    <a:pt x="59" y="46"/>
                  </a:lnTo>
                  <a:lnTo>
                    <a:pt x="59" y="46"/>
                  </a:lnTo>
                  <a:cubicBezTo>
                    <a:pt x="59" y="45"/>
                    <a:pt x="58" y="44"/>
                    <a:pt x="57" y="42"/>
                  </a:cubicBezTo>
                  <a:cubicBezTo>
                    <a:pt x="51" y="35"/>
                    <a:pt x="46" y="27"/>
                    <a:pt x="43" y="19"/>
                  </a:cubicBezTo>
                  <a:cubicBezTo>
                    <a:pt x="43" y="16"/>
                    <a:pt x="43" y="16"/>
                    <a:pt x="41" y="15"/>
                  </a:cubicBezTo>
                  <a:cubicBezTo>
                    <a:pt x="39" y="6"/>
                    <a:pt x="30" y="0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49"/>
            <p:cNvSpPr/>
            <p:nvPr/>
          </p:nvSpPr>
          <p:spPr>
            <a:xfrm>
              <a:off x="4675155" y="2256647"/>
              <a:ext cx="27003" cy="9771"/>
            </a:xfrm>
            <a:custGeom>
              <a:avLst/>
              <a:gdLst/>
              <a:ahLst/>
              <a:cxnLst/>
              <a:rect l="l" t="t" r="r" b="b"/>
              <a:pathLst>
                <a:path w="152" h="55" extrusionOk="0">
                  <a:moveTo>
                    <a:pt x="125" y="0"/>
                  </a:moveTo>
                  <a:cubicBezTo>
                    <a:pt x="123" y="0"/>
                    <a:pt x="121" y="0"/>
                    <a:pt x="119" y="1"/>
                  </a:cubicBezTo>
                  <a:cubicBezTo>
                    <a:pt x="117" y="1"/>
                    <a:pt x="113" y="2"/>
                    <a:pt x="111" y="2"/>
                  </a:cubicBezTo>
                  <a:lnTo>
                    <a:pt x="110" y="2"/>
                  </a:lnTo>
                  <a:cubicBezTo>
                    <a:pt x="109" y="1"/>
                    <a:pt x="108" y="1"/>
                    <a:pt x="107" y="1"/>
                  </a:cubicBezTo>
                  <a:cubicBezTo>
                    <a:pt x="102" y="1"/>
                    <a:pt x="96" y="4"/>
                    <a:pt x="91" y="5"/>
                  </a:cubicBezTo>
                  <a:cubicBezTo>
                    <a:pt x="86" y="6"/>
                    <a:pt x="82" y="6"/>
                    <a:pt x="77" y="7"/>
                  </a:cubicBezTo>
                  <a:cubicBezTo>
                    <a:pt x="74" y="7"/>
                    <a:pt x="73" y="9"/>
                    <a:pt x="71" y="9"/>
                  </a:cubicBezTo>
                  <a:lnTo>
                    <a:pt x="25" y="9"/>
                  </a:lnTo>
                  <a:cubicBezTo>
                    <a:pt x="25" y="9"/>
                    <a:pt x="24" y="9"/>
                    <a:pt x="24" y="9"/>
                  </a:cubicBezTo>
                  <a:cubicBezTo>
                    <a:pt x="7" y="9"/>
                    <a:pt x="1" y="35"/>
                    <a:pt x="16" y="41"/>
                  </a:cubicBezTo>
                  <a:cubicBezTo>
                    <a:pt x="27" y="47"/>
                    <a:pt x="37" y="51"/>
                    <a:pt x="48" y="52"/>
                  </a:cubicBezTo>
                  <a:cubicBezTo>
                    <a:pt x="60" y="53"/>
                    <a:pt x="72" y="55"/>
                    <a:pt x="83" y="55"/>
                  </a:cubicBezTo>
                  <a:cubicBezTo>
                    <a:pt x="89" y="55"/>
                    <a:pt x="96" y="53"/>
                    <a:pt x="102" y="52"/>
                  </a:cubicBezTo>
                  <a:cubicBezTo>
                    <a:pt x="108" y="51"/>
                    <a:pt x="115" y="50"/>
                    <a:pt x="120" y="46"/>
                  </a:cubicBezTo>
                  <a:cubicBezTo>
                    <a:pt x="121" y="45"/>
                    <a:pt x="124" y="43"/>
                    <a:pt x="126" y="41"/>
                  </a:cubicBezTo>
                  <a:lnTo>
                    <a:pt x="126" y="41"/>
                  </a:lnTo>
                  <a:cubicBezTo>
                    <a:pt x="126" y="41"/>
                    <a:pt x="126" y="41"/>
                    <a:pt x="127" y="41"/>
                  </a:cubicBezTo>
                  <a:lnTo>
                    <a:pt x="134" y="37"/>
                  </a:lnTo>
                  <a:cubicBezTo>
                    <a:pt x="140" y="34"/>
                    <a:pt x="144" y="29"/>
                    <a:pt x="147" y="22"/>
                  </a:cubicBezTo>
                  <a:cubicBezTo>
                    <a:pt x="151" y="16"/>
                    <a:pt x="148" y="5"/>
                    <a:pt x="138" y="2"/>
                  </a:cubicBezTo>
                  <a:cubicBezTo>
                    <a:pt x="134" y="1"/>
                    <a:pt x="129" y="0"/>
                    <a:pt x="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49"/>
            <p:cNvSpPr/>
            <p:nvPr/>
          </p:nvSpPr>
          <p:spPr>
            <a:xfrm>
              <a:off x="4318787" y="2195891"/>
              <a:ext cx="24338" cy="19897"/>
            </a:xfrm>
            <a:custGeom>
              <a:avLst/>
              <a:gdLst/>
              <a:ahLst/>
              <a:cxnLst/>
              <a:rect l="l" t="t" r="r" b="b"/>
              <a:pathLst>
                <a:path w="137" h="112" extrusionOk="0">
                  <a:moveTo>
                    <a:pt x="19" y="1"/>
                  </a:moveTo>
                  <a:cubicBezTo>
                    <a:pt x="14" y="1"/>
                    <a:pt x="10" y="2"/>
                    <a:pt x="7" y="6"/>
                  </a:cubicBezTo>
                  <a:cubicBezTo>
                    <a:pt x="0" y="14"/>
                    <a:pt x="0" y="22"/>
                    <a:pt x="7" y="30"/>
                  </a:cubicBezTo>
                  <a:cubicBezTo>
                    <a:pt x="29" y="58"/>
                    <a:pt x="56" y="83"/>
                    <a:pt x="86" y="102"/>
                  </a:cubicBezTo>
                  <a:cubicBezTo>
                    <a:pt x="94" y="106"/>
                    <a:pt x="104" y="112"/>
                    <a:pt x="113" y="112"/>
                  </a:cubicBezTo>
                  <a:cubicBezTo>
                    <a:pt x="117" y="112"/>
                    <a:pt x="121" y="111"/>
                    <a:pt x="124" y="108"/>
                  </a:cubicBezTo>
                  <a:cubicBezTo>
                    <a:pt x="132" y="103"/>
                    <a:pt x="137" y="94"/>
                    <a:pt x="133" y="86"/>
                  </a:cubicBezTo>
                  <a:cubicBezTo>
                    <a:pt x="131" y="77"/>
                    <a:pt x="126" y="71"/>
                    <a:pt x="118" y="67"/>
                  </a:cubicBezTo>
                  <a:cubicBezTo>
                    <a:pt x="103" y="58"/>
                    <a:pt x="88" y="51"/>
                    <a:pt x="75" y="41"/>
                  </a:cubicBezTo>
                  <a:lnTo>
                    <a:pt x="63" y="33"/>
                  </a:lnTo>
                  <a:cubicBezTo>
                    <a:pt x="62" y="31"/>
                    <a:pt x="60" y="30"/>
                    <a:pt x="58" y="29"/>
                  </a:cubicBezTo>
                  <a:cubicBezTo>
                    <a:pt x="58" y="29"/>
                    <a:pt x="56" y="26"/>
                    <a:pt x="55" y="26"/>
                  </a:cubicBezTo>
                  <a:cubicBezTo>
                    <a:pt x="47" y="20"/>
                    <a:pt x="39" y="14"/>
                    <a:pt x="31" y="6"/>
                  </a:cubicBezTo>
                  <a:cubicBezTo>
                    <a:pt x="28" y="3"/>
                    <a:pt x="23" y="1"/>
                    <a:pt x="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49"/>
            <p:cNvSpPr/>
            <p:nvPr/>
          </p:nvSpPr>
          <p:spPr>
            <a:xfrm>
              <a:off x="4510294" y="2102624"/>
              <a:ext cx="28424" cy="11547"/>
            </a:xfrm>
            <a:custGeom>
              <a:avLst/>
              <a:gdLst/>
              <a:ahLst/>
              <a:cxnLst/>
              <a:rect l="l" t="t" r="r" b="b"/>
              <a:pathLst>
                <a:path w="160" h="65" extrusionOk="0">
                  <a:moveTo>
                    <a:pt x="24" y="1"/>
                  </a:moveTo>
                  <a:cubicBezTo>
                    <a:pt x="16" y="1"/>
                    <a:pt x="7" y="7"/>
                    <a:pt x="5" y="14"/>
                  </a:cubicBezTo>
                  <a:cubicBezTo>
                    <a:pt x="1" y="24"/>
                    <a:pt x="3" y="38"/>
                    <a:pt x="13" y="43"/>
                  </a:cubicBezTo>
                  <a:cubicBezTo>
                    <a:pt x="36" y="54"/>
                    <a:pt x="59" y="60"/>
                    <a:pt x="84" y="63"/>
                  </a:cubicBezTo>
                  <a:cubicBezTo>
                    <a:pt x="92" y="64"/>
                    <a:pt x="99" y="65"/>
                    <a:pt x="107" y="65"/>
                  </a:cubicBezTo>
                  <a:cubicBezTo>
                    <a:pt x="111" y="65"/>
                    <a:pt x="114" y="65"/>
                    <a:pt x="118" y="64"/>
                  </a:cubicBezTo>
                  <a:cubicBezTo>
                    <a:pt x="125" y="64"/>
                    <a:pt x="134" y="64"/>
                    <a:pt x="141" y="60"/>
                  </a:cubicBezTo>
                  <a:cubicBezTo>
                    <a:pt x="148" y="56"/>
                    <a:pt x="153" y="52"/>
                    <a:pt x="155" y="44"/>
                  </a:cubicBezTo>
                  <a:cubicBezTo>
                    <a:pt x="160" y="38"/>
                    <a:pt x="154" y="30"/>
                    <a:pt x="146" y="24"/>
                  </a:cubicBezTo>
                  <a:cubicBezTo>
                    <a:pt x="140" y="19"/>
                    <a:pt x="133" y="19"/>
                    <a:pt x="125" y="19"/>
                  </a:cubicBezTo>
                  <a:cubicBezTo>
                    <a:pt x="113" y="19"/>
                    <a:pt x="103" y="19"/>
                    <a:pt x="92" y="18"/>
                  </a:cubicBezTo>
                  <a:cubicBezTo>
                    <a:pt x="89" y="18"/>
                    <a:pt x="88" y="18"/>
                    <a:pt x="85" y="17"/>
                  </a:cubicBezTo>
                  <a:cubicBezTo>
                    <a:pt x="85" y="17"/>
                    <a:pt x="80" y="15"/>
                    <a:pt x="79" y="15"/>
                  </a:cubicBezTo>
                  <a:cubicBezTo>
                    <a:pt x="74" y="14"/>
                    <a:pt x="68" y="13"/>
                    <a:pt x="62" y="12"/>
                  </a:cubicBezTo>
                  <a:cubicBezTo>
                    <a:pt x="52" y="9"/>
                    <a:pt x="41" y="5"/>
                    <a:pt x="31" y="2"/>
                  </a:cubicBezTo>
                  <a:cubicBezTo>
                    <a:pt x="29" y="1"/>
                    <a:pt x="26" y="1"/>
                    <a:pt x="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49"/>
            <p:cNvSpPr/>
            <p:nvPr/>
          </p:nvSpPr>
          <p:spPr>
            <a:xfrm>
              <a:off x="4269399" y="2294309"/>
              <a:ext cx="26115" cy="8172"/>
            </a:xfrm>
            <a:custGeom>
              <a:avLst/>
              <a:gdLst/>
              <a:ahLst/>
              <a:cxnLst/>
              <a:rect l="l" t="t" r="r" b="b"/>
              <a:pathLst>
                <a:path w="147" h="46" extrusionOk="0">
                  <a:moveTo>
                    <a:pt x="17" y="1"/>
                  </a:moveTo>
                  <a:cubicBezTo>
                    <a:pt x="11" y="1"/>
                    <a:pt x="5" y="5"/>
                    <a:pt x="2" y="11"/>
                  </a:cubicBezTo>
                  <a:cubicBezTo>
                    <a:pt x="0" y="19"/>
                    <a:pt x="5" y="29"/>
                    <a:pt x="12" y="30"/>
                  </a:cubicBezTo>
                  <a:cubicBezTo>
                    <a:pt x="33" y="33"/>
                    <a:pt x="52" y="36"/>
                    <a:pt x="73" y="39"/>
                  </a:cubicBezTo>
                  <a:lnTo>
                    <a:pt x="104" y="43"/>
                  </a:lnTo>
                  <a:cubicBezTo>
                    <a:pt x="111" y="44"/>
                    <a:pt x="118" y="45"/>
                    <a:pt x="125" y="45"/>
                  </a:cubicBezTo>
                  <a:cubicBezTo>
                    <a:pt x="128" y="45"/>
                    <a:pt x="131" y="45"/>
                    <a:pt x="134" y="44"/>
                  </a:cubicBezTo>
                  <a:cubicBezTo>
                    <a:pt x="146" y="40"/>
                    <a:pt x="146" y="29"/>
                    <a:pt x="139" y="23"/>
                  </a:cubicBezTo>
                  <a:cubicBezTo>
                    <a:pt x="131" y="17"/>
                    <a:pt x="120" y="17"/>
                    <a:pt x="110" y="15"/>
                  </a:cubicBezTo>
                  <a:cubicBezTo>
                    <a:pt x="99" y="14"/>
                    <a:pt x="90" y="12"/>
                    <a:pt x="80" y="10"/>
                  </a:cubicBezTo>
                  <a:lnTo>
                    <a:pt x="22" y="1"/>
                  </a:lnTo>
                  <a:cubicBezTo>
                    <a:pt x="20" y="1"/>
                    <a:pt x="19" y="1"/>
                    <a:pt x="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94" name="Google Shape;3594;p49"/>
          <p:cNvSpPr txBox="1"/>
          <p:nvPr/>
        </p:nvSpPr>
        <p:spPr>
          <a:xfrm>
            <a:off x="3700950" y="1420934"/>
            <a:ext cx="1742100" cy="286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PÉLDA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595" name="Google Shape;3595;p49"/>
          <p:cNvGrpSpPr/>
          <p:nvPr/>
        </p:nvGrpSpPr>
        <p:grpSpPr>
          <a:xfrm>
            <a:off x="1280250" y="2096812"/>
            <a:ext cx="6592349" cy="305794"/>
            <a:chOff x="1271901" y="1740350"/>
            <a:chExt cx="6592349" cy="305794"/>
          </a:xfrm>
        </p:grpSpPr>
        <p:cxnSp>
          <p:nvCxnSpPr>
            <p:cNvPr id="3596" name="Google Shape;3596;p49"/>
            <p:cNvCxnSpPr>
              <a:cxnSpLocks/>
            </p:cNvCxnSpPr>
            <p:nvPr/>
          </p:nvCxnSpPr>
          <p:spPr>
            <a:xfrm rot="5400000">
              <a:off x="2854401" y="157850"/>
              <a:ext cx="141300" cy="3306299"/>
            </a:xfrm>
            <a:prstGeom prst="bent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7" name="Google Shape;3597;p49"/>
            <p:cNvCxnSpPr/>
            <p:nvPr/>
          </p:nvCxnSpPr>
          <p:spPr>
            <a:xfrm>
              <a:off x="4572225" y="1881775"/>
              <a:ext cx="3287700" cy="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8" name="Google Shape;3598;p49"/>
            <p:cNvCxnSpPr/>
            <p:nvPr/>
          </p:nvCxnSpPr>
          <p:spPr>
            <a:xfrm flipH="1">
              <a:off x="7863650" y="1872731"/>
              <a:ext cx="600" cy="171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9" name="Google Shape;3599;p49"/>
            <p:cNvCxnSpPr/>
            <p:nvPr/>
          </p:nvCxnSpPr>
          <p:spPr>
            <a:xfrm flipH="1">
              <a:off x="5678600" y="1874844"/>
              <a:ext cx="600" cy="171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0" name="Google Shape;3600;p49"/>
            <p:cNvCxnSpPr/>
            <p:nvPr/>
          </p:nvCxnSpPr>
          <p:spPr>
            <a:xfrm flipH="1">
              <a:off x="3478450" y="1874844"/>
              <a:ext cx="600" cy="171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1" name="Google Shape;3601;p49"/>
            <p:cNvCxnSpPr/>
            <p:nvPr/>
          </p:nvCxnSpPr>
          <p:spPr>
            <a:xfrm flipH="1">
              <a:off x="1280713" y="1874844"/>
              <a:ext cx="600" cy="171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Google Shape;3477;p49">
            <a:extLst>
              <a:ext uri="{FF2B5EF4-FFF2-40B4-BE49-F238E27FC236}">
                <a16:creationId xmlns:a16="http://schemas.microsoft.com/office/drawing/2014/main" id="{C7676188-36B7-F138-33FD-31DFA0D91DC7}"/>
              </a:ext>
            </a:extLst>
          </p:cNvPr>
          <p:cNvSpPr/>
          <p:nvPr/>
        </p:nvSpPr>
        <p:spPr>
          <a:xfrm>
            <a:off x="2386361" y="894001"/>
            <a:ext cx="4207726" cy="870975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594;p49">
            <a:extLst>
              <a:ext uri="{FF2B5EF4-FFF2-40B4-BE49-F238E27FC236}">
                <a16:creationId xmlns:a16="http://schemas.microsoft.com/office/drawing/2014/main" id="{BB05462F-A0BC-2BD8-31B1-23DAEF588DD6}"/>
              </a:ext>
            </a:extLst>
          </p:cNvPr>
          <p:cNvSpPr txBox="1"/>
          <p:nvPr/>
        </p:nvSpPr>
        <p:spPr>
          <a:xfrm>
            <a:off x="2386361" y="863764"/>
            <a:ext cx="4207726" cy="110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hu-HU" sz="1300" dirty="0">
                <a:solidFill>
                  <a:schemeClr val="bg1"/>
                </a:solidFill>
                <a:latin typeface="Fira Sans Extra Condensed" panose="020B0503050000020004" pitchFamily="34" charset="0"/>
              </a:rPr>
              <a:t>Egy sok példánnyal rendelkező osztály minden példánya csak egy kicsiben tér el, így a parancsokat egy objektumként kezeljük és így egységesen végrehajthatóak és tárolhatóak</a:t>
            </a:r>
            <a:endParaRPr lang="en-US" sz="1300" dirty="0">
              <a:solidFill>
                <a:schemeClr val="bg1"/>
              </a:solidFill>
              <a:latin typeface="Fira Sans Extra Condensed" panose="020B0503050000020004" pitchFamily="34" charset="0"/>
            </a:endParaRPr>
          </a:p>
        </p:txBody>
      </p:sp>
      <p:sp>
        <p:nvSpPr>
          <p:cNvPr id="5" name="Google Shape;3477;p49">
            <a:extLst>
              <a:ext uri="{FF2B5EF4-FFF2-40B4-BE49-F238E27FC236}">
                <a16:creationId xmlns:a16="http://schemas.microsoft.com/office/drawing/2014/main" id="{5CCB152D-44AC-CE2D-F371-2F1DD3806B24}"/>
              </a:ext>
            </a:extLst>
          </p:cNvPr>
          <p:cNvSpPr/>
          <p:nvPr/>
        </p:nvSpPr>
        <p:spPr>
          <a:xfrm>
            <a:off x="3313700" y="1824236"/>
            <a:ext cx="2529000" cy="267163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594;p49">
            <a:extLst>
              <a:ext uri="{FF2B5EF4-FFF2-40B4-BE49-F238E27FC236}">
                <a16:creationId xmlns:a16="http://schemas.microsoft.com/office/drawing/2014/main" id="{A27D2908-9779-6496-6C78-EA7C72871928}"/>
              </a:ext>
            </a:extLst>
          </p:cNvPr>
          <p:cNvSpPr txBox="1"/>
          <p:nvPr/>
        </p:nvSpPr>
        <p:spPr>
          <a:xfrm>
            <a:off x="3700950" y="1737704"/>
            <a:ext cx="1742100" cy="286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PÉLDA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p39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sz="2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MILYEN EGYÉB MINTÁKAT LEHETETT VOLNA ALKALMAZNI?</a:t>
            </a:r>
            <a:endParaRPr sz="2800" b="1" dirty="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84" name="Google Shape;2384;p39"/>
          <p:cNvSpPr txBox="1"/>
          <p:nvPr/>
        </p:nvSpPr>
        <p:spPr>
          <a:xfrm>
            <a:off x="1007985" y="3485796"/>
            <a:ext cx="1259100" cy="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>
                <a:latin typeface="Roboto"/>
                <a:ea typeface="Roboto"/>
                <a:cs typeface="Roboto"/>
                <a:sym typeface="Roboto"/>
              </a:rPr>
              <a:t>Kávégép egyetlen példában létezhet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5" name="Google Shape;2385;p39"/>
          <p:cNvSpPr txBox="1"/>
          <p:nvPr/>
        </p:nvSpPr>
        <p:spPr>
          <a:xfrm>
            <a:off x="876857" y="3114071"/>
            <a:ext cx="15096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SINGLETON</a:t>
            </a:r>
            <a:endParaRPr sz="1600" b="1" dirty="0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86" name="Google Shape;2386;p39"/>
          <p:cNvSpPr txBox="1"/>
          <p:nvPr/>
        </p:nvSpPr>
        <p:spPr>
          <a:xfrm>
            <a:off x="2962100" y="3487735"/>
            <a:ext cx="1259100" cy="86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200" dirty="0">
                <a:latin typeface="Roboto"/>
                <a:ea typeface="Roboto"/>
                <a:cs typeface="Roboto"/>
                <a:sym typeface="Roboto"/>
              </a:rPr>
              <a:t>Figyelni, hogy a rendelés le lett adva, elkészült-e, átvették-e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7" name="Google Shape;2387;p39"/>
          <p:cNvSpPr txBox="1"/>
          <p:nvPr/>
        </p:nvSpPr>
        <p:spPr>
          <a:xfrm>
            <a:off x="2842728" y="3132243"/>
            <a:ext cx="15096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OBSERVER</a:t>
            </a:r>
            <a:endParaRPr sz="1600" b="1" dirty="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88" name="Google Shape;2388;p39"/>
          <p:cNvSpPr txBox="1"/>
          <p:nvPr/>
        </p:nvSpPr>
        <p:spPr>
          <a:xfrm>
            <a:off x="4927971" y="3485796"/>
            <a:ext cx="1259100" cy="86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>
                <a:latin typeface="Roboto"/>
                <a:ea typeface="Roboto"/>
                <a:cs typeface="Roboto"/>
                <a:sym typeface="Roboto"/>
              </a:rPr>
              <a:t>Kávé elkészítési módjai lehetnek különbözőek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9" name="Google Shape;2389;p39"/>
          <p:cNvSpPr txBox="1"/>
          <p:nvPr/>
        </p:nvSpPr>
        <p:spPr>
          <a:xfrm>
            <a:off x="4802721" y="3114071"/>
            <a:ext cx="15096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STRATEGY</a:t>
            </a:r>
            <a:endParaRPr sz="16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90" name="Google Shape;2390;p39"/>
          <p:cNvSpPr txBox="1"/>
          <p:nvPr/>
        </p:nvSpPr>
        <p:spPr>
          <a:xfrm>
            <a:off x="6569660" y="3466512"/>
            <a:ext cx="1895707" cy="107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1200" dirty="0">
                <a:latin typeface="Roboto"/>
                <a:ea typeface="Roboto"/>
                <a:cs typeface="Roboto"/>
                <a:sym typeface="Roboto"/>
              </a:rPr>
              <a:t>A kávékészítés lépései egy </a:t>
            </a:r>
            <a:r>
              <a:rPr lang="hu-HU" sz="1200" dirty="0" err="1">
                <a:latin typeface="Roboto"/>
                <a:ea typeface="Roboto"/>
                <a:cs typeface="Roboto"/>
                <a:sym typeface="Roboto"/>
              </a:rPr>
              <a:t>template</a:t>
            </a:r>
            <a:r>
              <a:rPr lang="hu-HU" sz="1200" dirty="0">
                <a:latin typeface="Roboto"/>
                <a:ea typeface="Roboto"/>
                <a:cs typeface="Roboto"/>
                <a:sym typeface="Roboto"/>
              </a:rPr>
              <a:t>-ben szerepelhet, de a különböző viselkedéseket a leszármazottak valósítják meg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1" name="Google Shape;2391;p39"/>
          <p:cNvSpPr txBox="1"/>
          <p:nvPr/>
        </p:nvSpPr>
        <p:spPr>
          <a:xfrm>
            <a:off x="6762714" y="3127294"/>
            <a:ext cx="15096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TEMPLATE</a:t>
            </a:r>
            <a:endParaRPr sz="1600" b="1" dirty="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394" name="Google Shape;2394;p39"/>
          <p:cNvGrpSpPr/>
          <p:nvPr/>
        </p:nvGrpSpPr>
        <p:grpSpPr>
          <a:xfrm>
            <a:off x="894250" y="1454171"/>
            <a:ext cx="1509600" cy="1659900"/>
            <a:chOff x="894250" y="1803575"/>
            <a:chExt cx="1509600" cy="1659900"/>
          </a:xfrm>
        </p:grpSpPr>
        <p:sp>
          <p:nvSpPr>
            <p:cNvPr id="2395" name="Google Shape;2395;p39"/>
            <p:cNvSpPr/>
            <p:nvPr/>
          </p:nvSpPr>
          <p:spPr>
            <a:xfrm>
              <a:off x="894250" y="1803575"/>
              <a:ext cx="1509600" cy="1659900"/>
            </a:xfrm>
            <a:prstGeom prst="roundRect">
              <a:avLst>
                <a:gd name="adj" fmla="val 2768"/>
              </a:avLst>
            </a:pr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6" name="Google Shape;2396;p39"/>
            <p:cNvGrpSpPr/>
            <p:nvPr/>
          </p:nvGrpSpPr>
          <p:grpSpPr>
            <a:xfrm>
              <a:off x="1181063" y="1958252"/>
              <a:ext cx="912914" cy="1427359"/>
              <a:chOff x="943171" y="1054613"/>
              <a:chExt cx="1414712" cy="2211931"/>
            </a:xfrm>
          </p:grpSpPr>
          <p:sp>
            <p:nvSpPr>
              <p:cNvPr id="2397" name="Google Shape;2397;p39"/>
              <p:cNvSpPr/>
              <p:nvPr/>
            </p:nvSpPr>
            <p:spPr>
              <a:xfrm>
                <a:off x="1129821" y="2676041"/>
                <a:ext cx="1002608" cy="577793"/>
              </a:xfrm>
              <a:custGeom>
                <a:avLst/>
                <a:gdLst/>
                <a:ahLst/>
                <a:cxnLst/>
                <a:rect l="l" t="t" r="r" b="b"/>
                <a:pathLst>
                  <a:path w="4496" h="2591" extrusionOk="0">
                    <a:moveTo>
                      <a:pt x="3988" y="1"/>
                    </a:moveTo>
                    <a:lnTo>
                      <a:pt x="465" y="74"/>
                    </a:lnTo>
                    <a:lnTo>
                      <a:pt x="1" y="2591"/>
                    </a:lnTo>
                    <a:lnTo>
                      <a:pt x="4495" y="2591"/>
                    </a:lnTo>
                    <a:lnTo>
                      <a:pt x="39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39"/>
              <p:cNvSpPr/>
              <p:nvPr/>
            </p:nvSpPr>
            <p:spPr>
              <a:xfrm>
                <a:off x="1940646" y="2891012"/>
                <a:ext cx="215418" cy="228352"/>
              </a:xfrm>
              <a:custGeom>
                <a:avLst/>
                <a:gdLst/>
                <a:ahLst/>
                <a:cxnLst/>
                <a:rect l="l" t="t" r="r" b="b"/>
                <a:pathLst>
                  <a:path w="966" h="1024" extrusionOk="0">
                    <a:moveTo>
                      <a:pt x="160" y="0"/>
                    </a:moveTo>
                    <a:lnTo>
                      <a:pt x="88" y="49"/>
                    </a:lnTo>
                    <a:lnTo>
                      <a:pt x="0" y="624"/>
                    </a:lnTo>
                    <a:lnTo>
                      <a:pt x="242" y="624"/>
                    </a:lnTo>
                    <a:cubicBezTo>
                      <a:pt x="242" y="624"/>
                      <a:pt x="346" y="232"/>
                      <a:pt x="522" y="232"/>
                    </a:cubicBezTo>
                    <a:cubicBezTo>
                      <a:pt x="528" y="232"/>
                      <a:pt x="535" y="232"/>
                      <a:pt x="542" y="233"/>
                    </a:cubicBezTo>
                    <a:cubicBezTo>
                      <a:pt x="733" y="266"/>
                      <a:pt x="818" y="1023"/>
                      <a:pt x="818" y="1023"/>
                    </a:cubicBezTo>
                    <a:lnTo>
                      <a:pt x="966" y="1023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rgbClr val="F3DB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39"/>
              <p:cNvSpPr/>
              <p:nvPr/>
            </p:nvSpPr>
            <p:spPr>
              <a:xfrm>
                <a:off x="1749313" y="2914204"/>
                <a:ext cx="223446" cy="66454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98" extrusionOk="0">
                    <a:moveTo>
                      <a:pt x="1" y="0"/>
                    </a:moveTo>
                    <a:lnTo>
                      <a:pt x="1" y="297"/>
                    </a:lnTo>
                    <a:lnTo>
                      <a:pt x="1001" y="297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rgbClr val="FFED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39"/>
              <p:cNvSpPr/>
              <p:nvPr/>
            </p:nvSpPr>
            <p:spPr>
              <a:xfrm>
                <a:off x="1795028" y="2853548"/>
                <a:ext cx="132016" cy="32558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46" extrusionOk="0">
                    <a:moveTo>
                      <a:pt x="0" y="0"/>
                    </a:moveTo>
                    <a:lnTo>
                      <a:pt x="0" y="146"/>
                    </a:lnTo>
                    <a:lnTo>
                      <a:pt x="592" y="146"/>
                    </a:lnTo>
                    <a:lnTo>
                      <a:pt x="592" y="0"/>
                    </a:lnTo>
                    <a:close/>
                  </a:path>
                </a:pathLst>
              </a:custGeom>
              <a:solidFill>
                <a:srgbClr val="F7E0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39"/>
              <p:cNvSpPr/>
              <p:nvPr/>
            </p:nvSpPr>
            <p:spPr>
              <a:xfrm>
                <a:off x="1696908" y="2885883"/>
                <a:ext cx="317329" cy="29882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34" extrusionOk="0">
                    <a:moveTo>
                      <a:pt x="1" y="1"/>
                    </a:moveTo>
                    <a:lnTo>
                      <a:pt x="1" y="134"/>
                    </a:lnTo>
                    <a:lnTo>
                      <a:pt x="1423" y="134"/>
                    </a:lnTo>
                    <a:lnTo>
                      <a:pt x="1423" y="1"/>
                    </a:lnTo>
                    <a:close/>
                  </a:path>
                </a:pathLst>
              </a:custGeom>
              <a:solidFill>
                <a:srgbClr val="F1D3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39"/>
              <p:cNvSpPr/>
              <p:nvPr/>
            </p:nvSpPr>
            <p:spPr>
              <a:xfrm>
                <a:off x="1727459" y="2760557"/>
                <a:ext cx="243962" cy="94106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422" extrusionOk="0">
                    <a:moveTo>
                      <a:pt x="1" y="0"/>
                    </a:moveTo>
                    <a:cubicBezTo>
                      <a:pt x="1" y="0"/>
                      <a:pt x="56" y="315"/>
                      <a:pt x="312" y="421"/>
                    </a:cubicBezTo>
                    <a:lnTo>
                      <a:pt x="899" y="421"/>
                    </a:lnTo>
                    <a:cubicBezTo>
                      <a:pt x="899" y="421"/>
                      <a:pt x="1093" y="268"/>
                      <a:pt x="1069" y="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1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39"/>
              <p:cNvSpPr/>
              <p:nvPr/>
            </p:nvSpPr>
            <p:spPr>
              <a:xfrm>
                <a:off x="1711180" y="2742271"/>
                <a:ext cx="360591" cy="23861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107" extrusionOk="0">
                    <a:moveTo>
                      <a:pt x="25" y="0"/>
                    </a:moveTo>
                    <a:cubicBezTo>
                      <a:pt x="12" y="0"/>
                      <a:pt x="0" y="10"/>
                      <a:pt x="0" y="25"/>
                    </a:cubicBezTo>
                    <a:lnTo>
                      <a:pt x="0" y="82"/>
                    </a:lnTo>
                    <a:cubicBezTo>
                      <a:pt x="0" y="94"/>
                      <a:pt x="10" y="107"/>
                      <a:pt x="25" y="107"/>
                    </a:cubicBezTo>
                    <a:lnTo>
                      <a:pt x="1616" y="107"/>
                    </a:lnTo>
                    <a:lnTo>
                      <a:pt x="1616" y="0"/>
                    </a:lnTo>
                    <a:close/>
                  </a:path>
                </a:pathLst>
              </a:custGeom>
              <a:solidFill>
                <a:srgbClr val="F7E0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39"/>
              <p:cNvSpPr/>
              <p:nvPr/>
            </p:nvSpPr>
            <p:spPr>
              <a:xfrm>
                <a:off x="2025832" y="2232941"/>
                <a:ext cx="320005" cy="569988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2556" extrusionOk="0">
                    <a:moveTo>
                      <a:pt x="1269" y="1"/>
                    </a:moveTo>
                    <a:lnTo>
                      <a:pt x="332" y="175"/>
                    </a:lnTo>
                    <a:cubicBezTo>
                      <a:pt x="396" y="412"/>
                      <a:pt x="477" y="647"/>
                      <a:pt x="576" y="875"/>
                    </a:cubicBezTo>
                    <a:cubicBezTo>
                      <a:pt x="498" y="1249"/>
                      <a:pt x="400" y="1617"/>
                      <a:pt x="281" y="1979"/>
                    </a:cubicBezTo>
                    <a:cubicBezTo>
                      <a:pt x="150" y="2037"/>
                      <a:pt x="44" y="2153"/>
                      <a:pt x="1" y="2286"/>
                    </a:cubicBezTo>
                    <a:lnTo>
                      <a:pt x="115" y="2286"/>
                    </a:lnTo>
                    <a:cubicBezTo>
                      <a:pt x="119" y="2329"/>
                      <a:pt x="103" y="2378"/>
                      <a:pt x="68" y="2405"/>
                    </a:cubicBezTo>
                    <a:cubicBezTo>
                      <a:pt x="48" y="2419"/>
                      <a:pt x="21" y="2431"/>
                      <a:pt x="13" y="2458"/>
                    </a:cubicBezTo>
                    <a:cubicBezTo>
                      <a:pt x="7" y="2479"/>
                      <a:pt x="17" y="2501"/>
                      <a:pt x="33" y="2517"/>
                    </a:cubicBezTo>
                    <a:cubicBezTo>
                      <a:pt x="54" y="2537"/>
                      <a:pt x="83" y="2547"/>
                      <a:pt x="111" y="2547"/>
                    </a:cubicBezTo>
                    <a:cubicBezTo>
                      <a:pt x="136" y="2547"/>
                      <a:pt x="161" y="2540"/>
                      <a:pt x="181" y="2524"/>
                    </a:cubicBezTo>
                    <a:cubicBezTo>
                      <a:pt x="201" y="2546"/>
                      <a:pt x="234" y="2555"/>
                      <a:pt x="263" y="2555"/>
                    </a:cubicBezTo>
                    <a:cubicBezTo>
                      <a:pt x="268" y="2555"/>
                      <a:pt x="274" y="2555"/>
                      <a:pt x="279" y="2554"/>
                    </a:cubicBezTo>
                    <a:cubicBezTo>
                      <a:pt x="314" y="2554"/>
                      <a:pt x="349" y="2538"/>
                      <a:pt x="369" y="2511"/>
                    </a:cubicBezTo>
                    <a:cubicBezTo>
                      <a:pt x="390" y="2524"/>
                      <a:pt x="413" y="2536"/>
                      <a:pt x="437" y="2536"/>
                    </a:cubicBezTo>
                    <a:cubicBezTo>
                      <a:pt x="443" y="2536"/>
                      <a:pt x="449" y="2535"/>
                      <a:pt x="455" y="2534"/>
                    </a:cubicBezTo>
                    <a:cubicBezTo>
                      <a:pt x="486" y="2528"/>
                      <a:pt x="514" y="2509"/>
                      <a:pt x="533" y="2483"/>
                    </a:cubicBezTo>
                    <a:cubicBezTo>
                      <a:pt x="547" y="2494"/>
                      <a:pt x="565" y="2499"/>
                      <a:pt x="585" y="2499"/>
                    </a:cubicBezTo>
                    <a:cubicBezTo>
                      <a:pt x="608" y="2499"/>
                      <a:pt x="631" y="2492"/>
                      <a:pt x="649" y="2481"/>
                    </a:cubicBezTo>
                    <a:cubicBezTo>
                      <a:pt x="682" y="2458"/>
                      <a:pt x="702" y="2421"/>
                      <a:pt x="723" y="2386"/>
                    </a:cubicBezTo>
                    <a:cubicBezTo>
                      <a:pt x="784" y="2274"/>
                      <a:pt x="829" y="2145"/>
                      <a:pt x="813" y="2020"/>
                    </a:cubicBezTo>
                    <a:cubicBezTo>
                      <a:pt x="1067" y="1711"/>
                      <a:pt x="1310" y="1382"/>
                      <a:pt x="1382" y="987"/>
                    </a:cubicBezTo>
                    <a:cubicBezTo>
                      <a:pt x="1435" y="658"/>
                      <a:pt x="1353" y="322"/>
                      <a:pt x="1269" y="1"/>
                    </a:cubicBezTo>
                    <a:close/>
                  </a:path>
                </a:pathLst>
              </a:custGeom>
              <a:solidFill>
                <a:srgbClr val="F69D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39"/>
              <p:cNvSpPr/>
              <p:nvPr/>
            </p:nvSpPr>
            <p:spPr>
              <a:xfrm>
                <a:off x="2099867" y="2250781"/>
                <a:ext cx="140267" cy="380884"/>
              </a:xfrm>
              <a:custGeom>
                <a:avLst/>
                <a:gdLst/>
                <a:ahLst/>
                <a:cxnLst/>
                <a:rect l="l" t="t" r="r" b="b"/>
                <a:pathLst>
                  <a:path w="629" h="1708" extrusionOk="0">
                    <a:moveTo>
                      <a:pt x="479" y="1"/>
                    </a:moveTo>
                    <a:lnTo>
                      <a:pt x="0" y="91"/>
                    </a:lnTo>
                    <a:cubicBezTo>
                      <a:pt x="64" y="328"/>
                      <a:pt x="145" y="563"/>
                      <a:pt x="244" y="792"/>
                    </a:cubicBezTo>
                    <a:cubicBezTo>
                      <a:pt x="180" y="1101"/>
                      <a:pt x="100" y="1406"/>
                      <a:pt x="8" y="1707"/>
                    </a:cubicBezTo>
                    <a:cubicBezTo>
                      <a:pt x="19" y="1697"/>
                      <a:pt x="31" y="1685"/>
                      <a:pt x="41" y="1672"/>
                    </a:cubicBezTo>
                    <a:cubicBezTo>
                      <a:pt x="94" y="1611"/>
                      <a:pt x="135" y="1537"/>
                      <a:pt x="174" y="1466"/>
                    </a:cubicBezTo>
                    <a:cubicBezTo>
                      <a:pt x="244" y="1337"/>
                      <a:pt x="313" y="1206"/>
                      <a:pt x="381" y="1079"/>
                    </a:cubicBezTo>
                    <a:cubicBezTo>
                      <a:pt x="405" y="1036"/>
                      <a:pt x="428" y="991"/>
                      <a:pt x="460" y="956"/>
                    </a:cubicBezTo>
                    <a:cubicBezTo>
                      <a:pt x="487" y="928"/>
                      <a:pt x="516" y="899"/>
                      <a:pt x="526" y="862"/>
                    </a:cubicBezTo>
                    <a:cubicBezTo>
                      <a:pt x="534" y="831"/>
                      <a:pt x="530" y="795"/>
                      <a:pt x="540" y="764"/>
                    </a:cubicBezTo>
                    <a:cubicBezTo>
                      <a:pt x="557" y="713"/>
                      <a:pt x="618" y="682"/>
                      <a:pt x="624" y="629"/>
                    </a:cubicBezTo>
                    <a:cubicBezTo>
                      <a:pt x="628" y="567"/>
                      <a:pt x="555" y="531"/>
                      <a:pt x="534" y="475"/>
                    </a:cubicBezTo>
                    <a:cubicBezTo>
                      <a:pt x="514" y="424"/>
                      <a:pt x="538" y="369"/>
                      <a:pt x="551" y="316"/>
                    </a:cubicBezTo>
                    <a:cubicBezTo>
                      <a:pt x="575" y="209"/>
                      <a:pt x="548" y="89"/>
                      <a:pt x="479" y="1"/>
                    </a:cubicBezTo>
                    <a:close/>
                  </a:path>
                </a:pathLst>
              </a:custGeom>
              <a:solidFill>
                <a:srgbClr val="E086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39"/>
              <p:cNvSpPr/>
              <p:nvPr/>
            </p:nvSpPr>
            <p:spPr>
              <a:xfrm>
                <a:off x="967478" y="1576431"/>
                <a:ext cx="1390405" cy="1145774"/>
              </a:xfrm>
              <a:custGeom>
                <a:avLst/>
                <a:gdLst/>
                <a:ahLst/>
                <a:cxnLst/>
                <a:rect l="l" t="t" r="r" b="b"/>
                <a:pathLst>
                  <a:path w="6235" h="5138" extrusionOk="0">
                    <a:moveTo>
                      <a:pt x="2619" y="7"/>
                    </a:moveTo>
                    <a:cubicBezTo>
                      <a:pt x="2539" y="11"/>
                      <a:pt x="2478" y="1"/>
                      <a:pt x="2435" y="64"/>
                    </a:cubicBezTo>
                    <a:cubicBezTo>
                      <a:pt x="1889" y="234"/>
                      <a:pt x="1314" y="422"/>
                      <a:pt x="947" y="862"/>
                    </a:cubicBezTo>
                    <a:cubicBezTo>
                      <a:pt x="712" y="1145"/>
                      <a:pt x="589" y="1498"/>
                      <a:pt x="465" y="1844"/>
                    </a:cubicBezTo>
                    <a:cubicBezTo>
                      <a:pt x="434" y="1928"/>
                      <a:pt x="403" y="2014"/>
                      <a:pt x="348" y="2082"/>
                    </a:cubicBezTo>
                    <a:cubicBezTo>
                      <a:pt x="282" y="2161"/>
                      <a:pt x="190" y="2223"/>
                      <a:pt x="150" y="2315"/>
                    </a:cubicBezTo>
                    <a:cubicBezTo>
                      <a:pt x="76" y="2476"/>
                      <a:pt x="178" y="2671"/>
                      <a:pt x="135" y="2839"/>
                    </a:cubicBezTo>
                    <a:cubicBezTo>
                      <a:pt x="102" y="2959"/>
                      <a:pt x="0" y="3078"/>
                      <a:pt x="47" y="3190"/>
                    </a:cubicBezTo>
                    <a:lnTo>
                      <a:pt x="1283" y="3190"/>
                    </a:lnTo>
                    <a:cubicBezTo>
                      <a:pt x="1322" y="3352"/>
                      <a:pt x="1320" y="3548"/>
                      <a:pt x="1248" y="3698"/>
                    </a:cubicBezTo>
                    <a:cubicBezTo>
                      <a:pt x="1224" y="3749"/>
                      <a:pt x="1189" y="3796"/>
                      <a:pt x="1172" y="3849"/>
                    </a:cubicBezTo>
                    <a:cubicBezTo>
                      <a:pt x="1127" y="3992"/>
                      <a:pt x="1220" y="4140"/>
                      <a:pt x="1222" y="4291"/>
                    </a:cubicBezTo>
                    <a:cubicBezTo>
                      <a:pt x="1224" y="4457"/>
                      <a:pt x="1121" y="4604"/>
                      <a:pt x="1058" y="4758"/>
                    </a:cubicBezTo>
                    <a:cubicBezTo>
                      <a:pt x="1037" y="4809"/>
                      <a:pt x="1019" y="4862"/>
                      <a:pt x="1023" y="4915"/>
                    </a:cubicBezTo>
                    <a:cubicBezTo>
                      <a:pt x="1027" y="5037"/>
                      <a:pt x="1145" y="5138"/>
                      <a:pt x="1264" y="5138"/>
                    </a:cubicBezTo>
                    <a:cubicBezTo>
                      <a:pt x="1285" y="5138"/>
                      <a:pt x="1306" y="5135"/>
                      <a:pt x="1326" y="5128"/>
                    </a:cubicBezTo>
                    <a:lnTo>
                      <a:pt x="4720" y="5128"/>
                    </a:lnTo>
                    <a:cubicBezTo>
                      <a:pt x="4790" y="5081"/>
                      <a:pt x="4814" y="4993"/>
                      <a:pt x="4792" y="4911"/>
                    </a:cubicBezTo>
                    <a:cubicBezTo>
                      <a:pt x="4773" y="4844"/>
                      <a:pt x="4720" y="4774"/>
                      <a:pt x="4749" y="4711"/>
                    </a:cubicBezTo>
                    <a:cubicBezTo>
                      <a:pt x="4947" y="4217"/>
                      <a:pt x="4896" y="3679"/>
                      <a:pt x="4955" y="3154"/>
                    </a:cubicBezTo>
                    <a:cubicBezTo>
                      <a:pt x="5383" y="3096"/>
                      <a:pt x="5794" y="3031"/>
                      <a:pt x="6203" y="2898"/>
                    </a:cubicBezTo>
                    <a:cubicBezTo>
                      <a:pt x="6230" y="2783"/>
                      <a:pt x="6234" y="2677"/>
                      <a:pt x="6160" y="2585"/>
                    </a:cubicBezTo>
                    <a:cubicBezTo>
                      <a:pt x="6122" y="2538"/>
                      <a:pt x="6072" y="2493"/>
                      <a:pt x="6046" y="2438"/>
                    </a:cubicBezTo>
                    <a:cubicBezTo>
                      <a:pt x="6009" y="2360"/>
                      <a:pt x="6025" y="2274"/>
                      <a:pt x="6015" y="2192"/>
                    </a:cubicBezTo>
                    <a:cubicBezTo>
                      <a:pt x="5984" y="1897"/>
                      <a:pt x="5669" y="1691"/>
                      <a:pt x="5649" y="1394"/>
                    </a:cubicBezTo>
                    <a:cubicBezTo>
                      <a:pt x="5618" y="999"/>
                      <a:pt x="5336" y="615"/>
                      <a:pt x="4986" y="426"/>
                    </a:cubicBezTo>
                    <a:cubicBezTo>
                      <a:pt x="4884" y="373"/>
                      <a:pt x="4773" y="340"/>
                      <a:pt x="4667" y="304"/>
                    </a:cubicBezTo>
                    <a:cubicBezTo>
                      <a:pt x="4333" y="201"/>
                      <a:pt x="4000" y="99"/>
                      <a:pt x="3654" y="58"/>
                    </a:cubicBezTo>
                    <a:cubicBezTo>
                      <a:pt x="3499" y="42"/>
                      <a:pt x="3341" y="36"/>
                      <a:pt x="3186" y="27"/>
                    </a:cubicBezTo>
                    <a:cubicBezTo>
                      <a:pt x="2997" y="21"/>
                      <a:pt x="2807" y="15"/>
                      <a:pt x="2619" y="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39"/>
              <p:cNvSpPr/>
              <p:nvPr/>
            </p:nvSpPr>
            <p:spPr>
              <a:xfrm>
                <a:off x="1716086" y="1529378"/>
                <a:ext cx="187320" cy="295475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325" extrusionOk="0">
                    <a:moveTo>
                      <a:pt x="160" y="0"/>
                    </a:moveTo>
                    <a:cubicBezTo>
                      <a:pt x="123" y="0"/>
                      <a:pt x="85" y="6"/>
                      <a:pt x="50" y="11"/>
                    </a:cubicBezTo>
                    <a:cubicBezTo>
                      <a:pt x="76" y="71"/>
                      <a:pt x="43" y="120"/>
                      <a:pt x="46" y="185"/>
                    </a:cubicBezTo>
                    <a:cubicBezTo>
                      <a:pt x="54" y="304"/>
                      <a:pt x="62" y="418"/>
                      <a:pt x="70" y="537"/>
                    </a:cubicBezTo>
                    <a:cubicBezTo>
                      <a:pt x="74" y="621"/>
                      <a:pt x="82" y="707"/>
                      <a:pt x="80" y="793"/>
                    </a:cubicBezTo>
                    <a:cubicBezTo>
                      <a:pt x="76" y="971"/>
                      <a:pt x="50" y="1151"/>
                      <a:pt x="1" y="1325"/>
                    </a:cubicBezTo>
                    <a:cubicBezTo>
                      <a:pt x="64" y="1198"/>
                      <a:pt x="199" y="1135"/>
                      <a:pt x="326" y="1075"/>
                    </a:cubicBezTo>
                    <a:cubicBezTo>
                      <a:pt x="485" y="1002"/>
                      <a:pt x="670" y="918"/>
                      <a:pt x="839" y="869"/>
                    </a:cubicBezTo>
                    <a:cubicBezTo>
                      <a:pt x="796" y="772"/>
                      <a:pt x="741" y="676"/>
                      <a:pt x="678" y="590"/>
                    </a:cubicBezTo>
                    <a:cubicBezTo>
                      <a:pt x="645" y="541"/>
                      <a:pt x="606" y="498"/>
                      <a:pt x="573" y="449"/>
                    </a:cubicBezTo>
                    <a:cubicBezTo>
                      <a:pt x="496" y="337"/>
                      <a:pt x="438" y="212"/>
                      <a:pt x="357" y="101"/>
                    </a:cubicBezTo>
                    <a:cubicBezTo>
                      <a:pt x="336" y="77"/>
                      <a:pt x="312" y="48"/>
                      <a:pt x="281" y="30"/>
                    </a:cubicBezTo>
                    <a:cubicBezTo>
                      <a:pt x="245" y="8"/>
                      <a:pt x="204" y="0"/>
                      <a:pt x="1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39"/>
              <p:cNvSpPr/>
              <p:nvPr/>
            </p:nvSpPr>
            <p:spPr>
              <a:xfrm>
                <a:off x="1443358" y="1537629"/>
                <a:ext cx="218763" cy="292799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313" extrusionOk="0">
                    <a:moveTo>
                      <a:pt x="516" y="0"/>
                    </a:moveTo>
                    <a:cubicBezTo>
                      <a:pt x="479" y="0"/>
                      <a:pt x="440" y="12"/>
                      <a:pt x="407" y="32"/>
                    </a:cubicBezTo>
                    <a:cubicBezTo>
                      <a:pt x="356" y="62"/>
                      <a:pt x="317" y="111"/>
                      <a:pt x="282" y="158"/>
                    </a:cubicBezTo>
                    <a:cubicBezTo>
                      <a:pt x="119" y="386"/>
                      <a:pt x="18" y="660"/>
                      <a:pt x="0" y="940"/>
                    </a:cubicBezTo>
                    <a:cubicBezTo>
                      <a:pt x="346" y="973"/>
                      <a:pt x="694" y="1098"/>
                      <a:pt x="968" y="1312"/>
                    </a:cubicBezTo>
                    <a:cubicBezTo>
                      <a:pt x="978" y="1177"/>
                      <a:pt x="980" y="1046"/>
                      <a:pt x="980" y="911"/>
                    </a:cubicBezTo>
                    <a:cubicBezTo>
                      <a:pt x="980" y="813"/>
                      <a:pt x="980" y="717"/>
                      <a:pt x="956" y="625"/>
                    </a:cubicBezTo>
                    <a:cubicBezTo>
                      <a:pt x="890" y="402"/>
                      <a:pt x="649" y="230"/>
                      <a:pt x="579" y="13"/>
                    </a:cubicBezTo>
                    <a:cubicBezTo>
                      <a:pt x="560" y="4"/>
                      <a:pt x="538" y="0"/>
                      <a:pt x="5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Google Shape;2409;p39"/>
              <p:cNvSpPr/>
              <p:nvPr/>
            </p:nvSpPr>
            <p:spPr>
              <a:xfrm>
                <a:off x="1426856" y="1249737"/>
                <a:ext cx="97897" cy="119082"/>
              </a:xfrm>
              <a:custGeom>
                <a:avLst/>
                <a:gdLst/>
                <a:ahLst/>
                <a:cxnLst/>
                <a:rect l="l" t="t" r="r" b="b"/>
                <a:pathLst>
                  <a:path w="439" h="534" extrusionOk="0">
                    <a:moveTo>
                      <a:pt x="210" y="0"/>
                    </a:moveTo>
                    <a:cubicBezTo>
                      <a:pt x="126" y="0"/>
                      <a:pt x="47" y="22"/>
                      <a:pt x="17" y="95"/>
                    </a:cubicBezTo>
                    <a:cubicBezTo>
                      <a:pt x="0" y="128"/>
                      <a:pt x="0" y="167"/>
                      <a:pt x="0" y="201"/>
                    </a:cubicBezTo>
                    <a:cubicBezTo>
                      <a:pt x="2" y="267"/>
                      <a:pt x="17" y="330"/>
                      <a:pt x="47" y="386"/>
                    </a:cubicBezTo>
                    <a:cubicBezTo>
                      <a:pt x="74" y="443"/>
                      <a:pt x="123" y="494"/>
                      <a:pt x="182" y="525"/>
                    </a:cubicBezTo>
                    <a:cubicBezTo>
                      <a:pt x="195" y="531"/>
                      <a:pt x="209" y="534"/>
                      <a:pt x="223" y="534"/>
                    </a:cubicBezTo>
                    <a:cubicBezTo>
                      <a:pt x="264" y="534"/>
                      <a:pt x="307" y="511"/>
                      <a:pt x="336" y="484"/>
                    </a:cubicBezTo>
                    <a:cubicBezTo>
                      <a:pt x="375" y="445"/>
                      <a:pt x="397" y="398"/>
                      <a:pt x="416" y="351"/>
                    </a:cubicBezTo>
                    <a:cubicBezTo>
                      <a:pt x="428" y="312"/>
                      <a:pt x="438" y="271"/>
                      <a:pt x="432" y="230"/>
                    </a:cubicBezTo>
                    <a:cubicBezTo>
                      <a:pt x="430" y="199"/>
                      <a:pt x="418" y="171"/>
                      <a:pt x="408" y="144"/>
                    </a:cubicBezTo>
                    <a:cubicBezTo>
                      <a:pt x="387" y="93"/>
                      <a:pt x="358" y="42"/>
                      <a:pt x="307" y="15"/>
                    </a:cubicBezTo>
                    <a:cubicBezTo>
                      <a:pt x="285" y="5"/>
                      <a:pt x="258" y="1"/>
                      <a:pt x="234" y="1"/>
                    </a:cubicBezTo>
                    <a:cubicBezTo>
                      <a:pt x="226" y="1"/>
                      <a:pt x="218" y="0"/>
                      <a:pt x="2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Google Shape;2410;p39"/>
              <p:cNvSpPr/>
              <p:nvPr/>
            </p:nvSpPr>
            <p:spPr>
              <a:xfrm>
                <a:off x="1713410" y="1186851"/>
                <a:ext cx="97451" cy="119305"/>
              </a:xfrm>
              <a:custGeom>
                <a:avLst/>
                <a:gdLst/>
                <a:ahLst/>
                <a:cxnLst/>
                <a:rect l="l" t="t" r="r" b="b"/>
                <a:pathLst>
                  <a:path w="437" h="535" extrusionOk="0">
                    <a:moveTo>
                      <a:pt x="218" y="0"/>
                    </a:moveTo>
                    <a:cubicBezTo>
                      <a:pt x="131" y="0"/>
                      <a:pt x="46" y="21"/>
                      <a:pt x="15" y="95"/>
                    </a:cubicBezTo>
                    <a:cubicBezTo>
                      <a:pt x="0" y="130"/>
                      <a:pt x="0" y="166"/>
                      <a:pt x="0" y="203"/>
                    </a:cubicBezTo>
                    <a:cubicBezTo>
                      <a:pt x="2" y="267"/>
                      <a:pt x="15" y="330"/>
                      <a:pt x="45" y="387"/>
                    </a:cubicBezTo>
                    <a:cubicBezTo>
                      <a:pt x="74" y="443"/>
                      <a:pt x="123" y="494"/>
                      <a:pt x="180" y="524"/>
                    </a:cubicBezTo>
                    <a:cubicBezTo>
                      <a:pt x="194" y="532"/>
                      <a:pt x="208" y="535"/>
                      <a:pt x="223" y="535"/>
                    </a:cubicBezTo>
                    <a:cubicBezTo>
                      <a:pt x="264" y="535"/>
                      <a:pt x="307" y="512"/>
                      <a:pt x="334" y="483"/>
                    </a:cubicBezTo>
                    <a:cubicBezTo>
                      <a:pt x="373" y="449"/>
                      <a:pt x="395" y="400"/>
                      <a:pt x="414" y="350"/>
                    </a:cubicBezTo>
                    <a:cubicBezTo>
                      <a:pt x="426" y="314"/>
                      <a:pt x="436" y="271"/>
                      <a:pt x="432" y="232"/>
                    </a:cubicBezTo>
                    <a:cubicBezTo>
                      <a:pt x="430" y="201"/>
                      <a:pt x="416" y="172"/>
                      <a:pt x="405" y="144"/>
                    </a:cubicBezTo>
                    <a:cubicBezTo>
                      <a:pt x="385" y="93"/>
                      <a:pt x="358" y="42"/>
                      <a:pt x="307" y="17"/>
                    </a:cubicBezTo>
                    <a:cubicBezTo>
                      <a:pt x="283" y="7"/>
                      <a:pt x="258" y="1"/>
                      <a:pt x="231" y="1"/>
                    </a:cubicBezTo>
                    <a:cubicBezTo>
                      <a:pt x="227" y="1"/>
                      <a:pt x="223" y="0"/>
                      <a:pt x="2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Google Shape;2411;p39"/>
              <p:cNvSpPr/>
              <p:nvPr/>
            </p:nvSpPr>
            <p:spPr>
              <a:xfrm>
                <a:off x="1445142" y="1225207"/>
                <a:ext cx="378431" cy="730548"/>
              </a:xfrm>
              <a:custGeom>
                <a:avLst/>
                <a:gdLst/>
                <a:ahLst/>
                <a:cxnLst/>
                <a:rect l="l" t="t" r="r" b="b"/>
                <a:pathLst>
                  <a:path w="1697" h="3276" extrusionOk="0">
                    <a:moveTo>
                      <a:pt x="1349" y="0"/>
                    </a:moveTo>
                    <a:lnTo>
                      <a:pt x="236" y="183"/>
                    </a:lnTo>
                    <a:lnTo>
                      <a:pt x="236" y="469"/>
                    </a:lnTo>
                    <a:cubicBezTo>
                      <a:pt x="233" y="468"/>
                      <a:pt x="230" y="468"/>
                      <a:pt x="226" y="468"/>
                    </a:cubicBezTo>
                    <a:cubicBezTo>
                      <a:pt x="208" y="468"/>
                      <a:pt x="185" y="476"/>
                      <a:pt x="165" y="476"/>
                    </a:cubicBezTo>
                    <a:cubicBezTo>
                      <a:pt x="162" y="476"/>
                      <a:pt x="159" y="476"/>
                      <a:pt x="156" y="475"/>
                    </a:cubicBezTo>
                    <a:cubicBezTo>
                      <a:pt x="143" y="474"/>
                      <a:pt x="129" y="472"/>
                      <a:pt x="115" y="472"/>
                    </a:cubicBezTo>
                    <a:cubicBezTo>
                      <a:pt x="91" y="472"/>
                      <a:pt x="67" y="476"/>
                      <a:pt x="47" y="489"/>
                    </a:cubicBezTo>
                    <a:cubicBezTo>
                      <a:pt x="10" y="514"/>
                      <a:pt x="0" y="563"/>
                      <a:pt x="2" y="606"/>
                    </a:cubicBezTo>
                    <a:cubicBezTo>
                      <a:pt x="6" y="674"/>
                      <a:pt x="27" y="739"/>
                      <a:pt x="74" y="786"/>
                    </a:cubicBezTo>
                    <a:cubicBezTo>
                      <a:pt x="104" y="812"/>
                      <a:pt x="145" y="828"/>
                      <a:pt x="184" y="828"/>
                    </a:cubicBezTo>
                    <a:cubicBezTo>
                      <a:pt x="210" y="828"/>
                      <a:pt x="235" y="821"/>
                      <a:pt x="256" y="807"/>
                    </a:cubicBezTo>
                    <a:cubicBezTo>
                      <a:pt x="303" y="944"/>
                      <a:pt x="385" y="1099"/>
                      <a:pt x="489" y="1210"/>
                    </a:cubicBezTo>
                    <a:cubicBezTo>
                      <a:pt x="483" y="1351"/>
                      <a:pt x="499" y="1484"/>
                      <a:pt x="512" y="1625"/>
                    </a:cubicBezTo>
                    <a:cubicBezTo>
                      <a:pt x="469" y="1645"/>
                      <a:pt x="432" y="1686"/>
                      <a:pt x="399" y="1719"/>
                    </a:cubicBezTo>
                    <a:cubicBezTo>
                      <a:pt x="395" y="1854"/>
                      <a:pt x="407" y="2020"/>
                      <a:pt x="497" y="2122"/>
                    </a:cubicBezTo>
                    <a:cubicBezTo>
                      <a:pt x="534" y="2167"/>
                      <a:pt x="585" y="2198"/>
                      <a:pt x="634" y="2231"/>
                    </a:cubicBezTo>
                    <a:cubicBezTo>
                      <a:pt x="757" y="2314"/>
                      <a:pt x="872" y="2435"/>
                      <a:pt x="886" y="2587"/>
                    </a:cubicBezTo>
                    <a:cubicBezTo>
                      <a:pt x="892" y="2689"/>
                      <a:pt x="855" y="2797"/>
                      <a:pt x="907" y="2887"/>
                    </a:cubicBezTo>
                    <a:cubicBezTo>
                      <a:pt x="929" y="2930"/>
                      <a:pt x="972" y="2959"/>
                      <a:pt x="999" y="3002"/>
                    </a:cubicBezTo>
                    <a:cubicBezTo>
                      <a:pt x="1050" y="3082"/>
                      <a:pt x="1033" y="3184"/>
                      <a:pt x="1019" y="3276"/>
                    </a:cubicBezTo>
                    <a:cubicBezTo>
                      <a:pt x="1185" y="3131"/>
                      <a:pt x="1308" y="2914"/>
                      <a:pt x="1312" y="2691"/>
                    </a:cubicBezTo>
                    <a:cubicBezTo>
                      <a:pt x="1316" y="2634"/>
                      <a:pt x="1308" y="2572"/>
                      <a:pt x="1330" y="2521"/>
                    </a:cubicBezTo>
                    <a:cubicBezTo>
                      <a:pt x="1342" y="2490"/>
                      <a:pt x="1367" y="2466"/>
                      <a:pt x="1387" y="2439"/>
                    </a:cubicBezTo>
                    <a:cubicBezTo>
                      <a:pt x="1522" y="2239"/>
                      <a:pt x="1400" y="1944"/>
                      <a:pt x="1520" y="1731"/>
                    </a:cubicBezTo>
                    <a:cubicBezTo>
                      <a:pt x="1471" y="1701"/>
                      <a:pt x="1418" y="1662"/>
                      <a:pt x="1369" y="1631"/>
                    </a:cubicBezTo>
                    <a:cubicBezTo>
                      <a:pt x="1353" y="1482"/>
                      <a:pt x="1340" y="1339"/>
                      <a:pt x="1318" y="1187"/>
                    </a:cubicBezTo>
                    <a:cubicBezTo>
                      <a:pt x="1342" y="1130"/>
                      <a:pt x="1373" y="1064"/>
                      <a:pt x="1398" y="1007"/>
                    </a:cubicBezTo>
                    <a:cubicBezTo>
                      <a:pt x="1422" y="942"/>
                      <a:pt x="1449" y="880"/>
                      <a:pt x="1463" y="817"/>
                    </a:cubicBezTo>
                    <a:cubicBezTo>
                      <a:pt x="1479" y="747"/>
                      <a:pt x="1481" y="676"/>
                      <a:pt x="1484" y="604"/>
                    </a:cubicBezTo>
                    <a:cubicBezTo>
                      <a:pt x="1541" y="577"/>
                      <a:pt x="1586" y="551"/>
                      <a:pt x="1629" y="504"/>
                    </a:cubicBezTo>
                    <a:cubicBezTo>
                      <a:pt x="1672" y="459"/>
                      <a:pt x="1696" y="389"/>
                      <a:pt x="1668" y="332"/>
                    </a:cubicBezTo>
                    <a:cubicBezTo>
                      <a:pt x="1647" y="288"/>
                      <a:pt x="1595" y="260"/>
                      <a:pt x="1547" y="260"/>
                    </a:cubicBezTo>
                    <a:cubicBezTo>
                      <a:pt x="1543" y="260"/>
                      <a:pt x="1540" y="260"/>
                      <a:pt x="1537" y="260"/>
                    </a:cubicBezTo>
                    <a:cubicBezTo>
                      <a:pt x="1484" y="266"/>
                      <a:pt x="1439" y="299"/>
                      <a:pt x="1410" y="346"/>
                    </a:cubicBezTo>
                    <a:cubicBezTo>
                      <a:pt x="1409" y="348"/>
                      <a:pt x="1407" y="352"/>
                      <a:pt x="1407" y="355"/>
                    </a:cubicBezTo>
                    <a:lnTo>
                      <a:pt x="1407" y="355"/>
                    </a:lnTo>
                    <a:cubicBezTo>
                      <a:pt x="1366" y="249"/>
                      <a:pt x="1356" y="112"/>
                      <a:pt x="1349" y="0"/>
                    </a:cubicBezTo>
                    <a:close/>
                  </a:path>
                </a:pathLst>
              </a:custGeom>
              <a:solidFill>
                <a:srgbClr val="F69D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39"/>
              <p:cNvSpPr/>
              <p:nvPr/>
            </p:nvSpPr>
            <p:spPr>
              <a:xfrm>
                <a:off x="1415025" y="1078925"/>
                <a:ext cx="431752" cy="20492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894" extrusionOk="0">
                    <a:moveTo>
                      <a:pt x="695" y="0"/>
                    </a:moveTo>
                    <a:cubicBezTo>
                      <a:pt x="676" y="0"/>
                      <a:pt x="656" y="1"/>
                      <a:pt x="636" y="4"/>
                    </a:cubicBezTo>
                    <a:cubicBezTo>
                      <a:pt x="479" y="24"/>
                      <a:pt x="342" y="125"/>
                      <a:pt x="229" y="235"/>
                    </a:cubicBezTo>
                    <a:cubicBezTo>
                      <a:pt x="141" y="319"/>
                      <a:pt x="55" y="415"/>
                      <a:pt x="29" y="534"/>
                    </a:cubicBezTo>
                    <a:cubicBezTo>
                      <a:pt x="0" y="654"/>
                      <a:pt x="31" y="777"/>
                      <a:pt x="62" y="894"/>
                    </a:cubicBezTo>
                    <a:lnTo>
                      <a:pt x="1508" y="628"/>
                    </a:lnTo>
                    <a:cubicBezTo>
                      <a:pt x="1559" y="596"/>
                      <a:pt x="1621" y="595"/>
                      <a:pt x="1683" y="595"/>
                    </a:cubicBezTo>
                    <a:cubicBezTo>
                      <a:pt x="1688" y="595"/>
                      <a:pt x="1694" y="595"/>
                      <a:pt x="1699" y="595"/>
                    </a:cubicBezTo>
                    <a:cubicBezTo>
                      <a:pt x="1766" y="595"/>
                      <a:pt x="1832" y="593"/>
                      <a:pt x="1882" y="552"/>
                    </a:cubicBezTo>
                    <a:cubicBezTo>
                      <a:pt x="1915" y="523"/>
                      <a:pt x="1936" y="481"/>
                      <a:pt x="1934" y="436"/>
                    </a:cubicBezTo>
                    <a:cubicBezTo>
                      <a:pt x="1932" y="372"/>
                      <a:pt x="1885" y="313"/>
                      <a:pt x="1825" y="282"/>
                    </a:cubicBezTo>
                    <a:cubicBezTo>
                      <a:pt x="1770" y="249"/>
                      <a:pt x="1702" y="239"/>
                      <a:pt x="1639" y="227"/>
                    </a:cubicBezTo>
                    <a:cubicBezTo>
                      <a:pt x="1457" y="194"/>
                      <a:pt x="1279" y="157"/>
                      <a:pt x="1105" y="102"/>
                    </a:cubicBezTo>
                    <a:cubicBezTo>
                      <a:pt x="970" y="59"/>
                      <a:pt x="834" y="0"/>
                      <a:pt x="6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Google Shape;2413;p39"/>
              <p:cNvSpPr/>
              <p:nvPr/>
            </p:nvSpPr>
            <p:spPr>
              <a:xfrm>
                <a:off x="1752212" y="1219186"/>
                <a:ext cx="892" cy="892"/>
              </a:xfrm>
              <a:custGeom>
                <a:avLst/>
                <a:gdLst/>
                <a:ahLst/>
                <a:cxnLst/>
                <a:rect l="l" t="t" r="r" b="b"/>
                <a:pathLst>
                  <a:path w="4" h="4" extrusionOk="0">
                    <a:moveTo>
                      <a:pt x="0" y="1"/>
                    </a:moveTo>
                    <a:cubicBezTo>
                      <a:pt x="0" y="3"/>
                      <a:pt x="1" y="4"/>
                      <a:pt x="2" y="4"/>
                    </a:cubicBezTo>
                    <a:cubicBezTo>
                      <a:pt x="3" y="4"/>
                      <a:pt x="3" y="3"/>
                      <a:pt x="2" y="1"/>
                    </a:cubicBezTo>
                    <a:close/>
                  </a:path>
                </a:pathLst>
              </a:custGeom>
              <a:solidFill>
                <a:srgbClr val="3D7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39"/>
              <p:cNvSpPr/>
              <p:nvPr/>
            </p:nvSpPr>
            <p:spPr>
              <a:xfrm>
                <a:off x="1527652" y="1054613"/>
                <a:ext cx="59541" cy="59541"/>
              </a:xfrm>
              <a:custGeom>
                <a:avLst/>
                <a:gdLst/>
                <a:ahLst/>
                <a:cxnLst/>
                <a:rect l="l" t="t" r="r" b="b"/>
                <a:pathLst>
                  <a:path w="267" h="267" extrusionOk="0">
                    <a:moveTo>
                      <a:pt x="134" y="0"/>
                    </a:moveTo>
                    <a:cubicBezTo>
                      <a:pt x="60" y="0"/>
                      <a:pt x="1" y="60"/>
                      <a:pt x="1" y="133"/>
                    </a:cubicBezTo>
                    <a:cubicBezTo>
                      <a:pt x="1" y="207"/>
                      <a:pt x="60" y="266"/>
                      <a:pt x="134" y="266"/>
                    </a:cubicBezTo>
                    <a:cubicBezTo>
                      <a:pt x="209" y="266"/>
                      <a:pt x="267" y="207"/>
                      <a:pt x="267" y="133"/>
                    </a:cubicBezTo>
                    <a:cubicBezTo>
                      <a:pt x="267" y="60"/>
                      <a:pt x="209" y="0"/>
                      <a:pt x="1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39"/>
              <p:cNvSpPr/>
              <p:nvPr/>
            </p:nvSpPr>
            <p:spPr>
              <a:xfrm>
                <a:off x="1579164" y="1478311"/>
                <a:ext cx="204268" cy="144281"/>
              </a:xfrm>
              <a:custGeom>
                <a:avLst/>
                <a:gdLst/>
                <a:ahLst/>
                <a:cxnLst/>
                <a:rect l="l" t="t" r="r" b="b"/>
                <a:pathLst>
                  <a:path w="916" h="647" extrusionOk="0">
                    <a:moveTo>
                      <a:pt x="731" y="1"/>
                    </a:moveTo>
                    <a:lnTo>
                      <a:pt x="731" y="1"/>
                    </a:lnTo>
                    <a:cubicBezTo>
                      <a:pt x="653" y="85"/>
                      <a:pt x="565" y="163"/>
                      <a:pt x="469" y="226"/>
                    </a:cubicBezTo>
                    <a:cubicBezTo>
                      <a:pt x="422" y="257"/>
                      <a:pt x="371" y="285"/>
                      <a:pt x="318" y="291"/>
                    </a:cubicBezTo>
                    <a:cubicBezTo>
                      <a:pt x="307" y="293"/>
                      <a:pt x="297" y="294"/>
                      <a:pt x="286" y="294"/>
                    </a:cubicBezTo>
                    <a:cubicBezTo>
                      <a:pt x="180" y="294"/>
                      <a:pt x="85" y="221"/>
                      <a:pt x="1" y="152"/>
                    </a:cubicBezTo>
                    <a:lnTo>
                      <a:pt x="1" y="152"/>
                    </a:lnTo>
                    <a:cubicBezTo>
                      <a:pt x="40" y="257"/>
                      <a:pt x="85" y="359"/>
                      <a:pt x="158" y="441"/>
                    </a:cubicBezTo>
                    <a:cubicBezTo>
                      <a:pt x="256" y="545"/>
                      <a:pt x="392" y="613"/>
                      <a:pt x="531" y="635"/>
                    </a:cubicBezTo>
                    <a:cubicBezTo>
                      <a:pt x="578" y="643"/>
                      <a:pt x="626" y="647"/>
                      <a:pt x="675" y="647"/>
                    </a:cubicBezTo>
                    <a:cubicBezTo>
                      <a:pt x="749" y="647"/>
                      <a:pt x="825" y="639"/>
                      <a:pt x="899" y="625"/>
                    </a:cubicBezTo>
                    <a:cubicBezTo>
                      <a:pt x="903" y="613"/>
                      <a:pt x="909" y="598"/>
                      <a:pt x="915" y="588"/>
                    </a:cubicBezTo>
                    <a:cubicBezTo>
                      <a:pt x="866" y="557"/>
                      <a:pt x="813" y="521"/>
                      <a:pt x="764" y="490"/>
                    </a:cubicBezTo>
                    <a:cubicBezTo>
                      <a:pt x="750" y="339"/>
                      <a:pt x="737" y="195"/>
                      <a:pt x="713" y="44"/>
                    </a:cubicBezTo>
                    <a:cubicBezTo>
                      <a:pt x="719" y="32"/>
                      <a:pt x="727" y="15"/>
                      <a:pt x="731" y="1"/>
                    </a:cubicBezTo>
                    <a:close/>
                  </a:path>
                </a:pathLst>
              </a:custGeom>
              <a:solidFill>
                <a:srgbClr val="CC7A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39"/>
              <p:cNvSpPr/>
              <p:nvPr/>
            </p:nvSpPr>
            <p:spPr>
              <a:xfrm>
                <a:off x="1642942" y="1270922"/>
                <a:ext cx="77381" cy="16502"/>
              </a:xfrm>
              <a:custGeom>
                <a:avLst/>
                <a:gdLst/>
                <a:ahLst/>
                <a:cxnLst/>
                <a:rect l="l" t="t" r="r" b="b"/>
                <a:pathLst>
                  <a:path w="347" h="74" extrusionOk="0">
                    <a:moveTo>
                      <a:pt x="203" y="1"/>
                    </a:moveTo>
                    <a:cubicBezTo>
                      <a:pt x="190" y="1"/>
                      <a:pt x="178" y="1"/>
                      <a:pt x="167" y="2"/>
                    </a:cubicBezTo>
                    <a:cubicBezTo>
                      <a:pt x="116" y="6"/>
                      <a:pt x="67" y="21"/>
                      <a:pt x="22" y="37"/>
                    </a:cubicBezTo>
                    <a:cubicBezTo>
                      <a:pt x="1" y="45"/>
                      <a:pt x="5" y="72"/>
                      <a:pt x="25" y="72"/>
                    </a:cubicBezTo>
                    <a:cubicBezTo>
                      <a:pt x="27" y="72"/>
                      <a:pt x="28" y="72"/>
                      <a:pt x="30" y="72"/>
                    </a:cubicBezTo>
                    <a:cubicBezTo>
                      <a:pt x="64" y="64"/>
                      <a:pt x="101" y="58"/>
                      <a:pt x="138" y="58"/>
                    </a:cubicBezTo>
                    <a:cubicBezTo>
                      <a:pt x="147" y="58"/>
                      <a:pt x="157" y="59"/>
                      <a:pt x="167" y="59"/>
                    </a:cubicBezTo>
                    <a:cubicBezTo>
                      <a:pt x="189" y="59"/>
                      <a:pt x="214" y="61"/>
                      <a:pt x="234" y="63"/>
                    </a:cubicBezTo>
                    <a:cubicBezTo>
                      <a:pt x="257" y="66"/>
                      <a:pt x="279" y="74"/>
                      <a:pt x="306" y="74"/>
                    </a:cubicBezTo>
                    <a:cubicBezTo>
                      <a:pt x="333" y="74"/>
                      <a:pt x="347" y="33"/>
                      <a:pt x="320" y="21"/>
                    </a:cubicBezTo>
                    <a:cubicBezTo>
                      <a:pt x="296" y="10"/>
                      <a:pt x="267" y="4"/>
                      <a:pt x="239" y="2"/>
                    </a:cubicBezTo>
                    <a:cubicBezTo>
                      <a:pt x="227" y="1"/>
                      <a:pt x="215" y="1"/>
                      <a:pt x="203" y="1"/>
                    </a:cubicBezTo>
                    <a:close/>
                  </a:path>
                </a:pathLst>
              </a:custGeom>
              <a:solidFill>
                <a:srgbClr val="835E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39"/>
              <p:cNvSpPr/>
              <p:nvPr/>
            </p:nvSpPr>
            <p:spPr>
              <a:xfrm>
                <a:off x="1522077" y="1284748"/>
                <a:ext cx="73367" cy="27652"/>
              </a:xfrm>
              <a:custGeom>
                <a:avLst/>
                <a:gdLst/>
                <a:ahLst/>
                <a:cxnLst/>
                <a:rect l="l" t="t" r="r" b="b"/>
                <a:pathLst>
                  <a:path w="329" h="124" extrusionOk="0">
                    <a:moveTo>
                      <a:pt x="235" y="1"/>
                    </a:moveTo>
                    <a:cubicBezTo>
                      <a:pt x="159" y="1"/>
                      <a:pt x="82" y="30"/>
                      <a:pt x="21" y="79"/>
                    </a:cubicBezTo>
                    <a:cubicBezTo>
                      <a:pt x="1" y="93"/>
                      <a:pt x="21" y="124"/>
                      <a:pt x="41" y="124"/>
                    </a:cubicBezTo>
                    <a:cubicBezTo>
                      <a:pt x="45" y="124"/>
                      <a:pt x="49" y="123"/>
                      <a:pt x="52" y="120"/>
                    </a:cubicBezTo>
                    <a:cubicBezTo>
                      <a:pt x="87" y="92"/>
                      <a:pt x="128" y="71"/>
                      <a:pt x="171" y="59"/>
                    </a:cubicBezTo>
                    <a:cubicBezTo>
                      <a:pt x="209" y="47"/>
                      <a:pt x="247" y="42"/>
                      <a:pt x="286" y="42"/>
                    </a:cubicBezTo>
                    <a:cubicBezTo>
                      <a:pt x="293" y="42"/>
                      <a:pt x="300" y="42"/>
                      <a:pt x="308" y="42"/>
                    </a:cubicBezTo>
                    <a:cubicBezTo>
                      <a:pt x="322" y="40"/>
                      <a:pt x="328" y="18"/>
                      <a:pt x="312" y="12"/>
                    </a:cubicBezTo>
                    <a:cubicBezTo>
                      <a:pt x="287" y="4"/>
                      <a:pt x="261" y="1"/>
                      <a:pt x="235" y="1"/>
                    </a:cubicBezTo>
                    <a:close/>
                  </a:path>
                </a:pathLst>
              </a:custGeom>
              <a:solidFill>
                <a:srgbClr val="835E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39"/>
              <p:cNvSpPr/>
              <p:nvPr/>
            </p:nvSpPr>
            <p:spPr>
              <a:xfrm>
                <a:off x="1564223" y="1330017"/>
                <a:ext cx="26091" cy="401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80" extrusionOk="0">
                    <a:moveTo>
                      <a:pt x="47" y="1"/>
                    </a:moveTo>
                    <a:cubicBezTo>
                      <a:pt x="47" y="1"/>
                      <a:pt x="46" y="1"/>
                      <a:pt x="45" y="1"/>
                    </a:cubicBezTo>
                    <a:cubicBezTo>
                      <a:pt x="17" y="5"/>
                      <a:pt x="0" y="50"/>
                      <a:pt x="8" y="97"/>
                    </a:cubicBezTo>
                    <a:cubicBezTo>
                      <a:pt x="16" y="143"/>
                      <a:pt x="41" y="180"/>
                      <a:pt x="66" y="180"/>
                    </a:cubicBezTo>
                    <a:cubicBezTo>
                      <a:pt x="68" y="180"/>
                      <a:pt x="70" y="179"/>
                      <a:pt x="72" y="179"/>
                    </a:cubicBezTo>
                    <a:cubicBezTo>
                      <a:pt x="100" y="175"/>
                      <a:pt x="117" y="132"/>
                      <a:pt x="109" y="83"/>
                    </a:cubicBezTo>
                    <a:cubicBezTo>
                      <a:pt x="101" y="35"/>
                      <a:pt x="73" y="1"/>
                      <a:pt x="47" y="1"/>
                    </a:cubicBezTo>
                    <a:close/>
                  </a:path>
                </a:pathLst>
              </a:custGeom>
              <a:solidFill>
                <a:srgbClr val="835E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39"/>
              <p:cNvSpPr/>
              <p:nvPr/>
            </p:nvSpPr>
            <p:spPr>
              <a:xfrm>
                <a:off x="1666803" y="1314184"/>
                <a:ext cx="26314" cy="4014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80" extrusionOk="0">
                    <a:moveTo>
                      <a:pt x="48" y="0"/>
                    </a:moveTo>
                    <a:cubicBezTo>
                      <a:pt x="47" y="0"/>
                      <a:pt x="46" y="0"/>
                      <a:pt x="46" y="0"/>
                    </a:cubicBezTo>
                    <a:cubicBezTo>
                      <a:pt x="17" y="5"/>
                      <a:pt x="1" y="50"/>
                      <a:pt x="9" y="97"/>
                    </a:cubicBezTo>
                    <a:cubicBezTo>
                      <a:pt x="16" y="142"/>
                      <a:pt x="42" y="179"/>
                      <a:pt x="67" y="179"/>
                    </a:cubicBezTo>
                    <a:cubicBezTo>
                      <a:pt x="68" y="179"/>
                      <a:pt x="70" y="179"/>
                      <a:pt x="72" y="178"/>
                    </a:cubicBezTo>
                    <a:cubicBezTo>
                      <a:pt x="101" y="174"/>
                      <a:pt x="117" y="129"/>
                      <a:pt x="109" y="82"/>
                    </a:cubicBezTo>
                    <a:cubicBezTo>
                      <a:pt x="101" y="35"/>
                      <a:pt x="74" y="0"/>
                      <a:pt x="48" y="0"/>
                    </a:cubicBezTo>
                    <a:close/>
                  </a:path>
                </a:pathLst>
              </a:custGeom>
              <a:solidFill>
                <a:srgbClr val="835E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39"/>
              <p:cNvSpPr/>
              <p:nvPr/>
            </p:nvSpPr>
            <p:spPr>
              <a:xfrm>
                <a:off x="1629339" y="1338045"/>
                <a:ext cx="41255" cy="91653"/>
              </a:xfrm>
              <a:custGeom>
                <a:avLst/>
                <a:gdLst/>
                <a:ahLst/>
                <a:cxnLst/>
                <a:rect l="l" t="t" r="r" b="b"/>
                <a:pathLst>
                  <a:path w="185" h="411" extrusionOk="0">
                    <a:moveTo>
                      <a:pt x="18" y="1"/>
                    </a:moveTo>
                    <a:cubicBezTo>
                      <a:pt x="9" y="1"/>
                      <a:pt x="1" y="6"/>
                      <a:pt x="1" y="16"/>
                    </a:cubicBezTo>
                    <a:cubicBezTo>
                      <a:pt x="10" y="129"/>
                      <a:pt x="55" y="230"/>
                      <a:pt x="128" y="315"/>
                    </a:cubicBezTo>
                    <a:lnTo>
                      <a:pt x="128" y="315"/>
                    </a:lnTo>
                    <a:cubicBezTo>
                      <a:pt x="115" y="324"/>
                      <a:pt x="103" y="332"/>
                      <a:pt x="87" y="341"/>
                    </a:cubicBezTo>
                    <a:cubicBezTo>
                      <a:pt x="66" y="354"/>
                      <a:pt x="44" y="364"/>
                      <a:pt x="21" y="374"/>
                    </a:cubicBezTo>
                    <a:cubicBezTo>
                      <a:pt x="2" y="383"/>
                      <a:pt x="15" y="411"/>
                      <a:pt x="33" y="411"/>
                    </a:cubicBezTo>
                    <a:cubicBezTo>
                      <a:pt x="36" y="411"/>
                      <a:pt x="39" y="410"/>
                      <a:pt x="42" y="409"/>
                    </a:cubicBezTo>
                    <a:cubicBezTo>
                      <a:pt x="85" y="389"/>
                      <a:pt x="132" y="366"/>
                      <a:pt x="169" y="335"/>
                    </a:cubicBezTo>
                    <a:cubicBezTo>
                      <a:pt x="179" y="327"/>
                      <a:pt x="185" y="313"/>
                      <a:pt x="175" y="303"/>
                    </a:cubicBezTo>
                    <a:cubicBezTo>
                      <a:pt x="95" y="225"/>
                      <a:pt x="50" y="123"/>
                      <a:pt x="36" y="14"/>
                    </a:cubicBezTo>
                    <a:cubicBezTo>
                      <a:pt x="35" y="5"/>
                      <a:pt x="26" y="1"/>
                      <a:pt x="18" y="1"/>
                    </a:cubicBezTo>
                    <a:close/>
                  </a:path>
                </a:pathLst>
              </a:custGeom>
              <a:solidFill>
                <a:srgbClr val="835E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39"/>
              <p:cNvSpPr/>
              <p:nvPr/>
            </p:nvSpPr>
            <p:spPr>
              <a:xfrm>
                <a:off x="1612168" y="1439286"/>
                <a:ext cx="84071" cy="2698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21" extrusionOk="0">
                    <a:moveTo>
                      <a:pt x="346" y="0"/>
                    </a:moveTo>
                    <a:cubicBezTo>
                      <a:pt x="343" y="0"/>
                      <a:pt x="339" y="1"/>
                      <a:pt x="336" y="2"/>
                    </a:cubicBezTo>
                    <a:cubicBezTo>
                      <a:pt x="323" y="6"/>
                      <a:pt x="313" y="20"/>
                      <a:pt x="303" y="27"/>
                    </a:cubicBezTo>
                    <a:cubicBezTo>
                      <a:pt x="293" y="35"/>
                      <a:pt x="282" y="43"/>
                      <a:pt x="272" y="47"/>
                    </a:cubicBezTo>
                    <a:cubicBezTo>
                      <a:pt x="250" y="61"/>
                      <a:pt x="221" y="72"/>
                      <a:pt x="194" y="74"/>
                    </a:cubicBezTo>
                    <a:cubicBezTo>
                      <a:pt x="180" y="76"/>
                      <a:pt x="166" y="78"/>
                      <a:pt x="151" y="78"/>
                    </a:cubicBezTo>
                    <a:cubicBezTo>
                      <a:pt x="109" y="78"/>
                      <a:pt x="67" y="67"/>
                      <a:pt x="31" y="47"/>
                    </a:cubicBezTo>
                    <a:cubicBezTo>
                      <a:pt x="28" y="45"/>
                      <a:pt x="25" y="45"/>
                      <a:pt x="23" y="45"/>
                    </a:cubicBezTo>
                    <a:cubicBezTo>
                      <a:pt x="10" y="45"/>
                      <a:pt x="1" y="63"/>
                      <a:pt x="14" y="74"/>
                    </a:cubicBezTo>
                    <a:cubicBezTo>
                      <a:pt x="59" y="103"/>
                      <a:pt x="113" y="121"/>
                      <a:pt x="169" y="121"/>
                    </a:cubicBezTo>
                    <a:cubicBezTo>
                      <a:pt x="179" y="121"/>
                      <a:pt x="190" y="120"/>
                      <a:pt x="201" y="119"/>
                    </a:cubicBezTo>
                    <a:cubicBezTo>
                      <a:pt x="233" y="115"/>
                      <a:pt x="262" y="106"/>
                      <a:pt x="293" y="94"/>
                    </a:cubicBezTo>
                    <a:cubicBezTo>
                      <a:pt x="317" y="82"/>
                      <a:pt x="356" y="61"/>
                      <a:pt x="368" y="35"/>
                    </a:cubicBezTo>
                    <a:cubicBezTo>
                      <a:pt x="377" y="16"/>
                      <a:pt x="364" y="0"/>
                      <a:pt x="346" y="0"/>
                    </a:cubicBezTo>
                    <a:close/>
                  </a:path>
                </a:pathLst>
              </a:custGeom>
              <a:solidFill>
                <a:srgbClr val="835E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39"/>
              <p:cNvSpPr/>
              <p:nvPr/>
            </p:nvSpPr>
            <p:spPr>
              <a:xfrm>
                <a:off x="1483052" y="1320874"/>
                <a:ext cx="60433" cy="25199"/>
              </a:xfrm>
              <a:custGeom>
                <a:avLst/>
                <a:gdLst/>
                <a:ahLst/>
                <a:cxnLst/>
                <a:rect l="l" t="t" r="r" b="b"/>
                <a:pathLst>
                  <a:path w="271" h="113" extrusionOk="0">
                    <a:moveTo>
                      <a:pt x="24" y="0"/>
                    </a:moveTo>
                    <a:cubicBezTo>
                      <a:pt x="14" y="0"/>
                      <a:pt x="5" y="7"/>
                      <a:pt x="2" y="15"/>
                    </a:cubicBezTo>
                    <a:cubicBezTo>
                      <a:pt x="0" y="26"/>
                      <a:pt x="6" y="40"/>
                      <a:pt x="16" y="42"/>
                    </a:cubicBezTo>
                    <a:cubicBezTo>
                      <a:pt x="86" y="67"/>
                      <a:pt x="156" y="91"/>
                      <a:pt x="227" y="112"/>
                    </a:cubicBezTo>
                    <a:cubicBezTo>
                      <a:pt x="229" y="112"/>
                      <a:pt x="232" y="113"/>
                      <a:pt x="234" y="113"/>
                    </a:cubicBezTo>
                    <a:cubicBezTo>
                      <a:pt x="247" y="113"/>
                      <a:pt x="261" y="103"/>
                      <a:pt x="266" y="91"/>
                    </a:cubicBezTo>
                    <a:cubicBezTo>
                      <a:pt x="270" y="75"/>
                      <a:pt x="260" y="54"/>
                      <a:pt x="246" y="52"/>
                    </a:cubicBezTo>
                    <a:cubicBezTo>
                      <a:pt x="172" y="36"/>
                      <a:pt x="98" y="22"/>
                      <a:pt x="31" y="1"/>
                    </a:cubicBezTo>
                    <a:cubicBezTo>
                      <a:pt x="29" y="0"/>
                      <a:pt x="26" y="0"/>
                      <a:pt x="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Google Shape;2423;p39"/>
              <p:cNvSpPr/>
              <p:nvPr/>
            </p:nvSpPr>
            <p:spPr>
              <a:xfrm>
                <a:off x="1713410" y="1281849"/>
                <a:ext cx="61102" cy="48168"/>
              </a:xfrm>
              <a:custGeom>
                <a:avLst/>
                <a:gdLst/>
                <a:ahLst/>
                <a:cxnLst/>
                <a:rect l="l" t="t" r="r" b="b"/>
                <a:pathLst>
                  <a:path w="274" h="216" extrusionOk="0">
                    <a:moveTo>
                      <a:pt x="239" y="1"/>
                    </a:moveTo>
                    <a:cubicBezTo>
                      <a:pt x="235" y="1"/>
                      <a:pt x="231" y="2"/>
                      <a:pt x="227" y="4"/>
                    </a:cubicBezTo>
                    <a:cubicBezTo>
                      <a:pt x="191" y="33"/>
                      <a:pt x="160" y="55"/>
                      <a:pt x="125" y="82"/>
                    </a:cubicBezTo>
                    <a:cubicBezTo>
                      <a:pt x="107" y="94"/>
                      <a:pt x="88" y="105"/>
                      <a:pt x="72" y="117"/>
                    </a:cubicBezTo>
                    <a:cubicBezTo>
                      <a:pt x="62" y="121"/>
                      <a:pt x="53" y="127"/>
                      <a:pt x="43" y="135"/>
                    </a:cubicBezTo>
                    <a:cubicBezTo>
                      <a:pt x="33" y="143"/>
                      <a:pt x="21" y="147"/>
                      <a:pt x="13" y="158"/>
                    </a:cubicBezTo>
                    <a:cubicBezTo>
                      <a:pt x="2" y="168"/>
                      <a:pt x="0" y="186"/>
                      <a:pt x="6" y="199"/>
                    </a:cubicBezTo>
                    <a:cubicBezTo>
                      <a:pt x="15" y="209"/>
                      <a:pt x="27" y="215"/>
                      <a:pt x="40" y="215"/>
                    </a:cubicBezTo>
                    <a:cubicBezTo>
                      <a:pt x="42" y="215"/>
                      <a:pt x="43" y="215"/>
                      <a:pt x="45" y="215"/>
                    </a:cubicBezTo>
                    <a:cubicBezTo>
                      <a:pt x="58" y="211"/>
                      <a:pt x="72" y="205"/>
                      <a:pt x="82" y="199"/>
                    </a:cubicBezTo>
                    <a:cubicBezTo>
                      <a:pt x="92" y="195"/>
                      <a:pt x="98" y="188"/>
                      <a:pt x="109" y="180"/>
                    </a:cubicBezTo>
                    <a:cubicBezTo>
                      <a:pt x="129" y="168"/>
                      <a:pt x="150" y="152"/>
                      <a:pt x="168" y="137"/>
                    </a:cubicBezTo>
                    <a:cubicBezTo>
                      <a:pt x="186" y="121"/>
                      <a:pt x="201" y="109"/>
                      <a:pt x="217" y="94"/>
                    </a:cubicBezTo>
                    <a:cubicBezTo>
                      <a:pt x="236" y="76"/>
                      <a:pt x="248" y="57"/>
                      <a:pt x="262" y="41"/>
                    </a:cubicBezTo>
                    <a:cubicBezTo>
                      <a:pt x="274" y="24"/>
                      <a:pt x="257" y="1"/>
                      <a:pt x="2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Google Shape;2424;p39"/>
              <p:cNvSpPr/>
              <p:nvPr/>
            </p:nvSpPr>
            <p:spPr>
              <a:xfrm>
                <a:off x="1612614" y="1332916"/>
                <a:ext cx="32558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46" h="62" extrusionOk="0">
                    <a:moveTo>
                      <a:pt x="122" y="0"/>
                    </a:moveTo>
                    <a:cubicBezTo>
                      <a:pt x="121" y="0"/>
                      <a:pt x="120" y="0"/>
                      <a:pt x="119" y="0"/>
                    </a:cubicBezTo>
                    <a:cubicBezTo>
                      <a:pt x="86" y="2"/>
                      <a:pt x="55" y="11"/>
                      <a:pt x="23" y="17"/>
                    </a:cubicBezTo>
                    <a:cubicBezTo>
                      <a:pt x="12" y="19"/>
                      <a:pt x="0" y="31"/>
                      <a:pt x="6" y="43"/>
                    </a:cubicBezTo>
                    <a:cubicBezTo>
                      <a:pt x="8" y="49"/>
                      <a:pt x="12" y="54"/>
                      <a:pt x="16" y="58"/>
                    </a:cubicBezTo>
                    <a:cubicBezTo>
                      <a:pt x="23" y="62"/>
                      <a:pt x="27" y="62"/>
                      <a:pt x="35" y="62"/>
                    </a:cubicBezTo>
                    <a:lnTo>
                      <a:pt x="43" y="62"/>
                    </a:lnTo>
                    <a:cubicBezTo>
                      <a:pt x="45" y="62"/>
                      <a:pt x="49" y="62"/>
                      <a:pt x="53" y="60"/>
                    </a:cubicBezTo>
                    <a:cubicBezTo>
                      <a:pt x="59" y="60"/>
                      <a:pt x="68" y="56"/>
                      <a:pt x="76" y="56"/>
                    </a:cubicBezTo>
                    <a:cubicBezTo>
                      <a:pt x="90" y="54"/>
                      <a:pt x="106" y="54"/>
                      <a:pt x="119" y="51"/>
                    </a:cubicBezTo>
                    <a:cubicBezTo>
                      <a:pt x="127" y="51"/>
                      <a:pt x="131" y="49"/>
                      <a:pt x="137" y="43"/>
                    </a:cubicBezTo>
                    <a:cubicBezTo>
                      <a:pt x="141" y="39"/>
                      <a:pt x="145" y="31"/>
                      <a:pt x="145" y="25"/>
                    </a:cubicBezTo>
                    <a:cubicBezTo>
                      <a:pt x="145" y="13"/>
                      <a:pt x="136" y="0"/>
                      <a:pt x="1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39"/>
              <p:cNvSpPr/>
              <p:nvPr/>
            </p:nvSpPr>
            <p:spPr>
              <a:xfrm>
                <a:off x="1533673" y="1305264"/>
                <a:ext cx="90538" cy="91207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09" extrusionOk="0">
                    <a:moveTo>
                      <a:pt x="172" y="49"/>
                    </a:moveTo>
                    <a:cubicBezTo>
                      <a:pt x="198" y="49"/>
                      <a:pt x="224" y="56"/>
                      <a:pt x="248" y="65"/>
                    </a:cubicBezTo>
                    <a:cubicBezTo>
                      <a:pt x="280" y="79"/>
                      <a:pt x="303" y="96"/>
                      <a:pt x="317" y="130"/>
                    </a:cubicBezTo>
                    <a:cubicBezTo>
                      <a:pt x="342" y="188"/>
                      <a:pt x="366" y="268"/>
                      <a:pt x="311" y="319"/>
                    </a:cubicBezTo>
                    <a:cubicBezTo>
                      <a:pt x="284" y="346"/>
                      <a:pt x="247" y="358"/>
                      <a:pt x="210" y="358"/>
                    </a:cubicBezTo>
                    <a:cubicBezTo>
                      <a:pt x="183" y="358"/>
                      <a:pt x="155" y="351"/>
                      <a:pt x="131" y="337"/>
                    </a:cubicBezTo>
                    <a:cubicBezTo>
                      <a:pt x="100" y="319"/>
                      <a:pt x="84" y="290"/>
                      <a:pt x="66" y="259"/>
                    </a:cubicBezTo>
                    <a:cubicBezTo>
                      <a:pt x="49" y="229"/>
                      <a:pt x="41" y="184"/>
                      <a:pt x="45" y="147"/>
                    </a:cubicBezTo>
                    <a:cubicBezTo>
                      <a:pt x="45" y="145"/>
                      <a:pt x="45" y="143"/>
                      <a:pt x="45" y="141"/>
                    </a:cubicBezTo>
                    <a:lnTo>
                      <a:pt x="45" y="141"/>
                    </a:lnTo>
                    <a:cubicBezTo>
                      <a:pt x="45" y="138"/>
                      <a:pt x="46" y="135"/>
                      <a:pt x="47" y="132"/>
                    </a:cubicBezTo>
                    <a:cubicBezTo>
                      <a:pt x="53" y="120"/>
                      <a:pt x="62" y="106"/>
                      <a:pt x="72" y="94"/>
                    </a:cubicBezTo>
                    <a:cubicBezTo>
                      <a:pt x="92" y="71"/>
                      <a:pt x="115" y="55"/>
                      <a:pt x="147" y="51"/>
                    </a:cubicBezTo>
                    <a:cubicBezTo>
                      <a:pt x="156" y="49"/>
                      <a:pt x="164" y="49"/>
                      <a:pt x="172" y="49"/>
                    </a:cubicBezTo>
                    <a:close/>
                    <a:moveTo>
                      <a:pt x="185" y="1"/>
                    </a:moveTo>
                    <a:cubicBezTo>
                      <a:pt x="179" y="1"/>
                      <a:pt x="172" y="1"/>
                      <a:pt x="166" y="2"/>
                    </a:cubicBezTo>
                    <a:cubicBezTo>
                      <a:pt x="119" y="8"/>
                      <a:pt x="78" y="20"/>
                      <a:pt x="47" y="53"/>
                    </a:cubicBezTo>
                    <a:cubicBezTo>
                      <a:pt x="31" y="72"/>
                      <a:pt x="10" y="105"/>
                      <a:pt x="8" y="135"/>
                    </a:cubicBezTo>
                    <a:lnTo>
                      <a:pt x="8" y="135"/>
                    </a:lnTo>
                    <a:cubicBezTo>
                      <a:pt x="6" y="137"/>
                      <a:pt x="5" y="140"/>
                      <a:pt x="4" y="143"/>
                    </a:cubicBezTo>
                    <a:cubicBezTo>
                      <a:pt x="0" y="186"/>
                      <a:pt x="8" y="235"/>
                      <a:pt x="23" y="274"/>
                    </a:cubicBezTo>
                    <a:cubicBezTo>
                      <a:pt x="37" y="308"/>
                      <a:pt x="53" y="345"/>
                      <a:pt x="84" y="370"/>
                    </a:cubicBezTo>
                    <a:cubicBezTo>
                      <a:pt x="118" y="396"/>
                      <a:pt x="161" y="409"/>
                      <a:pt x="204" y="409"/>
                    </a:cubicBezTo>
                    <a:cubicBezTo>
                      <a:pt x="248" y="409"/>
                      <a:pt x="292" y="396"/>
                      <a:pt x="327" y="370"/>
                    </a:cubicBezTo>
                    <a:cubicBezTo>
                      <a:pt x="360" y="347"/>
                      <a:pt x="389" y="310"/>
                      <a:pt x="395" y="270"/>
                    </a:cubicBezTo>
                    <a:cubicBezTo>
                      <a:pt x="405" y="223"/>
                      <a:pt x="393" y="175"/>
                      <a:pt x="375" y="132"/>
                    </a:cubicBezTo>
                    <a:cubicBezTo>
                      <a:pt x="360" y="90"/>
                      <a:pt x="340" y="53"/>
                      <a:pt x="299" y="30"/>
                    </a:cubicBezTo>
                    <a:cubicBezTo>
                      <a:pt x="264" y="11"/>
                      <a:pt x="224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39"/>
              <p:cNvSpPr/>
              <p:nvPr/>
            </p:nvSpPr>
            <p:spPr>
              <a:xfrm>
                <a:off x="1634468" y="1291661"/>
                <a:ext cx="90984" cy="91207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09" extrusionOk="0">
                    <a:moveTo>
                      <a:pt x="173" y="48"/>
                    </a:moveTo>
                    <a:cubicBezTo>
                      <a:pt x="198" y="48"/>
                      <a:pt x="224" y="55"/>
                      <a:pt x="248" y="65"/>
                    </a:cubicBezTo>
                    <a:cubicBezTo>
                      <a:pt x="283" y="79"/>
                      <a:pt x="305" y="95"/>
                      <a:pt x="317" y="130"/>
                    </a:cubicBezTo>
                    <a:cubicBezTo>
                      <a:pt x="344" y="187"/>
                      <a:pt x="367" y="267"/>
                      <a:pt x="313" y="318"/>
                    </a:cubicBezTo>
                    <a:cubicBezTo>
                      <a:pt x="285" y="345"/>
                      <a:pt x="248" y="358"/>
                      <a:pt x="211" y="358"/>
                    </a:cubicBezTo>
                    <a:cubicBezTo>
                      <a:pt x="183" y="358"/>
                      <a:pt x="155" y="351"/>
                      <a:pt x="131" y="337"/>
                    </a:cubicBezTo>
                    <a:cubicBezTo>
                      <a:pt x="101" y="318"/>
                      <a:pt x="84" y="290"/>
                      <a:pt x="68" y="259"/>
                    </a:cubicBezTo>
                    <a:cubicBezTo>
                      <a:pt x="49" y="228"/>
                      <a:pt x="41" y="183"/>
                      <a:pt x="47" y="146"/>
                    </a:cubicBezTo>
                    <a:cubicBezTo>
                      <a:pt x="48" y="144"/>
                      <a:pt x="47" y="141"/>
                      <a:pt x="46" y="139"/>
                    </a:cubicBezTo>
                    <a:lnTo>
                      <a:pt x="46" y="139"/>
                    </a:lnTo>
                    <a:cubicBezTo>
                      <a:pt x="47" y="137"/>
                      <a:pt x="48" y="134"/>
                      <a:pt x="49" y="132"/>
                    </a:cubicBezTo>
                    <a:cubicBezTo>
                      <a:pt x="53" y="120"/>
                      <a:pt x="62" y="106"/>
                      <a:pt x="72" y="93"/>
                    </a:cubicBezTo>
                    <a:cubicBezTo>
                      <a:pt x="92" y="71"/>
                      <a:pt x="115" y="54"/>
                      <a:pt x="150" y="50"/>
                    </a:cubicBezTo>
                    <a:cubicBezTo>
                      <a:pt x="157" y="49"/>
                      <a:pt x="165" y="48"/>
                      <a:pt x="173" y="48"/>
                    </a:cubicBezTo>
                    <a:close/>
                    <a:moveTo>
                      <a:pt x="186" y="0"/>
                    </a:moveTo>
                    <a:cubicBezTo>
                      <a:pt x="180" y="0"/>
                      <a:pt x="173" y="1"/>
                      <a:pt x="166" y="1"/>
                    </a:cubicBezTo>
                    <a:cubicBezTo>
                      <a:pt x="121" y="7"/>
                      <a:pt x="80" y="20"/>
                      <a:pt x="49" y="52"/>
                    </a:cubicBezTo>
                    <a:cubicBezTo>
                      <a:pt x="33" y="72"/>
                      <a:pt x="12" y="104"/>
                      <a:pt x="10" y="133"/>
                    </a:cubicBezTo>
                    <a:lnTo>
                      <a:pt x="10" y="133"/>
                    </a:lnTo>
                    <a:cubicBezTo>
                      <a:pt x="8" y="136"/>
                      <a:pt x="7" y="139"/>
                      <a:pt x="6" y="142"/>
                    </a:cubicBezTo>
                    <a:cubicBezTo>
                      <a:pt x="0" y="185"/>
                      <a:pt x="8" y="234"/>
                      <a:pt x="23" y="273"/>
                    </a:cubicBezTo>
                    <a:cubicBezTo>
                      <a:pt x="39" y="308"/>
                      <a:pt x="53" y="345"/>
                      <a:pt x="84" y="369"/>
                    </a:cubicBezTo>
                    <a:cubicBezTo>
                      <a:pt x="119" y="396"/>
                      <a:pt x="162" y="409"/>
                      <a:pt x="205" y="409"/>
                    </a:cubicBezTo>
                    <a:cubicBezTo>
                      <a:pt x="249" y="409"/>
                      <a:pt x="293" y="395"/>
                      <a:pt x="328" y="369"/>
                    </a:cubicBezTo>
                    <a:cubicBezTo>
                      <a:pt x="360" y="347"/>
                      <a:pt x="389" y="310"/>
                      <a:pt x="397" y="269"/>
                    </a:cubicBezTo>
                    <a:cubicBezTo>
                      <a:pt x="407" y="222"/>
                      <a:pt x="395" y="175"/>
                      <a:pt x="377" y="132"/>
                    </a:cubicBezTo>
                    <a:cubicBezTo>
                      <a:pt x="360" y="89"/>
                      <a:pt x="340" y="52"/>
                      <a:pt x="299" y="30"/>
                    </a:cubicBezTo>
                    <a:cubicBezTo>
                      <a:pt x="264" y="11"/>
                      <a:pt x="226" y="0"/>
                      <a:pt x="1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39"/>
              <p:cNvSpPr/>
              <p:nvPr/>
            </p:nvSpPr>
            <p:spPr>
              <a:xfrm>
                <a:off x="1620642" y="1969133"/>
                <a:ext cx="64670" cy="573556"/>
              </a:xfrm>
              <a:custGeom>
                <a:avLst/>
                <a:gdLst/>
                <a:ahLst/>
                <a:cxnLst/>
                <a:rect l="l" t="t" r="r" b="b"/>
                <a:pathLst>
                  <a:path w="290" h="2572" extrusionOk="0">
                    <a:moveTo>
                      <a:pt x="250" y="1"/>
                    </a:moveTo>
                    <a:cubicBezTo>
                      <a:pt x="245" y="1"/>
                      <a:pt x="239" y="3"/>
                      <a:pt x="236" y="10"/>
                    </a:cubicBezTo>
                    <a:cubicBezTo>
                      <a:pt x="68" y="300"/>
                      <a:pt x="142" y="646"/>
                      <a:pt x="193" y="959"/>
                    </a:cubicBezTo>
                    <a:cubicBezTo>
                      <a:pt x="224" y="1143"/>
                      <a:pt x="238" y="1323"/>
                      <a:pt x="212" y="1511"/>
                    </a:cubicBezTo>
                    <a:cubicBezTo>
                      <a:pt x="185" y="1677"/>
                      <a:pt x="134" y="1839"/>
                      <a:pt x="91" y="1998"/>
                    </a:cubicBezTo>
                    <a:cubicBezTo>
                      <a:pt x="42" y="2178"/>
                      <a:pt x="1" y="2362"/>
                      <a:pt x="19" y="2549"/>
                    </a:cubicBezTo>
                    <a:cubicBezTo>
                      <a:pt x="20" y="2564"/>
                      <a:pt x="33" y="2572"/>
                      <a:pt x="45" y="2572"/>
                    </a:cubicBezTo>
                    <a:cubicBezTo>
                      <a:pt x="57" y="2572"/>
                      <a:pt x="68" y="2564"/>
                      <a:pt x="68" y="2549"/>
                    </a:cubicBezTo>
                    <a:cubicBezTo>
                      <a:pt x="64" y="2213"/>
                      <a:pt x="195" y="1906"/>
                      <a:pt x="257" y="1583"/>
                    </a:cubicBezTo>
                    <a:cubicBezTo>
                      <a:pt x="287" y="1419"/>
                      <a:pt x="289" y="1258"/>
                      <a:pt x="267" y="1094"/>
                    </a:cubicBezTo>
                    <a:cubicBezTo>
                      <a:pt x="244" y="918"/>
                      <a:pt x="203" y="744"/>
                      <a:pt x="187" y="566"/>
                    </a:cubicBezTo>
                    <a:cubicBezTo>
                      <a:pt x="173" y="386"/>
                      <a:pt x="185" y="194"/>
                      <a:pt x="269" y="28"/>
                    </a:cubicBezTo>
                    <a:cubicBezTo>
                      <a:pt x="276" y="14"/>
                      <a:pt x="263" y="1"/>
                      <a:pt x="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39"/>
              <p:cNvSpPr/>
              <p:nvPr/>
            </p:nvSpPr>
            <p:spPr>
              <a:xfrm>
                <a:off x="1118894" y="1959767"/>
                <a:ext cx="166804" cy="335169"/>
              </a:xfrm>
              <a:custGeom>
                <a:avLst/>
                <a:gdLst/>
                <a:ahLst/>
                <a:cxnLst/>
                <a:rect l="l" t="t" r="r" b="b"/>
                <a:pathLst>
                  <a:path w="748" h="1503" extrusionOk="0">
                    <a:moveTo>
                      <a:pt x="747" y="0"/>
                    </a:moveTo>
                    <a:lnTo>
                      <a:pt x="747" y="0"/>
                    </a:lnTo>
                    <a:cubicBezTo>
                      <a:pt x="610" y="205"/>
                      <a:pt x="581" y="393"/>
                      <a:pt x="469" y="588"/>
                    </a:cubicBezTo>
                    <a:cubicBezTo>
                      <a:pt x="381" y="741"/>
                      <a:pt x="266" y="880"/>
                      <a:pt x="172" y="1027"/>
                    </a:cubicBezTo>
                    <a:cubicBezTo>
                      <a:pt x="78" y="1177"/>
                      <a:pt x="9" y="1324"/>
                      <a:pt x="0" y="1502"/>
                    </a:cubicBezTo>
                    <a:lnTo>
                      <a:pt x="596" y="1498"/>
                    </a:lnTo>
                    <a:cubicBezTo>
                      <a:pt x="545" y="1332"/>
                      <a:pt x="626" y="1158"/>
                      <a:pt x="663" y="991"/>
                    </a:cubicBezTo>
                    <a:cubicBezTo>
                      <a:pt x="733" y="665"/>
                      <a:pt x="633" y="311"/>
                      <a:pt x="7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39"/>
              <p:cNvSpPr/>
              <p:nvPr/>
            </p:nvSpPr>
            <p:spPr>
              <a:xfrm>
                <a:off x="2001748" y="2003029"/>
                <a:ext cx="208282" cy="282764"/>
              </a:xfrm>
              <a:custGeom>
                <a:avLst/>
                <a:gdLst/>
                <a:ahLst/>
                <a:cxnLst/>
                <a:rect l="l" t="t" r="r" b="b"/>
                <a:pathLst>
                  <a:path w="934" h="1268" extrusionOk="0">
                    <a:moveTo>
                      <a:pt x="0" y="1"/>
                    </a:moveTo>
                    <a:cubicBezTo>
                      <a:pt x="45" y="435"/>
                      <a:pt x="193" y="852"/>
                      <a:pt x="336" y="1267"/>
                    </a:cubicBezTo>
                    <a:cubicBezTo>
                      <a:pt x="544" y="1259"/>
                      <a:pt x="722" y="1181"/>
                      <a:pt x="931" y="1144"/>
                    </a:cubicBezTo>
                    <a:cubicBezTo>
                      <a:pt x="933" y="1073"/>
                      <a:pt x="841" y="1044"/>
                      <a:pt x="780" y="1005"/>
                    </a:cubicBezTo>
                    <a:cubicBezTo>
                      <a:pt x="686" y="944"/>
                      <a:pt x="647" y="827"/>
                      <a:pt x="581" y="737"/>
                    </a:cubicBezTo>
                    <a:cubicBezTo>
                      <a:pt x="487" y="613"/>
                      <a:pt x="334" y="537"/>
                      <a:pt x="236" y="412"/>
                    </a:cubicBezTo>
                    <a:cubicBezTo>
                      <a:pt x="141" y="287"/>
                      <a:pt x="111" y="11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39"/>
              <p:cNvSpPr/>
              <p:nvPr/>
            </p:nvSpPr>
            <p:spPr>
              <a:xfrm>
                <a:off x="1524530" y="2353807"/>
                <a:ext cx="235934" cy="163459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733" extrusionOk="0">
                    <a:moveTo>
                      <a:pt x="238" y="0"/>
                    </a:moveTo>
                    <a:cubicBezTo>
                      <a:pt x="86" y="0"/>
                      <a:pt x="0" y="62"/>
                      <a:pt x="0" y="62"/>
                    </a:cubicBezTo>
                    <a:cubicBezTo>
                      <a:pt x="0" y="62"/>
                      <a:pt x="33" y="566"/>
                      <a:pt x="268" y="693"/>
                    </a:cubicBezTo>
                    <a:cubicBezTo>
                      <a:pt x="321" y="722"/>
                      <a:pt x="390" y="733"/>
                      <a:pt x="464" y="733"/>
                    </a:cubicBezTo>
                    <a:cubicBezTo>
                      <a:pt x="717" y="733"/>
                      <a:pt x="1038" y="601"/>
                      <a:pt x="1038" y="601"/>
                    </a:cubicBezTo>
                    <a:cubicBezTo>
                      <a:pt x="1038" y="601"/>
                      <a:pt x="1058" y="394"/>
                      <a:pt x="655" y="138"/>
                    </a:cubicBezTo>
                    <a:cubicBezTo>
                      <a:pt x="487" y="31"/>
                      <a:pt x="346" y="0"/>
                      <a:pt x="2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39"/>
              <p:cNvSpPr/>
              <p:nvPr/>
            </p:nvSpPr>
            <p:spPr>
              <a:xfrm>
                <a:off x="1420389" y="2367633"/>
                <a:ext cx="336507" cy="355462"/>
              </a:xfrm>
              <a:custGeom>
                <a:avLst/>
                <a:gdLst/>
                <a:ahLst/>
                <a:cxnLst/>
                <a:rect l="l" t="t" r="r" b="b"/>
                <a:pathLst>
                  <a:path w="1509" h="1594" extrusionOk="0">
                    <a:moveTo>
                      <a:pt x="467" y="0"/>
                    </a:moveTo>
                    <a:cubicBezTo>
                      <a:pt x="304" y="391"/>
                      <a:pt x="148" y="788"/>
                      <a:pt x="1" y="1185"/>
                    </a:cubicBezTo>
                    <a:cubicBezTo>
                      <a:pt x="40" y="1322"/>
                      <a:pt x="132" y="1437"/>
                      <a:pt x="254" y="1510"/>
                    </a:cubicBezTo>
                    <a:cubicBezTo>
                      <a:pt x="343" y="1565"/>
                      <a:pt x="446" y="1593"/>
                      <a:pt x="551" y="1593"/>
                    </a:cubicBezTo>
                    <a:cubicBezTo>
                      <a:pt x="589" y="1593"/>
                      <a:pt x="626" y="1590"/>
                      <a:pt x="664" y="1582"/>
                    </a:cubicBezTo>
                    <a:lnTo>
                      <a:pt x="1509" y="539"/>
                    </a:lnTo>
                    <a:lnTo>
                      <a:pt x="1509" y="539"/>
                    </a:lnTo>
                    <a:cubicBezTo>
                      <a:pt x="1509" y="539"/>
                      <a:pt x="1395" y="572"/>
                      <a:pt x="1241" y="572"/>
                    </a:cubicBezTo>
                    <a:cubicBezTo>
                      <a:pt x="1111" y="572"/>
                      <a:pt x="952" y="548"/>
                      <a:pt x="809" y="459"/>
                    </a:cubicBezTo>
                    <a:cubicBezTo>
                      <a:pt x="500" y="262"/>
                      <a:pt x="467" y="0"/>
                      <a:pt x="4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39"/>
              <p:cNvSpPr/>
              <p:nvPr/>
            </p:nvSpPr>
            <p:spPr>
              <a:xfrm>
                <a:off x="1346576" y="2382351"/>
                <a:ext cx="182637" cy="231697"/>
              </a:xfrm>
              <a:custGeom>
                <a:avLst/>
                <a:gdLst/>
                <a:ahLst/>
                <a:cxnLst/>
                <a:rect l="l" t="t" r="r" b="b"/>
                <a:pathLst>
                  <a:path w="819" h="1039" extrusionOk="0">
                    <a:moveTo>
                      <a:pt x="414" y="1"/>
                    </a:moveTo>
                    <a:cubicBezTo>
                      <a:pt x="301" y="1"/>
                      <a:pt x="200" y="63"/>
                      <a:pt x="131" y="153"/>
                    </a:cubicBezTo>
                    <a:cubicBezTo>
                      <a:pt x="49" y="260"/>
                      <a:pt x="4" y="409"/>
                      <a:pt x="2" y="542"/>
                    </a:cubicBezTo>
                    <a:cubicBezTo>
                      <a:pt x="0" y="677"/>
                      <a:pt x="60" y="800"/>
                      <a:pt x="164" y="884"/>
                    </a:cubicBezTo>
                    <a:cubicBezTo>
                      <a:pt x="291" y="984"/>
                      <a:pt x="450" y="1015"/>
                      <a:pt x="608" y="1037"/>
                    </a:cubicBezTo>
                    <a:cubicBezTo>
                      <a:pt x="613" y="1038"/>
                      <a:pt x="618" y="1038"/>
                      <a:pt x="623" y="1038"/>
                    </a:cubicBezTo>
                    <a:cubicBezTo>
                      <a:pt x="654" y="1038"/>
                      <a:pt x="682" y="1022"/>
                      <a:pt x="694" y="990"/>
                    </a:cubicBezTo>
                    <a:cubicBezTo>
                      <a:pt x="704" y="955"/>
                      <a:pt x="684" y="910"/>
                      <a:pt x="645" y="904"/>
                    </a:cubicBezTo>
                    <a:cubicBezTo>
                      <a:pt x="510" y="884"/>
                      <a:pt x="360" y="863"/>
                      <a:pt x="250" y="777"/>
                    </a:cubicBezTo>
                    <a:cubicBezTo>
                      <a:pt x="141" y="689"/>
                      <a:pt x="125" y="565"/>
                      <a:pt x="156" y="434"/>
                    </a:cubicBezTo>
                    <a:cubicBezTo>
                      <a:pt x="184" y="317"/>
                      <a:pt x="244" y="182"/>
                      <a:pt x="371" y="145"/>
                    </a:cubicBezTo>
                    <a:cubicBezTo>
                      <a:pt x="387" y="140"/>
                      <a:pt x="404" y="138"/>
                      <a:pt x="419" y="138"/>
                    </a:cubicBezTo>
                    <a:cubicBezTo>
                      <a:pt x="540" y="138"/>
                      <a:pt x="636" y="265"/>
                      <a:pt x="706" y="348"/>
                    </a:cubicBezTo>
                    <a:cubicBezTo>
                      <a:pt x="716" y="360"/>
                      <a:pt x="729" y="365"/>
                      <a:pt x="741" y="365"/>
                    </a:cubicBezTo>
                    <a:cubicBezTo>
                      <a:pt x="779" y="365"/>
                      <a:pt x="818" y="319"/>
                      <a:pt x="792" y="278"/>
                    </a:cubicBezTo>
                    <a:cubicBezTo>
                      <a:pt x="718" y="160"/>
                      <a:pt x="626" y="39"/>
                      <a:pt x="481" y="8"/>
                    </a:cubicBezTo>
                    <a:cubicBezTo>
                      <a:pt x="458" y="3"/>
                      <a:pt x="436" y="1"/>
                      <a:pt x="4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39"/>
              <p:cNvSpPr/>
              <p:nvPr/>
            </p:nvSpPr>
            <p:spPr>
              <a:xfrm>
                <a:off x="1547276" y="2575022"/>
                <a:ext cx="323350" cy="116183"/>
              </a:xfrm>
              <a:custGeom>
                <a:avLst/>
                <a:gdLst/>
                <a:ahLst/>
                <a:cxnLst/>
                <a:rect l="l" t="t" r="r" b="b"/>
                <a:pathLst>
                  <a:path w="1450" h="521" extrusionOk="0">
                    <a:moveTo>
                      <a:pt x="1125" y="1"/>
                    </a:moveTo>
                    <a:cubicBezTo>
                      <a:pt x="1031" y="1"/>
                      <a:pt x="934" y="31"/>
                      <a:pt x="850" y="59"/>
                    </a:cubicBezTo>
                    <a:cubicBezTo>
                      <a:pt x="735" y="98"/>
                      <a:pt x="625" y="145"/>
                      <a:pt x="506" y="181"/>
                    </a:cubicBezTo>
                    <a:cubicBezTo>
                      <a:pt x="451" y="200"/>
                      <a:pt x="391" y="220"/>
                      <a:pt x="332" y="228"/>
                    </a:cubicBezTo>
                    <a:lnTo>
                      <a:pt x="291" y="228"/>
                    </a:lnTo>
                    <a:cubicBezTo>
                      <a:pt x="291" y="228"/>
                      <a:pt x="272" y="212"/>
                      <a:pt x="269" y="212"/>
                    </a:cubicBezTo>
                    <a:cubicBezTo>
                      <a:pt x="267" y="212"/>
                      <a:pt x="268" y="214"/>
                      <a:pt x="271" y="218"/>
                    </a:cubicBezTo>
                    <a:cubicBezTo>
                      <a:pt x="239" y="179"/>
                      <a:pt x="197" y="149"/>
                      <a:pt x="149" y="149"/>
                    </a:cubicBezTo>
                    <a:cubicBezTo>
                      <a:pt x="132" y="149"/>
                      <a:pt x="115" y="153"/>
                      <a:pt x="97" y="161"/>
                    </a:cubicBezTo>
                    <a:cubicBezTo>
                      <a:pt x="33" y="190"/>
                      <a:pt x="1" y="257"/>
                      <a:pt x="17" y="325"/>
                    </a:cubicBezTo>
                    <a:cubicBezTo>
                      <a:pt x="49" y="453"/>
                      <a:pt x="172" y="521"/>
                      <a:pt x="295" y="521"/>
                    </a:cubicBezTo>
                    <a:cubicBezTo>
                      <a:pt x="306" y="521"/>
                      <a:pt x="318" y="520"/>
                      <a:pt x="330" y="519"/>
                    </a:cubicBezTo>
                    <a:cubicBezTo>
                      <a:pt x="461" y="507"/>
                      <a:pt x="588" y="456"/>
                      <a:pt x="708" y="411"/>
                    </a:cubicBezTo>
                    <a:cubicBezTo>
                      <a:pt x="825" y="364"/>
                      <a:pt x="942" y="318"/>
                      <a:pt x="1058" y="273"/>
                    </a:cubicBezTo>
                    <a:cubicBezTo>
                      <a:pt x="1100" y="260"/>
                      <a:pt x="1154" y="220"/>
                      <a:pt x="1200" y="220"/>
                    </a:cubicBezTo>
                    <a:cubicBezTo>
                      <a:pt x="1201" y="220"/>
                      <a:pt x="1202" y="220"/>
                      <a:pt x="1204" y="220"/>
                    </a:cubicBezTo>
                    <a:cubicBezTo>
                      <a:pt x="1255" y="222"/>
                      <a:pt x="1302" y="271"/>
                      <a:pt x="1347" y="294"/>
                    </a:cubicBezTo>
                    <a:cubicBezTo>
                      <a:pt x="1355" y="297"/>
                      <a:pt x="1363" y="298"/>
                      <a:pt x="1371" y="298"/>
                    </a:cubicBezTo>
                    <a:cubicBezTo>
                      <a:pt x="1411" y="298"/>
                      <a:pt x="1450" y="268"/>
                      <a:pt x="1435" y="222"/>
                    </a:cubicBezTo>
                    <a:cubicBezTo>
                      <a:pt x="1400" y="126"/>
                      <a:pt x="1320" y="36"/>
                      <a:pt x="1216" y="12"/>
                    </a:cubicBezTo>
                    <a:cubicBezTo>
                      <a:pt x="1186" y="4"/>
                      <a:pt x="1156" y="1"/>
                      <a:pt x="11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39"/>
              <p:cNvSpPr/>
              <p:nvPr/>
            </p:nvSpPr>
            <p:spPr>
              <a:xfrm>
                <a:off x="1860812" y="2635009"/>
                <a:ext cx="29436" cy="105033"/>
              </a:xfrm>
              <a:custGeom>
                <a:avLst/>
                <a:gdLst/>
                <a:ahLst/>
                <a:cxnLst/>
                <a:rect l="l" t="t" r="r" b="b"/>
                <a:pathLst>
                  <a:path w="132" h="471" extrusionOk="0">
                    <a:moveTo>
                      <a:pt x="37" y="0"/>
                    </a:moveTo>
                    <a:lnTo>
                      <a:pt x="0" y="35"/>
                    </a:lnTo>
                    <a:cubicBezTo>
                      <a:pt x="21" y="56"/>
                      <a:pt x="27" y="95"/>
                      <a:pt x="21" y="156"/>
                    </a:cubicBezTo>
                    <a:lnTo>
                      <a:pt x="21" y="164"/>
                    </a:lnTo>
                    <a:cubicBezTo>
                      <a:pt x="16" y="213"/>
                      <a:pt x="8" y="270"/>
                      <a:pt x="37" y="318"/>
                    </a:cubicBezTo>
                    <a:cubicBezTo>
                      <a:pt x="41" y="326"/>
                      <a:pt x="47" y="330"/>
                      <a:pt x="51" y="338"/>
                    </a:cubicBezTo>
                    <a:cubicBezTo>
                      <a:pt x="59" y="344"/>
                      <a:pt x="66" y="352"/>
                      <a:pt x="68" y="360"/>
                    </a:cubicBezTo>
                    <a:cubicBezTo>
                      <a:pt x="78" y="387"/>
                      <a:pt x="68" y="422"/>
                      <a:pt x="55" y="453"/>
                    </a:cubicBezTo>
                    <a:lnTo>
                      <a:pt x="100" y="471"/>
                    </a:lnTo>
                    <a:cubicBezTo>
                      <a:pt x="117" y="432"/>
                      <a:pt x="131" y="387"/>
                      <a:pt x="113" y="340"/>
                    </a:cubicBezTo>
                    <a:cubicBezTo>
                      <a:pt x="109" y="328"/>
                      <a:pt x="100" y="318"/>
                      <a:pt x="92" y="307"/>
                    </a:cubicBezTo>
                    <a:cubicBezTo>
                      <a:pt x="90" y="301"/>
                      <a:pt x="86" y="297"/>
                      <a:pt x="82" y="291"/>
                    </a:cubicBezTo>
                    <a:cubicBezTo>
                      <a:pt x="61" y="260"/>
                      <a:pt x="68" y="213"/>
                      <a:pt x="72" y="168"/>
                    </a:cubicBezTo>
                    <a:lnTo>
                      <a:pt x="72" y="162"/>
                    </a:lnTo>
                    <a:cubicBezTo>
                      <a:pt x="78" y="113"/>
                      <a:pt x="80" y="41"/>
                      <a:pt x="37" y="0"/>
                    </a:cubicBezTo>
                    <a:close/>
                  </a:path>
                </a:pathLst>
              </a:custGeom>
              <a:solidFill>
                <a:srgbClr val="8D65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39"/>
              <p:cNvSpPr/>
              <p:nvPr/>
            </p:nvSpPr>
            <p:spPr>
              <a:xfrm>
                <a:off x="943171" y="2286015"/>
                <a:ext cx="492161" cy="389581"/>
              </a:xfrm>
              <a:custGeom>
                <a:avLst/>
                <a:gdLst/>
                <a:ahLst/>
                <a:cxnLst/>
                <a:rect l="l" t="t" r="r" b="b"/>
                <a:pathLst>
                  <a:path w="2207" h="1747" extrusionOk="0">
                    <a:moveTo>
                      <a:pt x="242" y="0"/>
                    </a:moveTo>
                    <a:cubicBezTo>
                      <a:pt x="160" y="264"/>
                      <a:pt x="93" y="532"/>
                      <a:pt x="50" y="806"/>
                    </a:cubicBezTo>
                    <a:cubicBezTo>
                      <a:pt x="21" y="976"/>
                      <a:pt x="1" y="1154"/>
                      <a:pt x="40" y="1324"/>
                    </a:cubicBezTo>
                    <a:cubicBezTo>
                      <a:pt x="78" y="1494"/>
                      <a:pt x="185" y="1657"/>
                      <a:pt x="349" y="1719"/>
                    </a:cubicBezTo>
                    <a:cubicBezTo>
                      <a:pt x="400" y="1738"/>
                      <a:pt x="454" y="1746"/>
                      <a:pt x="509" y="1746"/>
                    </a:cubicBezTo>
                    <a:cubicBezTo>
                      <a:pt x="585" y="1746"/>
                      <a:pt x="662" y="1730"/>
                      <a:pt x="733" y="1702"/>
                    </a:cubicBezTo>
                    <a:cubicBezTo>
                      <a:pt x="856" y="1657"/>
                      <a:pt x="964" y="1584"/>
                      <a:pt x="1073" y="1508"/>
                    </a:cubicBezTo>
                    <a:cubicBezTo>
                      <a:pt x="1206" y="1416"/>
                      <a:pt x="1339" y="1324"/>
                      <a:pt x="1472" y="1236"/>
                    </a:cubicBezTo>
                    <a:cubicBezTo>
                      <a:pt x="1509" y="1249"/>
                      <a:pt x="1549" y="1256"/>
                      <a:pt x="1588" y="1256"/>
                    </a:cubicBezTo>
                    <a:cubicBezTo>
                      <a:pt x="1645" y="1256"/>
                      <a:pt x="1702" y="1242"/>
                      <a:pt x="1750" y="1211"/>
                    </a:cubicBezTo>
                    <a:cubicBezTo>
                      <a:pt x="1770" y="1199"/>
                      <a:pt x="1791" y="1185"/>
                      <a:pt x="1809" y="1168"/>
                    </a:cubicBezTo>
                    <a:cubicBezTo>
                      <a:pt x="1824" y="1156"/>
                      <a:pt x="1838" y="1154"/>
                      <a:pt x="1858" y="1150"/>
                    </a:cubicBezTo>
                    <a:cubicBezTo>
                      <a:pt x="1863" y="1150"/>
                      <a:pt x="1867" y="1149"/>
                      <a:pt x="1871" y="1149"/>
                    </a:cubicBezTo>
                    <a:cubicBezTo>
                      <a:pt x="1888" y="1149"/>
                      <a:pt x="1904" y="1153"/>
                      <a:pt x="1914" y="1164"/>
                    </a:cubicBezTo>
                    <a:cubicBezTo>
                      <a:pt x="1930" y="1179"/>
                      <a:pt x="1936" y="1207"/>
                      <a:pt x="1961" y="1216"/>
                    </a:cubicBezTo>
                    <a:cubicBezTo>
                      <a:pt x="1963" y="1216"/>
                      <a:pt x="1965" y="1216"/>
                      <a:pt x="1967" y="1216"/>
                    </a:cubicBezTo>
                    <a:cubicBezTo>
                      <a:pt x="1981" y="1216"/>
                      <a:pt x="1997" y="1203"/>
                      <a:pt x="2006" y="1189"/>
                    </a:cubicBezTo>
                    <a:cubicBezTo>
                      <a:pt x="2036" y="1140"/>
                      <a:pt x="2032" y="1072"/>
                      <a:pt x="1993" y="1027"/>
                    </a:cubicBezTo>
                    <a:lnTo>
                      <a:pt x="1993" y="1027"/>
                    </a:lnTo>
                    <a:cubicBezTo>
                      <a:pt x="2000" y="1030"/>
                      <a:pt x="2007" y="1031"/>
                      <a:pt x="2014" y="1031"/>
                    </a:cubicBezTo>
                    <a:cubicBezTo>
                      <a:pt x="2047" y="1031"/>
                      <a:pt x="2077" y="1006"/>
                      <a:pt x="2086" y="974"/>
                    </a:cubicBezTo>
                    <a:cubicBezTo>
                      <a:pt x="2098" y="935"/>
                      <a:pt x="2088" y="894"/>
                      <a:pt x="2077" y="857"/>
                    </a:cubicBezTo>
                    <a:cubicBezTo>
                      <a:pt x="2116" y="847"/>
                      <a:pt x="2157" y="847"/>
                      <a:pt x="2171" y="810"/>
                    </a:cubicBezTo>
                    <a:cubicBezTo>
                      <a:pt x="2186" y="767"/>
                      <a:pt x="2169" y="718"/>
                      <a:pt x="2131" y="708"/>
                    </a:cubicBezTo>
                    <a:cubicBezTo>
                      <a:pt x="2169" y="704"/>
                      <a:pt x="2206" y="643"/>
                      <a:pt x="2206" y="604"/>
                    </a:cubicBezTo>
                    <a:cubicBezTo>
                      <a:pt x="2206" y="565"/>
                      <a:pt x="2182" y="526"/>
                      <a:pt x="2149" y="504"/>
                    </a:cubicBezTo>
                    <a:cubicBezTo>
                      <a:pt x="2116" y="481"/>
                      <a:pt x="2077" y="469"/>
                      <a:pt x="2038" y="463"/>
                    </a:cubicBezTo>
                    <a:cubicBezTo>
                      <a:pt x="1981" y="453"/>
                      <a:pt x="1923" y="450"/>
                      <a:pt x="1865" y="450"/>
                    </a:cubicBezTo>
                    <a:cubicBezTo>
                      <a:pt x="1849" y="450"/>
                      <a:pt x="1833" y="450"/>
                      <a:pt x="1818" y="450"/>
                    </a:cubicBezTo>
                    <a:cubicBezTo>
                      <a:pt x="1777" y="450"/>
                      <a:pt x="1738" y="450"/>
                      <a:pt x="1699" y="465"/>
                    </a:cubicBezTo>
                    <a:cubicBezTo>
                      <a:pt x="1660" y="481"/>
                      <a:pt x="1627" y="510"/>
                      <a:pt x="1597" y="536"/>
                    </a:cubicBezTo>
                    <a:cubicBezTo>
                      <a:pt x="1545" y="583"/>
                      <a:pt x="1496" y="626"/>
                      <a:pt x="1445" y="673"/>
                    </a:cubicBezTo>
                    <a:cubicBezTo>
                      <a:pt x="1349" y="759"/>
                      <a:pt x="1200" y="747"/>
                      <a:pt x="1073" y="776"/>
                    </a:cubicBezTo>
                    <a:lnTo>
                      <a:pt x="1071" y="776"/>
                    </a:lnTo>
                    <a:cubicBezTo>
                      <a:pt x="1085" y="522"/>
                      <a:pt x="1173" y="256"/>
                      <a:pt x="1228" y="8"/>
                    </a:cubicBezTo>
                    <a:lnTo>
                      <a:pt x="242" y="0"/>
                    </a:lnTo>
                    <a:close/>
                  </a:path>
                </a:pathLst>
              </a:custGeom>
              <a:solidFill>
                <a:srgbClr val="F69D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39"/>
              <p:cNvSpPr/>
              <p:nvPr/>
            </p:nvSpPr>
            <p:spPr>
              <a:xfrm>
                <a:off x="1085221" y="2286015"/>
                <a:ext cx="132016" cy="204937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19" extrusionOk="0">
                    <a:moveTo>
                      <a:pt x="479" y="761"/>
                    </a:moveTo>
                    <a:cubicBezTo>
                      <a:pt x="474" y="763"/>
                      <a:pt x="469" y="764"/>
                      <a:pt x="464" y="765"/>
                    </a:cubicBezTo>
                    <a:lnTo>
                      <a:pt x="464" y="765"/>
                    </a:lnTo>
                    <a:cubicBezTo>
                      <a:pt x="469" y="764"/>
                      <a:pt x="474" y="763"/>
                      <a:pt x="479" y="761"/>
                    </a:cubicBezTo>
                    <a:close/>
                    <a:moveTo>
                      <a:pt x="158" y="0"/>
                    </a:moveTo>
                    <a:cubicBezTo>
                      <a:pt x="151" y="115"/>
                      <a:pt x="90" y="258"/>
                      <a:pt x="70" y="373"/>
                    </a:cubicBezTo>
                    <a:cubicBezTo>
                      <a:pt x="41" y="563"/>
                      <a:pt x="25" y="727"/>
                      <a:pt x="0" y="919"/>
                    </a:cubicBezTo>
                    <a:cubicBezTo>
                      <a:pt x="145" y="863"/>
                      <a:pt x="312" y="802"/>
                      <a:pt x="464" y="765"/>
                    </a:cubicBezTo>
                    <a:lnTo>
                      <a:pt x="464" y="765"/>
                    </a:lnTo>
                    <a:cubicBezTo>
                      <a:pt x="454" y="767"/>
                      <a:pt x="445" y="768"/>
                      <a:pt x="436" y="770"/>
                    </a:cubicBezTo>
                    <a:lnTo>
                      <a:pt x="434" y="770"/>
                    </a:lnTo>
                    <a:cubicBezTo>
                      <a:pt x="448" y="516"/>
                      <a:pt x="536" y="250"/>
                      <a:pt x="591" y="2"/>
                    </a:cubicBezTo>
                    <a:lnTo>
                      <a:pt x="158" y="0"/>
                    </a:lnTo>
                    <a:close/>
                  </a:path>
                </a:pathLst>
              </a:custGeom>
              <a:solidFill>
                <a:srgbClr val="E086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39"/>
              <p:cNvSpPr/>
              <p:nvPr/>
            </p:nvSpPr>
            <p:spPr>
              <a:xfrm>
                <a:off x="1639374" y="2977090"/>
                <a:ext cx="437303" cy="289454"/>
              </a:xfrm>
              <a:custGeom>
                <a:avLst/>
                <a:gdLst/>
                <a:ahLst/>
                <a:cxnLst/>
                <a:rect l="l" t="t" r="r" b="b"/>
                <a:pathLst>
                  <a:path w="1961" h="1298" extrusionOk="0">
                    <a:moveTo>
                      <a:pt x="387" y="1"/>
                    </a:moveTo>
                    <a:lnTo>
                      <a:pt x="21" y="1108"/>
                    </a:lnTo>
                    <a:cubicBezTo>
                      <a:pt x="1" y="1257"/>
                      <a:pt x="97" y="1298"/>
                      <a:pt x="97" y="1298"/>
                    </a:cubicBezTo>
                    <a:lnTo>
                      <a:pt x="1826" y="1298"/>
                    </a:lnTo>
                    <a:cubicBezTo>
                      <a:pt x="1961" y="1239"/>
                      <a:pt x="1893" y="1097"/>
                      <a:pt x="1893" y="1097"/>
                    </a:cubicBezTo>
                    <a:lnTo>
                      <a:pt x="1574" y="1"/>
                    </a:lnTo>
                    <a:close/>
                  </a:path>
                </a:pathLst>
              </a:custGeom>
              <a:solidFill>
                <a:srgbClr val="FFF5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Google Shape;2438;p39"/>
              <p:cNvSpPr/>
              <p:nvPr/>
            </p:nvSpPr>
            <p:spPr>
              <a:xfrm>
                <a:off x="1652308" y="3099070"/>
                <a:ext cx="402961" cy="156546"/>
              </a:xfrm>
              <a:custGeom>
                <a:avLst/>
                <a:gdLst/>
                <a:ahLst/>
                <a:cxnLst/>
                <a:rect l="l" t="t" r="r" b="b"/>
                <a:pathLst>
                  <a:path w="1807" h="702" extrusionOk="0">
                    <a:moveTo>
                      <a:pt x="199" y="0"/>
                    </a:moveTo>
                    <a:lnTo>
                      <a:pt x="10" y="573"/>
                    </a:lnTo>
                    <a:cubicBezTo>
                      <a:pt x="0" y="655"/>
                      <a:pt x="33" y="692"/>
                      <a:pt x="49" y="702"/>
                    </a:cubicBezTo>
                    <a:lnTo>
                      <a:pt x="1753" y="702"/>
                    </a:lnTo>
                    <a:cubicBezTo>
                      <a:pt x="1774" y="692"/>
                      <a:pt x="1790" y="675"/>
                      <a:pt x="1794" y="659"/>
                    </a:cubicBezTo>
                    <a:cubicBezTo>
                      <a:pt x="1807" y="624"/>
                      <a:pt x="1794" y="587"/>
                      <a:pt x="1790" y="573"/>
                    </a:cubicBezTo>
                    <a:lnTo>
                      <a:pt x="1788" y="569"/>
                    </a:lnTo>
                    <a:lnTo>
                      <a:pt x="162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39" name="Google Shape;2439;p39"/>
            <p:cNvSpPr/>
            <p:nvPr/>
          </p:nvSpPr>
          <p:spPr>
            <a:xfrm>
              <a:off x="958401" y="1842000"/>
              <a:ext cx="333300" cy="33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dk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</a:t>
              </a:r>
              <a:endParaRPr sz="1200" b="1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440" name="Google Shape;2440;p39"/>
          <p:cNvGrpSpPr/>
          <p:nvPr/>
        </p:nvGrpSpPr>
        <p:grpSpPr>
          <a:xfrm>
            <a:off x="2836850" y="1454171"/>
            <a:ext cx="1509600" cy="1659900"/>
            <a:chOff x="2836850" y="1803575"/>
            <a:chExt cx="1509600" cy="1659900"/>
          </a:xfrm>
        </p:grpSpPr>
        <p:sp>
          <p:nvSpPr>
            <p:cNvPr id="2441" name="Google Shape;2441;p39"/>
            <p:cNvSpPr/>
            <p:nvPr/>
          </p:nvSpPr>
          <p:spPr>
            <a:xfrm>
              <a:off x="2836850" y="1803575"/>
              <a:ext cx="1509600" cy="1659900"/>
            </a:xfrm>
            <a:prstGeom prst="roundRect">
              <a:avLst>
                <a:gd name="adj" fmla="val 1935"/>
              </a:avLst>
            </a:pr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42" name="Google Shape;2442;p39"/>
            <p:cNvGrpSpPr/>
            <p:nvPr/>
          </p:nvGrpSpPr>
          <p:grpSpPr>
            <a:xfrm>
              <a:off x="3145423" y="1957110"/>
              <a:ext cx="886723" cy="1429642"/>
              <a:chOff x="2949257" y="1221416"/>
              <a:chExt cx="1286038" cy="2073448"/>
            </a:xfrm>
          </p:grpSpPr>
          <p:sp>
            <p:nvSpPr>
              <p:cNvPr id="2443" name="Google Shape;2443;p39"/>
              <p:cNvSpPr/>
              <p:nvPr/>
            </p:nvSpPr>
            <p:spPr>
              <a:xfrm>
                <a:off x="3092200" y="2802035"/>
                <a:ext cx="1003946" cy="396717"/>
              </a:xfrm>
              <a:custGeom>
                <a:avLst/>
                <a:gdLst/>
                <a:ahLst/>
                <a:cxnLst/>
                <a:rect l="l" t="t" r="r" b="b"/>
                <a:pathLst>
                  <a:path w="4502" h="1779" extrusionOk="0">
                    <a:moveTo>
                      <a:pt x="3894" y="0"/>
                    </a:moveTo>
                    <a:lnTo>
                      <a:pt x="536" y="80"/>
                    </a:lnTo>
                    <a:cubicBezTo>
                      <a:pt x="536" y="80"/>
                      <a:pt x="76" y="1267"/>
                      <a:pt x="0" y="1778"/>
                    </a:cubicBezTo>
                    <a:lnTo>
                      <a:pt x="4501" y="1778"/>
                    </a:lnTo>
                    <a:cubicBezTo>
                      <a:pt x="4501" y="1778"/>
                      <a:pt x="4317" y="614"/>
                      <a:pt x="38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39"/>
              <p:cNvSpPr/>
              <p:nvPr/>
            </p:nvSpPr>
            <p:spPr>
              <a:xfrm>
                <a:off x="3324342" y="1221416"/>
                <a:ext cx="593849" cy="656066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942" extrusionOk="0">
                    <a:moveTo>
                      <a:pt x="1289" y="1"/>
                    </a:moveTo>
                    <a:cubicBezTo>
                      <a:pt x="1181" y="1"/>
                      <a:pt x="1072" y="16"/>
                      <a:pt x="968" y="40"/>
                    </a:cubicBezTo>
                    <a:cubicBezTo>
                      <a:pt x="741" y="93"/>
                      <a:pt x="574" y="292"/>
                      <a:pt x="500" y="508"/>
                    </a:cubicBezTo>
                    <a:cubicBezTo>
                      <a:pt x="424" y="725"/>
                      <a:pt x="428" y="963"/>
                      <a:pt x="445" y="1192"/>
                    </a:cubicBezTo>
                    <a:cubicBezTo>
                      <a:pt x="457" y="1329"/>
                      <a:pt x="471" y="1480"/>
                      <a:pt x="400" y="1601"/>
                    </a:cubicBezTo>
                    <a:cubicBezTo>
                      <a:pt x="349" y="1689"/>
                      <a:pt x="254" y="1759"/>
                      <a:pt x="246" y="1861"/>
                    </a:cubicBezTo>
                    <a:cubicBezTo>
                      <a:pt x="240" y="1943"/>
                      <a:pt x="295" y="2022"/>
                      <a:pt x="287" y="2104"/>
                    </a:cubicBezTo>
                    <a:cubicBezTo>
                      <a:pt x="275" y="2215"/>
                      <a:pt x="156" y="2276"/>
                      <a:pt x="91" y="2362"/>
                    </a:cubicBezTo>
                    <a:cubicBezTo>
                      <a:pt x="1" y="2477"/>
                      <a:pt x="3" y="2657"/>
                      <a:pt x="99" y="2769"/>
                    </a:cubicBezTo>
                    <a:lnTo>
                      <a:pt x="2433" y="2941"/>
                    </a:lnTo>
                    <a:cubicBezTo>
                      <a:pt x="2513" y="2829"/>
                      <a:pt x="2595" y="2712"/>
                      <a:pt x="2628" y="2579"/>
                    </a:cubicBezTo>
                    <a:cubicBezTo>
                      <a:pt x="2662" y="2450"/>
                      <a:pt x="2642" y="2293"/>
                      <a:pt x="2544" y="2198"/>
                    </a:cubicBezTo>
                    <a:cubicBezTo>
                      <a:pt x="2456" y="2117"/>
                      <a:pt x="2315" y="2086"/>
                      <a:pt x="2261" y="1977"/>
                    </a:cubicBezTo>
                    <a:cubicBezTo>
                      <a:pt x="2198" y="1847"/>
                      <a:pt x="2309" y="1693"/>
                      <a:pt x="2298" y="1546"/>
                    </a:cubicBezTo>
                    <a:cubicBezTo>
                      <a:pt x="2288" y="1427"/>
                      <a:pt x="2198" y="1329"/>
                      <a:pt x="2159" y="1214"/>
                    </a:cubicBezTo>
                    <a:cubicBezTo>
                      <a:pt x="2116" y="1085"/>
                      <a:pt x="2145" y="946"/>
                      <a:pt x="2139" y="809"/>
                    </a:cubicBezTo>
                    <a:cubicBezTo>
                      <a:pt x="2128" y="539"/>
                      <a:pt x="1981" y="275"/>
                      <a:pt x="1756" y="128"/>
                    </a:cubicBezTo>
                    <a:cubicBezTo>
                      <a:pt x="1620" y="36"/>
                      <a:pt x="1456" y="1"/>
                      <a:pt x="1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39"/>
              <p:cNvSpPr/>
              <p:nvPr/>
            </p:nvSpPr>
            <p:spPr>
              <a:xfrm>
                <a:off x="2949257" y="1756392"/>
                <a:ext cx="1274668" cy="1181008"/>
              </a:xfrm>
              <a:custGeom>
                <a:avLst/>
                <a:gdLst/>
                <a:ahLst/>
                <a:cxnLst/>
                <a:rect l="l" t="t" r="r" b="b"/>
                <a:pathLst>
                  <a:path w="5716" h="5296" extrusionOk="0">
                    <a:moveTo>
                      <a:pt x="3006" y="1"/>
                    </a:moveTo>
                    <a:cubicBezTo>
                      <a:pt x="2828" y="1"/>
                      <a:pt x="2712" y="10"/>
                      <a:pt x="2712" y="10"/>
                    </a:cubicBezTo>
                    <a:lnTo>
                      <a:pt x="2427" y="22"/>
                    </a:lnTo>
                    <a:lnTo>
                      <a:pt x="2125" y="20"/>
                    </a:lnTo>
                    <a:cubicBezTo>
                      <a:pt x="2125" y="20"/>
                      <a:pt x="1722" y="45"/>
                      <a:pt x="1404" y="313"/>
                    </a:cubicBezTo>
                    <a:cubicBezTo>
                      <a:pt x="1087" y="583"/>
                      <a:pt x="627" y="1244"/>
                      <a:pt x="416" y="1761"/>
                    </a:cubicBezTo>
                    <a:cubicBezTo>
                      <a:pt x="206" y="2275"/>
                      <a:pt x="1" y="2684"/>
                      <a:pt x="1" y="2684"/>
                    </a:cubicBezTo>
                    <a:cubicBezTo>
                      <a:pt x="1" y="2684"/>
                      <a:pt x="7" y="2854"/>
                      <a:pt x="318" y="2860"/>
                    </a:cubicBezTo>
                    <a:cubicBezTo>
                      <a:pt x="627" y="2868"/>
                      <a:pt x="678" y="3030"/>
                      <a:pt x="895" y="3114"/>
                    </a:cubicBezTo>
                    <a:cubicBezTo>
                      <a:pt x="1112" y="3198"/>
                      <a:pt x="1497" y="3226"/>
                      <a:pt x="1497" y="3226"/>
                    </a:cubicBezTo>
                    <a:lnTo>
                      <a:pt x="1505" y="3769"/>
                    </a:lnTo>
                    <a:lnTo>
                      <a:pt x="975" y="4920"/>
                    </a:lnTo>
                    <a:cubicBezTo>
                      <a:pt x="975" y="4920"/>
                      <a:pt x="1380" y="5296"/>
                      <a:pt x="2159" y="5296"/>
                    </a:cubicBezTo>
                    <a:cubicBezTo>
                      <a:pt x="2246" y="5296"/>
                      <a:pt x="2339" y="5291"/>
                      <a:pt x="2436" y="5280"/>
                    </a:cubicBezTo>
                    <a:cubicBezTo>
                      <a:pt x="3191" y="5198"/>
                      <a:pt x="3673" y="4952"/>
                      <a:pt x="4203" y="4952"/>
                    </a:cubicBezTo>
                    <a:cubicBezTo>
                      <a:pt x="4345" y="4952"/>
                      <a:pt x="4490" y="4969"/>
                      <a:pt x="4645" y="5012"/>
                    </a:cubicBezTo>
                    <a:cubicBezTo>
                      <a:pt x="4645" y="5012"/>
                      <a:pt x="4625" y="4341"/>
                      <a:pt x="4475" y="4016"/>
                    </a:cubicBezTo>
                    <a:cubicBezTo>
                      <a:pt x="4328" y="3693"/>
                      <a:pt x="4349" y="3310"/>
                      <a:pt x="4349" y="3310"/>
                    </a:cubicBezTo>
                    <a:cubicBezTo>
                      <a:pt x="4349" y="3310"/>
                      <a:pt x="4658" y="3151"/>
                      <a:pt x="4962" y="3114"/>
                    </a:cubicBezTo>
                    <a:cubicBezTo>
                      <a:pt x="5265" y="3079"/>
                      <a:pt x="5715" y="2754"/>
                      <a:pt x="5715" y="2754"/>
                    </a:cubicBezTo>
                    <a:cubicBezTo>
                      <a:pt x="5715" y="2754"/>
                      <a:pt x="5026" y="691"/>
                      <a:pt x="4432" y="307"/>
                    </a:cubicBezTo>
                    <a:cubicBezTo>
                      <a:pt x="4030" y="43"/>
                      <a:pt x="3381" y="1"/>
                      <a:pt x="300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39"/>
              <p:cNvSpPr/>
              <p:nvPr/>
            </p:nvSpPr>
            <p:spPr>
              <a:xfrm>
                <a:off x="3407074" y="1331132"/>
                <a:ext cx="401177" cy="574002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2574" extrusionOk="0">
                    <a:moveTo>
                      <a:pt x="1021" y="370"/>
                    </a:moveTo>
                    <a:lnTo>
                      <a:pt x="1021" y="370"/>
                    </a:lnTo>
                    <a:cubicBezTo>
                      <a:pt x="1024" y="375"/>
                      <a:pt x="1028" y="379"/>
                      <a:pt x="1031" y="383"/>
                    </a:cubicBezTo>
                    <a:lnTo>
                      <a:pt x="1031" y="383"/>
                    </a:lnTo>
                    <a:cubicBezTo>
                      <a:pt x="1030" y="377"/>
                      <a:pt x="1026" y="372"/>
                      <a:pt x="1021" y="370"/>
                    </a:cubicBezTo>
                    <a:close/>
                    <a:moveTo>
                      <a:pt x="501" y="0"/>
                    </a:moveTo>
                    <a:cubicBezTo>
                      <a:pt x="477" y="180"/>
                      <a:pt x="387" y="348"/>
                      <a:pt x="254" y="469"/>
                    </a:cubicBezTo>
                    <a:cubicBezTo>
                      <a:pt x="231" y="444"/>
                      <a:pt x="196" y="435"/>
                      <a:pt x="162" y="435"/>
                    </a:cubicBezTo>
                    <a:cubicBezTo>
                      <a:pt x="150" y="435"/>
                      <a:pt x="138" y="436"/>
                      <a:pt x="127" y="438"/>
                    </a:cubicBezTo>
                    <a:cubicBezTo>
                      <a:pt x="82" y="446"/>
                      <a:pt x="41" y="475"/>
                      <a:pt x="25" y="516"/>
                    </a:cubicBezTo>
                    <a:cubicBezTo>
                      <a:pt x="0" y="563"/>
                      <a:pt x="8" y="622"/>
                      <a:pt x="37" y="669"/>
                    </a:cubicBezTo>
                    <a:cubicBezTo>
                      <a:pt x="66" y="714"/>
                      <a:pt x="111" y="747"/>
                      <a:pt x="160" y="765"/>
                    </a:cubicBezTo>
                    <a:cubicBezTo>
                      <a:pt x="209" y="784"/>
                      <a:pt x="262" y="794"/>
                      <a:pt x="315" y="796"/>
                    </a:cubicBezTo>
                    <a:cubicBezTo>
                      <a:pt x="362" y="956"/>
                      <a:pt x="456" y="1103"/>
                      <a:pt x="577" y="1217"/>
                    </a:cubicBezTo>
                    <a:cubicBezTo>
                      <a:pt x="571" y="1377"/>
                      <a:pt x="577" y="1541"/>
                      <a:pt x="571" y="1698"/>
                    </a:cubicBezTo>
                    <a:cubicBezTo>
                      <a:pt x="426" y="1809"/>
                      <a:pt x="254" y="1886"/>
                      <a:pt x="78" y="1921"/>
                    </a:cubicBezTo>
                    <a:cubicBezTo>
                      <a:pt x="295" y="2114"/>
                      <a:pt x="518" y="2296"/>
                      <a:pt x="763" y="2451"/>
                    </a:cubicBezTo>
                    <a:lnTo>
                      <a:pt x="955" y="2574"/>
                    </a:lnTo>
                    <a:cubicBezTo>
                      <a:pt x="1205" y="2341"/>
                      <a:pt x="1461" y="2142"/>
                      <a:pt x="1747" y="1954"/>
                    </a:cubicBezTo>
                    <a:cubicBezTo>
                      <a:pt x="1575" y="1907"/>
                      <a:pt x="1426" y="1819"/>
                      <a:pt x="1295" y="1696"/>
                    </a:cubicBezTo>
                    <a:lnTo>
                      <a:pt x="1295" y="1254"/>
                    </a:lnTo>
                    <a:cubicBezTo>
                      <a:pt x="1461" y="1140"/>
                      <a:pt x="1569" y="949"/>
                      <a:pt x="1594" y="751"/>
                    </a:cubicBezTo>
                    <a:cubicBezTo>
                      <a:pt x="1645" y="731"/>
                      <a:pt x="1694" y="710"/>
                      <a:pt x="1733" y="671"/>
                    </a:cubicBezTo>
                    <a:cubicBezTo>
                      <a:pt x="1774" y="632"/>
                      <a:pt x="1798" y="573"/>
                      <a:pt x="1784" y="522"/>
                    </a:cubicBezTo>
                    <a:cubicBezTo>
                      <a:pt x="1768" y="469"/>
                      <a:pt x="1715" y="434"/>
                      <a:pt x="1661" y="430"/>
                    </a:cubicBezTo>
                    <a:cubicBezTo>
                      <a:pt x="1659" y="430"/>
                      <a:pt x="1657" y="430"/>
                      <a:pt x="1654" y="430"/>
                    </a:cubicBezTo>
                    <a:cubicBezTo>
                      <a:pt x="1602" y="430"/>
                      <a:pt x="1551" y="452"/>
                      <a:pt x="1510" y="487"/>
                    </a:cubicBezTo>
                    <a:cubicBezTo>
                      <a:pt x="1449" y="467"/>
                      <a:pt x="1375" y="442"/>
                      <a:pt x="1324" y="401"/>
                    </a:cubicBezTo>
                    <a:lnTo>
                      <a:pt x="1324" y="401"/>
                    </a:lnTo>
                    <a:cubicBezTo>
                      <a:pt x="1338" y="417"/>
                      <a:pt x="1326" y="448"/>
                      <a:pt x="1307" y="458"/>
                    </a:cubicBezTo>
                    <a:cubicBezTo>
                      <a:pt x="1296" y="464"/>
                      <a:pt x="1285" y="466"/>
                      <a:pt x="1273" y="466"/>
                    </a:cubicBezTo>
                    <a:cubicBezTo>
                      <a:pt x="1263" y="466"/>
                      <a:pt x="1252" y="464"/>
                      <a:pt x="1242" y="463"/>
                    </a:cubicBezTo>
                    <a:cubicBezTo>
                      <a:pt x="1166" y="453"/>
                      <a:pt x="1082" y="440"/>
                      <a:pt x="1031" y="383"/>
                    </a:cubicBezTo>
                    <a:lnTo>
                      <a:pt x="1031" y="383"/>
                    </a:lnTo>
                    <a:cubicBezTo>
                      <a:pt x="1037" y="404"/>
                      <a:pt x="1025" y="440"/>
                      <a:pt x="1007" y="448"/>
                    </a:cubicBezTo>
                    <a:cubicBezTo>
                      <a:pt x="1001" y="450"/>
                      <a:pt x="994" y="451"/>
                      <a:pt x="988" y="451"/>
                    </a:cubicBezTo>
                    <a:cubicBezTo>
                      <a:pt x="969" y="451"/>
                      <a:pt x="949" y="443"/>
                      <a:pt x="931" y="432"/>
                    </a:cubicBezTo>
                    <a:cubicBezTo>
                      <a:pt x="837" y="381"/>
                      <a:pt x="743" y="330"/>
                      <a:pt x="663" y="258"/>
                    </a:cubicBezTo>
                    <a:cubicBezTo>
                      <a:pt x="583" y="190"/>
                      <a:pt x="528" y="107"/>
                      <a:pt x="501" y="0"/>
                    </a:cubicBezTo>
                    <a:close/>
                  </a:path>
                </a:pathLst>
              </a:custGeom>
              <a:solidFill>
                <a:srgbClr val="FCC8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Google Shape;2447;p39"/>
              <p:cNvSpPr/>
              <p:nvPr/>
            </p:nvSpPr>
            <p:spPr>
              <a:xfrm>
                <a:off x="3554254" y="1611665"/>
                <a:ext cx="204268" cy="143166"/>
              </a:xfrm>
              <a:custGeom>
                <a:avLst/>
                <a:gdLst/>
                <a:ahLst/>
                <a:cxnLst/>
                <a:rect l="l" t="t" r="r" b="b"/>
                <a:pathLst>
                  <a:path w="916" h="642" extrusionOk="0">
                    <a:moveTo>
                      <a:pt x="1" y="0"/>
                    </a:moveTo>
                    <a:cubicBezTo>
                      <a:pt x="1" y="0"/>
                      <a:pt x="36" y="551"/>
                      <a:pt x="512" y="620"/>
                    </a:cubicBezTo>
                    <a:cubicBezTo>
                      <a:pt x="613" y="635"/>
                      <a:pt x="702" y="641"/>
                      <a:pt x="779" y="641"/>
                    </a:cubicBezTo>
                    <a:cubicBezTo>
                      <a:pt x="829" y="641"/>
                      <a:pt x="874" y="639"/>
                      <a:pt x="915" y="635"/>
                    </a:cubicBezTo>
                    <a:cubicBezTo>
                      <a:pt x="811" y="588"/>
                      <a:pt x="717" y="520"/>
                      <a:pt x="629" y="440"/>
                    </a:cubicBezTo>
                    <a:lnTo>
                      <a:pt x="629" y="21"/>
                    </a:lnTo>
                    <a:cubicBezTo>
                      <a:pt x="564" y="60"/>
                      <a:pt x="496" y="90"/>
                      <a:pt x="422" y="109"/>
                    </a:cubicBezTo>
                    <a:cubicBezTo>
                      <a:pt x="382" y="120"/>
                      <a:pt x="339" y="125"/>
                      <a:pt x="297" y="125"/>
                    </a:cubicBezTo>
                    <a:cubicBezTo>
                      <a:pt x="185" y="125"/>
                      <a:pt x="74" y="86"/>
                      <a:pt x="1" y="0"/>
                    </a:cubicBezTo>
                    <a:close/>
                  </a:path>
                </a:pathLst>
              </a:custGeom>
              <a:solidFill>
                <a:srgbClr val="EEAB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Google Shape;2448;p39"/>
              <p:cNvSpPr/>
              <p:nvPr/>
            </p:nvSpPr>
            <p:spPr>
              <a:xfrm>
                <a:off x="3429820" y="1450213"/>
                <a:ext cx="37687" cy="26537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19" extrusionOk="0">
                    <a:moveTo>
                      <a:pt x="83" y="66"/>
                    </a:moveTo>
                    <a:lnTo>
                      <a:pt x="83" y="66"/>
                    </a:lnTo>
                    <a:cubicBezTo>
                      <a:pt x="81" y="67"/>
                      <a:pt x="80" y="68"/>
                      <a:pt x="78" y="68"/>
                    </a:cubicBezTo>
                    <a:cubicBezTo>
                      <a:pt x="80" y="67"/>
                      <a:pt x="82" y="66"/>
                      <a:pt x="83" y="66"/>
                    </a:cubicBezTo>
                    <a:close/>
                    <a:moveTo>
                      <a:pt x="79" y="68"/>
                    </a:moveTo>
                    <a:cubicBezTo>
                      <a:pt x="77" y="70"/>
                      <a:pt x="75" y="70"/>
                      <a:pt x="72" y="74"/>
                    </a:cubicBezTo>
                    <a:lnTo>
                      <a:pt x="72" y="74"/>
                    </a:lnTo>
                    <a:cubicBezTo>
                      <a:pt x="74" y="71"/>
                      <a:pt x="77" y="70"/>
                      <a:pt x="79" y="68"/>
                    </a:cubicBezTo>
                    <a:close/>
                    <a:moveTo>
                      <a:pt x="85" y="0"/>
                    </a:moveTo>
                    <a:cubicBezTo>
                      <a:pt x="76" y="0"/>
                      <a:pt x="68" y="2"/>
                      <a:pt x="60" y="4"/>
                    </a:cubicBezTo>
                    <a:cubicBezTo>
                      <a:pt x="39" y="12"/>
                      <a:pt x="27" y="23"/>
                      <a:pt x="15" y="39"/>
                    </a:cubicBezTo>
                    <a:cubicBezTo>
                      <a:pt x="9" y="47"/>
                      <a:pt x="6" y="55"/>
                      <a:pt x="4" y="61"/>
                    </a:cubicBezTo>
                    <a:cubicBezTo>
                      <a:pt x="0" y="72"/>
                      <a:pt x="0" y="82"/>
                      <a:pt x="4" y="96"/>
                    </a:cubicBezTo>
                    <a:cubicBezTo>
                      <a:pt x="6" y="109"/>
                      <a:pt x="19" y="119"/>
                      <a:pt x="31" y="119"/>
                    </a:cubicBezTo>
                    <a:cubicBezTo>
                      <a:pt x="47" y="119"/>
                      <a:pt x="58" y="109"/>
                      <a:pt x="60" y="96"/>
                    </a:cubicBezTo>
                    <a:lnTo>
                      <a:pt x="60" y="95"/>
                    </a:lnTo>
                    <a:lnTo>
                      <a:pt x="60" y="95"/>
                    </a:lnTo>
                    <a:cubicBezTo>
                      <a:pt x="62" y="89"/>
                      <a:pt x="66" y="84"/>
                      <a:pt x="68" y="78"/>
                    </a:cubicBezTo>
                    <a:lnTo>
                      <a:pt x="68" y="78"/>
                    </a:lnTo>
                    <a:cubicBezTo>
                      <a:pt x="68" y="80"/>
                      <a:pt x="66" y="82"/>
                      <a:pt x="66" y="86"/>
                    </a:cubicBezTo>
                    <a:cubicBezTo>
                      <a:pt x="67" y="83"/>
                      <a:pt x="68" y="81"/>
                      <a:pt x="68" y="79"/>
                    </a:cubicBezTo>
                    <a:lnTo>
                      <a:pt x="68" y="79"/>
                    </a:lnTo>
                    <a:cubicBezTo>
                      <a:pt x="68" y="79"/>
                      <a:pt x="68" y="80"/>
                      <a:pt x="68" y="80"/>
                    </a:cubicBezTo>
                    <a:cubicBezTo>
                      <a:pt x="68" y="79"/>
                      <a:pt x="68" y="79"/>
                      <a:pt x="69" y="78"/>
                    </a:cubicBezTo>
                    <a:lnTo>
                      <a:pt x="69" y="78"/>
                    </a:lnTo>
                    <a:cubicBezTo>
                      <a:pt x="69" y="79"/>
                      <a:pt x="69" y="79"/>
                      <a:pt x="68" y="79"/>
                    </a:cubicBezTo>
                    <a:lnTo>
                      <a:pt x="68" y="79"/>
                    </a:lnTo>
                    <a:cubicBezTo>
                      <a:pt x="69" y="79"/>
                      <a:pt x="69" y="78"/>
                      <a:pt x="69" y="78"/>
                    </a:cubicBezTo>
                    <a:lnTo>
                      <a:pt x="69" y="78"/>
                    </a:lnTo>
                    <a:cubicBezTo>
                      <a:pt x="69" y="78"/>
                      <a:pt x="69" y="78"/>
                      <a:pt x="69" y="78"/>
                    </a:cubicBezTo>
                    <a:lnTo>
                      <a:pt x="69" y="78"/>
                    </a:lnTo>
                    <a:cubicBezTo>
                      <a:pt x="70" y="76"/>
                      <a:pt x="71" y="75"/>
                      <a:pt x="72" y="74"/>
                    </a:cubicBezTo>
                    <a:lnTo>
                      <a:pt x="72" y="74"/>
                    </a:lnTo>
                    <a:cubicBezTo>
                      <a:pt x="71" y="75"/>
                      <a:pt x="70" y="76"/>
                      <a:pt x="69" y="78"/>
                    </a:cubicBezTo>
                    <a:lnTo>
                      <a:pt x="69" y="78"/>
                    </a:lnTo>
                    <a:cubicBezTo>
                      <a:pt x="72" y="75"/>
                      <a:pt x="76" y="73"/>
                      <a:pt x="80" y="68"/>
                    </a:cubicBezTo>
                    <a:lnTo>
                      <a:pt x="80" y="68"/>
                    </a:lnTo>
                    <a:cubicBezTo>
                      <a:pt x="82" y="67"/>
                      <a:pt x="84" y="66"/>
                      <a:pt x="86" y="66"/>
                    </a:cubicBezTo>
                    <a:lnTo>
                      <a:pt x="86" y="66"/>
                    </a:lnTo>
                    <a:cubicBezTo>
                      <a:pt x="87" y="66"/>
                      <a:pt x="88" y="66"/>
                      <a:pt x="89" y="66"/>
                    </a:cubicBezTo>
                    <a:lnTo>
                      <a:pt x="89" y="66"/>
                    </a:lnTo>
                    <a:cubicBezTo>
                      <a:pt x="93" y="66"/>
                      <a:pt x="99" y="68"/>
                      <a:pt x="103" y="70"/>
                    </a:cubicBezTo>
                    <a:cubicBezTo>
                      <a:pt x="101" y="70"/>
                      <a:pt x="99" y="68"/>
                      <a:pt x="94" y="68"/>
                    </a:cubicBezTo>
                    <a:cubicBezTo>
                      <a:pt x="97" y="69"/>
                      <a:pt x="99" y="70"/>
                      <a:pt x="101" y="71"/>
                    </a:cubicBezTo>
                    <a:lnTo>
                      <a:pt x="101" y="71"/>
                    </a:lnTo>
                    <a:cubicBezTo>
                      <a:pt x="103" y="74"/>
                      <a:pt x="105" y="74"/>
                      <a:pt x="105" y="76"/>
                    </a:cubicBezTo>
                    <a:cubicBezTo>
                      <a:pt x="112" y="82"/>
                      <a:pt x="121" y="85"/>
                      <a:pt x="129" y="85"/>
                    </a:cubicBezTo>
                    <a:cubicBezTo>
                      <a:pt x="137" y="85"/>
                      <a:pt x="146" y="82"/>
                      <a:pt x="152" y="76"/>
                    </a:cubicBezTo>
                    <a:cubicBezTo>
                      <a:pt x="168" y="64"/>
                      <a:pt x="168" y="43"/>
                      <a:pt x="154" y="29"/>
                    </a:cubicBezTo>
                    <a:cubicBezTo>
                      <a:pt x="137" y="11"/>
                      <a:pt x="110" y="0"/>
                      <a:pt x="85" y="0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Google Shape;2449;p39"/>
              <p:cNvSpPr/>
              <p:nvPr/>
            </p:nvSpPr>
            <p:spPr>
              <a:xfrm>
                <a:off x="3753169" y="1445976"/>
                <a:ext cx="35011" cy="156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70" extrusionOk="0">
                    <a:moveTo>
                      <a:pt x="53" y="58"/>
                    </a:moveTo>
                    <a:cubicBezTo>
                      <a:pt x="52" y="58"/>
                      <a:pt x="52" y="58"/>
                      <a:pt x="52" y="58"/>
                    </a:cubicBezTo>
                    <a:cubicBezTo>
                      <a:pt x="52" y="58"/>
                      <a:pt x="53" y="58"/>
                      <a:pt x="53" y="58"/>
                    </a:cubicBezTo>
                    <a:close/>
                    <a:moveTo>
                      <a:pt x="80" y="1"/>
                    </a:moveTo>
                    <a:cubicBezTo>
                      <a:pt x="57" y="1"/>
                      <a:pt x="34" y="7"/>
                      <a:pt x="15" y="21"/>
                    </a:cubicBezTo>
                    <a:cubicBezTo>
                      <a:pt x="11" y="25"/>
                      <a:pt x="5" y="27"/>
                      <a:pt x="3" y="35"/>
                    </a:cubicBezTo>
                    <a:cubicBezTo>
                      <a:pt x="1" y="42"/>
                      <a:pt x="3" y="52"/>
                      <a:pt x="5" y="56"/>
                    </a:cubicBezTo>
                    <a:cubicBezTo>
                      <a:pt x="9" y="64"/>
                      <a:pt x="18" y="70"/>
                      <a:pt x="27" y="70"/>
                    </a:cubicBezTo>
                    <a:cubicBezTo>
                      <a:pt x="32" y="70"/>
                      <a:pt x="36" y="69"/>
                      <a:pt x="40" y="66"/>
                    </a:cubicBezTo>
                    <a:cubicBezTo>
                      <a:pt x="42" y="64"/>
                      <a:pt x="44" y="64"/>
                      <a:pt x="48" y="62"/>
                    </a:cubicBezTo>
                    <a:cubicBezTo>
                      <a:pt x="50" y="62"/>
                      <a:pt x="50" y="62"/>
                      <a:pt x="51" y="59"/>
                    </a:cubicBezTo>
                    <a:lnTo>
                      <a:pt x="51" y="59"/>
                    </a:ln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59"/>
                      <a:pt x="51" y="59"/>
                      <a:pt x="52" y="58"/>
                    </a:cubicBezTo>
                    <a:lnTo>
                      <a:pt x="52" y="58"/>
                    </a:lnTo>
                    <a:cubicBezTo>
                      <a:pt x="52" y="58"/>
                      <a:pt x="52" y="59"/>
                      <a:pt x="51" y="59"/>
                    </a:cubicBezTo>
                    <a:lnTo>
                      <a:pt x="51" y="59"/>
                    </a:lnTo>
                    <a:cubicBezTo>
                      <a:pt x="52" y="59"/>
                      <a:pt x="54" y="58"/>
                      <a:pt x="53" y="58"/>
                    </a:cubicBezTo>
                    <a:lnTo>
                      <a:pt x="53" y="58"/>
                    </a:lnTo>
                    <a:cubicBezTo>
                      <a:pt x="53" y="58"/>
                      <a:pt x="53" y="58"/>
                      <a:pt x="53" y="58"/>
                    </a:cubicBezTo>
                    <a:lnTo>
                      <a:pt x="53" y="58"/>
                    </a:lnTo>
                    <a:cubicBezTo>
                      <a:pt x="57" y="56"/>
                      <a:pt x="63" y="56"/>
                      <a:pt x="70" y="54"/>
                    </a:cubicBezTo>
                    <a:lnTo>
                      <a:pt x="81" y="54"/>
                    </a:lnTo>
                    <a:cubicBezTo>
                      <a:pt x="85" y="54"/>
                      <a:pt x="93" y="56"/>
                      <a:pt x="97" y="58"/>
                    </a:cubicBezTo>
                    <a:cubicBezTo>
                      <a:pt x="99" y="58"/>
                      <a:pt x="100" y="59"/>
                      <a:pt x="100" y="59"/>
                    </a:cubicBezTo>
                    <a:lnTo>
                      <a:pt x="100" y="59"/>
                    </a:lnTo>
                    <a:cubicBezTo>
                      <a:pt x="99" y="58"/>
                      <a:pt x="97" y="58"/>
                      <a:pt x="97" y="58"/>
                    </a:cubicBezTo>
                    <a:lnTo>
                      <a:pt x="97" y="58"/>
                    </a:lnTo>
                    <a:cubicBezTo>
                      <a:pt x="99" y="59"/>
                      <a:pt x="100" y="60"/>
                      <a:pt x="101" y="60"/>
                    </a:cubicBezTo>
                    <a:cubicBezTo>
                      <a:pt x="101" y="60"/>
                      <a:pt x="101" y="59"/>
                      <a:pt x="100" y="59"/>
                    </a:cubicBezTo>
                    <a:lnTo>
                      <a:pt x="100" y="59"/>
                    </a:lnTo>
                    <a:cubicBezTo>
                      <a:pt x="101" y="60"/>
                      <a:pt x="102" y="61"/>
                      <a:pt x="103" y="62"/>
                    </a:cubicBezTo>
                    <a:cubicBezTo>
                      <a:pt x="105" y="64"/>
                      <a:pt x="107" y="64"/>
                      <a:pt x="111" y="66"/>
                    </a:cubicBezTo>
                    <a:cubicBezTo>
                      <a:pt x="115" y="69"/>
                      <a:pt x="120" y="70"/>
                      <a:pt x="124" y="70"/>
                    </a:cubicBezTo>
                    <a:cubicBezTo>
                      <a:pt x="134" y="70"/>
                      <a:pt x="144" y="64"/>
                      <a:pt x="148" y="56"/>
                    </a:cubicBezTo>
                    <a:cubicBezTo>
                      <a:pt x="156" y="44"/>
                      <a:pt x="152" y="27"/>
                      <a:pt x="138" y="17"/>
                    </a:cubicBezTo>
                    <a:cubicBezTo>
                      <a:pt x="121" y="6"/>
                      <a:pt x="101" y="1"/>
                      <a:pt x="80" y="1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39"/>
              <p:cNvSpPr/>
              <p:nvPr/>
            </p:nvSpPr>
            <p:spPr>
              <a:xfrm>
                <a:off x="3588596" y="1451551"/>
                <a:ext cx="35234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158" h="321" extrusionOk="0">
                    <a:moveTo>
                      <a:pt x="61" y="1"/>
                    </a:moveTo>
                    <a:cubicBezTo>
                      <a:pt x="51" y="1"/>
                      <a:pt x="40" y="8"/>
                      <a:pt x="41" y="21"/>
                    </a:cubicBezTo>
                    <a:cubicBezTo>
                      <a:pt x="45" y="51"/>
                      <a:pt x="45" y="84"/>
                      <a:pt x="41" y="115"/>
                    </a:cubicBezTo>
                    <a:cubicBezTo>
                      <a:pt x="35" y="146"/>
                      <a:pt x="25" y="176"/>
                      <a:pt x="13" y="207"/>
                    </a:cubicBezTo>
                    <a:cubicBezTo>
                      <a:pt x="0" y="238"/>
                      <a:pt x="4" y="268"/>
                      <a:pt x="29" y="293"/>
                    </a:cubicBezTo>
                    <a:cubicBezTo>
                      <a:pt x="49" y="313"/>
                      <a:pt x="74" y="321"/>
                      <a:pt x="102" y="321"/>
                    </a:cubicBezTo>
                    <a:cubicBezTo>
                      <a:pt x="108" y="321"/>
                      <a:pt x="115" y="320"/>
                      <a:pt x="121" y="319"/>
                    </a:cubicBezTo>
                    <a:cubicBezTo>
                      <a:pt x="158" y="317"/>
                      <a:pt x="158" y="258"/>
                      <a:pt x="121" y="258"/>
                    </a:cubicBezTo>
                    <a:cubicBezTo>
                      <a:pt x="115" y="258"/>
                      <a:pt x="107" y="259"/>
                      <a:pt x="99" y="259"/>
                    </a:cubicBezTo>
                    <a:cubicBezTo>
                      <a:pt x="85" y="259"/>
                      <a:pt x="70" y="257"/>
                      <a:pt x="62" y="248"/>
                    </a:cubicBezTo>
                    <a:cubicBezTo>
                      <a:pt x="56" y="242"/>
                      <a:pt x="60" y="231"/>
                      <a:pt x="62" y="223"/>
                    </a:cubicBezTo>
                    <a:cubicBezTo>
                      <a:pt x="66" y="211"/>
                      <a:pt x="72" y="197"/>
                      <a:pt x="74" y="182"/>
                    </a:cubicBezTo>
                    <a:cubicBezTo>
                      <a:pt x="90" y="129"/>
                      <a:pt x="90" y="70"/>
                      <a:pt x="76" y="17"/>
                    </a:cubicBezTo>
                    <a:cubicBezTo>
                      <a:pt x="76" y="6"/>
                      <a:pt x="69" y="1"/>
                      <a:pt x="61" y="1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39"/>
              <p:cNvSpPr/>
              <p:nvPr/>
            </p:nvSpPr>
            <p:spPr>
              <a:xfrm>
                <a:off x="3584359" y="1538075"/>
                <a:ext cx="77381" cy="2140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96" extrusionOk="0">
                    <a:moveTo>
                      <a:pt x="317" y="1"/>
                    </a:moveTo>
                    <a:cubicBezTo>
                      <a:pt x="303" y="1"/>
                      <a:pt x="293" y="6"/>
                      <a:pt x="279" y="11"/>
                    </a:cubicBezTo>
                    <a:cubicBezTo>
                      <a:pt x="269" y="15"/>
                      <a:pt x="257" y="21"/>
                      <a:pt x="246" y="26"/>
                    </a:cubicBezTo>
                    <a:cubicBezTo>
                      <a:pt x="224" y="34"/>
                      <a:pt x="201" y="42"/>
                      <a:pt x="175" y="44"/>
                    </a:cubicBezTo>
                    <a:cubicBezTo>
                      <a:pt x="156" y="47"/>
                      <a:pt x="137" y="49"/>
                      <a:pt x="118" y="49"/>
                    </a:cubicBezTo>
                    <a:cubicBezTo>
                      <a:pt x="87" y="49"/>
                      <a:pt x="56" y="45"/>
                      <a:pt x="28" y="36"/>
                    </a:cubicBezTo>
                    <a:cubicBezTo>
                      <a:pt x="26" y="36"/>
                      <a:pt x="25" y="35"/>
                      <a:pt x="24" y="35"/>
                    </a:cubicBezTo>
                    <a:cubicBezTo>
                      <a:pt x="6" y="35"/>
                      <a:pt x="0" y="63"/>
                      <a:pt x="19" y="71"/>
                    </a:cubicBezTo>
                    <a:cubicBezTo>
                      <a:pt x="59" y="87"/>
                      <a:pt x="102" y="95"/>
                      <a:pt x="146" y="95"/>
                    </a:cubicBezTo>
                    <a:cubicBezTo>
                      <a:pt x="158" y="95"/>
                      <a:pt x="171" y="94"/>
                      <a:pt x="183" y="93"/>
                    </a:cubicBezTo>
                    <a:cubicBezTo>
                      <a:pt x="212" y="91"/>
                      <a:pt x="236" y="85"/>
                      <a:pt x="265" y="77"/>
                    </a:cubicBezTo>
                    <a:cubicBezTo>
                      <a:pt x="277" y="73"/>
                      <a:pt x="293" y="68"/>
                      <a:pt x="306" y="62"/>
                    </a:cubicBezTo>
                    <a:cubicBezTo>
                      <a:pt x="324" y="54"/>
                      <a:pt x="334" y="50"/>
                      <a:pt x="341" y="32"/>
                    </a:cubicBezTo>
                    <a:cubicBezTo>
                      <a:pt x="347" y="19"/>
                      <a:pt x="336" y="3"/>
                      <a:pt x="324" y="1"/>
                    </a:cubicBezTo>
                    <a:cubicBezTo>
                      <a:pt x="322" y="1"/>
                      <a:pt x="319" y="1"/>
                      <a:pt x="317" y="1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Google Shape;2452;p39"/>
              <p:cNvSpPr/>
              <p:nvPr/>
            </p:nvSpPr>
            <p:spPr>
              <a:xfrm>
                <a:off x="3610004" y="1565058"/>
                <a:ext cx="34342" cy="1449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65" extrusionOk="0">
                    <a:moveTo>
                      <a:pt x="127" y="1"/>
                    </a:moveTo>
                    <a:cubicBezTo>
                      <a:pt x="111" y="1"/>
                      <a:pt x="93" y="1"/>
                      <a:pt x="78" y="3"/>
                    </a:cubicBezTo>
                    <a:cubicBezTo>
                      <a:pt x="62" y="5"/>
                      <a:pt x="45" y="5"/>
                      <a:pt x="29" y="7"/>
                    </a:cubicBezTo>
                    <a:cubicBezTo>
                      <a:pt x="21" y="7"/>
                      <a:pt x="15" y="11"/>
                      <a:pt x="9" y="15"/>
                    </a:cubicBezTo>
                    <a:cubicBezTo>
                      <a:pt x="5" y="21"/>
                      <a:pt x="0" y="27"/>
                      <a:pt x="0" y="35"/>
                    </a:cubicBezTo>
                    <a:cubicBezTo>
                      <a:pt x="0" y="52"/>
                      <a:pt x="15" y="64"/>
                      <a:pt x="29" y="64"/>
                    </a:cubicBezTo>
                    <a:cubicBezTo>
                      <a:pt x="45" y="64"/>
                      <a:pt x="62" y="64"/>
                      <a:pt x="78" y="62"/>
                    </a:cubicBezTo>
                    <a:cubicBezTo>
                      <a:pt x="93" y="62"/>
                      <a:pt x="111" y="58"/>
                      <a:pt x="127" y="56"/>
                    </a:cubicBezTo>
                    <a:cubicBezTo>
                      <a:pt x="133" y="56"/>
                      <a:pt x="142" y="54"/>
                      <a:pt x="148" y="50"/>
                    </a:cubicBezTo>
                    <a:cubicBezTo>
                      <a:pt x="152" y="44"/>
                      <a:pt x="154" y="35"/>
                      <a:pt x="154" y="27"/>
                    </a:cubicBezTo>
                    <a:cubicBezTo>
                      <a:pt x="154" y="13"/>
                      <a:pt x="142" y="1"/>
                      <a:pt x="127" y="1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Google Shape;2453;p39"/>
              <p:cNvSpPr/>
              <p:nvPr/>
            </p:nvSpPr>
            <p:spPr>
              <a:xfrm>
                <a:off x="3508316" y="1409405"/>
                <a:ext cx="57088" cy="21854"/>
              </a:xfrm>
              <a:custGeom>
                <a:avLst/>
                <a:gdLst/>
                <a:ahLst/>
                <a:cxnLst/>
                <a:rect l="l" t="t" r="r" b="b"/>
                <a:pathLst>
                  <a:path w="256" h="98" extrusionOk="0">
                    <a:moveTo>
                      <a:pt x="152" y="1"/>
                    </a:moveTo>
                    <a:cubicBezTo>
                      <a:pt x="143" y="1"/>
                      <a:pt x="134" y="2"/>
                      <a:pt x="125" y="3"/>
                    </a:cubicBezTo>
                    <a:cubicBezTo>
                      <a:pt x="86" y="7"/>
                      <a:pt x="51" y="26"/>
                      <a:pt x="17" y="48"/>
                    </a:cubicBezTo>
                    <a:cubicBezTo>
                      <a:pt x="4" y="56"/>
                      <a:pt x="0" y="73"/>
                      <a:pt x="6" y="85"/>
                    </a:cubicBezTo>
                    <a:cubicBezTo>
                      <a:pt x="12" y="93"/>
                      <a:pt x="22" y="97"/>
                      <a:pt x="31" y="97"/>
                    </a:cubicBezTo>
                    <a:cubicBezTo>
                      <a:pt x="35" y="97"/>
                      <a:pt x="39" y="96"/>
                      <a:pt x="43" y="95"/>
                    </a:cubicBezTo>
                    <a:cubicBezTo>
                      <a:pt x="84" y="78"/>
                      <a:pt x="129" y="53"/>
                      <a:pt x="175" y="53"/>
                    </a:cubicBezTo>
                    <a:cubicBezTo>
                      <a:pt x="189" y="53"/>
                      <a:pt x="203" y="55"/>
                      <a:pt x="217" y="60"/>
                    </a:cubicBezTo>
                    <a:cubicBezTo>
                      <a:pt x="220" y="61"/>
                      <a:pt x="222" y="62"/>
                      <a:pt x="224" y="62"/>
                    </a:cubicBezTo>
                    <a:cubicBezTo>
                      <a:pt x="245" y="62"/>
                      <a:pt x="256" y="32"/>
                      <a:pt x="236" y="21"/>
                    </a:cubicBezTo>
                    <a:cubicBezTo>
                      <a:pt x="209" y="8"/>
                      <a:pt x="180" y="1"/>
                      <a:pt x="152" y="1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39"/>
              <p:cNvSpPr/>
              <p:nvPr/>
            </p:nvSpPr>
            <p:spPr>
              <a:xfrm>
                <a:off x="3538867" y="1440178"/>
                <a:ext cx="24307" cy="4036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81" extrusionOk="0">
                    <a:moveTo>
                      <a:pt x="54" y="0"/>
                    </a:moveTo>
                    <a:cubicBezTo>
                      <a:pt x="23" y="0"/>
                      <a:pt x="0" y="41"/>
                      <a:pt x="0" y="90"/>
                    </a:cubicBezTo>
                    <a:cubicBezTo>
                      <a:pt x="0" y="139"/>
                      <a:pt x="27" y="180"/>
                      <a:pt x="54" y="180"/>
                    </a:cubicBezTo>
                    <a:cubicBezTo>
                      <a:pt x="84" y="180"/>
                      <a:pt x="109" y="139"/>
                      <a:pt x="109" y="90"/>
                    </a:cubicBezTo>
                    <a:cubicBezTo>
                      <a:pt x="109" y="41"/>
                      <a:pt x="84" y="0"/>
                      <a:pt x="54" y="0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39"/>
              <p:cNvSpPr/>
              <p:nvPr/>
            </p:nvSpPr>
            <p:spPr>
              <a:xfrm>
                <a:off x="3661071" y="1440178"/>
                <a:ext cx="23861" cy="40363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81" extrusionOk="0">
                    <a:moveTo>
                      <a:pt x="54" y="0"/>
                    </a:moveTo>
                    <a:cubicBezTo>
                      <a:pt x="23" y="0"/>
                      <a:pt x="1" y="41"/>
                      <a:pt x="1" y="90"/>
                    </a:cubicBezTo>
                    <a:cubicBezTo>
                      <a:pt x="1" y="139"/>
                      <a:pt x="23" y="180"/>
                      <a:pt x="54" y="180"/>
                    </a:cubicBezTo>
                    <a:cubicBezTo>
                      <a:pt x="85" y="180"/>
                      <a:pt x="107" y="139"/>
                      <a:pt x="107" y="90"/>
                    </a:cubicBezTo>
                    <a:cubicBezTo>
                      <a:pt x="107" y="41"/>
                      <a:pt x="85" y="0"/>
                      <a:pt x="54" y="0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Google Shape;2456;p39"/>
              <p:cNvSpPr/>
              <p:nvPr/>
            </p:nvSpPr>
            <p:spPr>
              <a:xfrm>
                <a:off x="2953048" y="2390379"/>
                <a:ext cx="391142" cy="801462"/>
              </a:xfrm>
              <a:custGeom>
                <a:avLst/>
                <a:gdLst/>
                <a:ahLst/>
                <a:cxnLst/>
                <a:rect l="l" t="t" r="r" b="b"/>
                <a:pathLst>
                  <a:path w="1754" h="3594" extrusionOk="0">
                    <a:moveTo>
                      <a:pt x="158" y="1"/>
                    </a:moveTo>
                    <a:cubicBezTo>
                      <a:pt x="103" y="228"/>
                      <a:pt x="0" y="703"/>
                      <a:pt x="21" y="911"/>
                    </a:cubicBezTo>
                    <a:cubicBezTo>
                      <a:pt x="49" y="1192"/>
                      <a:pt x="438" y="1965"/>
                      <a:pt x="438" y="1965"/>
                    </a:cubicBezTo>
                    <a:lnTo>
                      <a:pt x="1275" y="3593"/>
                    </a:lnTo>
                    <a:lnTo>
                      <a:pt x="1754" y="3593"/>
                    </a:lnTo>
                    <a:cubicBezTo>
                      <a:pt x="1754" y="3591"/>
                      <a:pt x="1295" y="1541"/>
                      <a:pt x="999" y="1091"/>
                    </a:cubicBezTo>
                    <a:lnTo>
                      <a:pt x="1173" y="328"/>
                    </a:lnTo>
                    <a:cubicBezTo>
                      <a:pt x="1060" y="324"/>
                      <a:pt x="948" y="293"/>
                      <a:pt x="849" y="238"/>
                    </a:cubicBezTo>
                    <a:cubicBezTo>
                      <a:pt x="737" y="171"/>
                      <a:pt x="641" y="68"/>
                      <a:pt x="512" y="38"/>
                    </a:cubicBezTo>
                    <a:cubicBezTo>
                      <a:pt x="440" y="21"/>
                      <a:pt x="369" y="17"/>
                      <a:pt x="293" y="17"/>
                    </a:cubicBezTo>
                    <a:cubicBezTo>
                      <a:pt x="246" y="17"/>
                      <a:pt x="199" y="15"/>
                      <a:pt x="158" y="1"/>
                    </a:cubicBezTo>
                    <a:close/>
                  </a:path>
                </a:pathLst>
              </a:custGeom>
              <a:solidFill>
                <a:srgbClr val="FCC8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Google Shape;2457;p39"/>
              <p:cNvSpPr/>
              <p:nvPr/>
            </p:nvSpPr>
            <p:spPr>
              <a:xfrm>
                <a:off x="3844599" y="2386365"/>
                <a:ext cx="390696" cy="804584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3608" extrusionOk="0">
                    <a:moveTo>
                      <a:pt x="1594" y="0"/>
                    </a:moveTo>
                    <a:cubicBezTo>
                      <a:pt x="1551" y="15"/>
                      <a:pt x="1504" y="33"/>
                      <a:pt x="1459" y="33"/>
                    </a:cubicBezTo>
                    <a:cubicBezTo>
                      <a:pt x="1381" y="33"/>
                      <a:pt x="1309" y="35"/>
                      <a:pt x="1238" y="54"/>
                    </a:cubicBezTo>
                    <a:cubicBezTo>
                      <a:pt x="1111" y="84"/>
                      <a:pt x="1013" y="187"/>
                      <a:pt x="900" y="254"/>
                    </a:cubicBezTo>
                    <a:cubicBezTo>
                      <a:pt x="804" y="311"/>
                      <a:pt x="685" y="340"/>
                      <a:pt x="585" y="377"/>
                    </a:cubicBezTo>
                    <a:lnTo>
                      <a:pt x="753" y="1109"/>
                    </a:lnTo>
                    <a:cubicBezTo>
                      <a:pt x="459" y="1559"/>
                      <a:pt x="1" y="3605"/>
                      <a:pt x="0" y="3607"/>
                    </a:cubicBezTo>
                    <a:lnTo>
                      <a:pt x="479" y="3607"/>
                    </a:lnTo>
                    <a:lnTo>
                      <a:pt x="1316" y="1979"/>
                    </a:lnTo>
                    <a:cubicBezTo>
                      <a:pt x="1316" y="1979"/>
                      <a:pt x="1704" y="1207"/>
                      <a:pt x="1731" y="925"/>
                    </a:cubicBezTo>
                    <a:cubicBezTo>
                      <a:pt x="1751" y="716"/>
                      <a:pt x="1647" y="227"/>
                      <a:pt x="1594" y="0"/>
                    </a:cubicBezTo>
                    <a:close/>
                    <a:moveTo>
                      <a:pt x="0" y="3607"/>
                    </a:moveTo>
                    <a:cubicBezTo>
                      <a:pt x="0" y="3607"/>
                      <a:pt x="0" y="3607"/>
                      <a:pt x="0" y="3607"/>
                    </a:cubicBezTo>
                    <a:cubicBezTo>
                      <a:pt x="0" y="3607"/>
                      <a:pt x="0" y="3607"/>
                      <a:pt x="0" y="3607"/>
                    </a:cubicBezTo>
                    <a:close/>
                  </a:path>
                </a:pathLst>
              </a:custGeom>
              <a:solidFill>
                <a:srgbClr val="FCC8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Google Shape;2458;p39"/>
              <p:cNvSpPr/>
              <p:nvPr/>
            </p:nvSpPr>
            <p:spPr>
              <a:xfrm>
                <a:off x="3346642" y="2176522"/>
                <a:ext cx="262248" cy="32602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1462" extrusionOk="0">
                    <a:moveTo>
                      <a:pt x="1" y="0"/>
                    </a:moveTo>
                    <a:lnTo>
                      <a:pt x="1" y="1256"/>
                    </a:lnTo>
                    <a:lnTo>
                      <a:pt x="357" y="1461"/>
                    </a:lnTo>
                    <a:lnTo>
                      <a:pt x="844" y="1461"/>
                    </a:lnTo>
                    <a:lnTo>
                      <a:pt x="1175" y="1256"/>
                    </a:lnTo>
                    <a:lnTo>
                      <a:pt x="1175" y="0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Google Shape;2459;p39"/>
              <p:cNvSpPr/>
              <p:nvPr/>
            </p:nvSpPr>
            <p:spPr>
              <a:xfrm>
                <a:off x="3357792" y="2336190"/>
                <a:ext cx="239725" cy="155208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696" extrusionOk="0">
                    <a:moveTo>
                      <a:pt x="0" y="0"/>
                    </a:moveTo>
                    <a:lnTo>
                      <a:pt x="0" y="512"/>
                    </a:lnTo>
                    <a:lnTo>
                      <a:pt x="319" y="696"/>
                    </a:lnTo>
                    <a:lnTo>
                      <a:pt x="780" y="696"/>
                    </a:lnTo>
                    <a:lnTo>
                      <a:pt x="1074" y="512"/>
                    </a:lnTo>
                    <a:lnTo>
                      <a:pt x="10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Google Shape;2460;p39"/>
              <p:cNvSpPr/>
              <p:nvPr/>
            </p:nvSpPr>
            <p:spPr>
              <a:xfrm>
                <a:off x="3434726" y="2176522"/>
                <a:ext cx="70468" cy="43931"/>
              </a:xfrm>
              <a:custGeom>
                <a:avLst/>
                <a:gdLst/>
                <a:ahLst/>
                <a:cxnLst/>
                <a:rect l="l" t="t" r="r" b="b"/>
                <a:pathLst>
                  <a:path w="316" h="197" extrusionOk="0">
                    <a:moveTo>
                      <a:pt x="1" y="0"/>
                    </a:moveTo>
                    <a:lnTo>
                      <a:pt x="1" y="197"/>
                    </a:lnTo>
                    <a:lnTo>
                      <a:pt x="316" y="197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85C7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Google Shape;2461;p39"/>
              <p:cNvSpPr/>
              <p:nvPr/>
            </p:nvSpPr>
            <p:spPr>
              <a:xfrm>
                <a:off x="3420231" y="2496303"/>
                <a:ext cx="117967" cy="48614"/>
              </a:xfrm>
              <a:custGeom>
                <a:avLst/>
                <a:gdLst/>
                <a:ahLst/>
                <a:cxnLst/>
                <a:rect l="l" t="t" r="r" b="b"/>
                <a:pathLst>
                  <a:path w="529" h="218" extrusionOk="0">
                    <a:moveTo>
                      <a:pt x="0" y="0"/>
                    </a:moveTo>
                    <a:lnTo>
                      <a:pt x="0" y="217"/>
                    </a:lnTo>
                    <a:lnTo>
                      <a:pt x="528" y="217"/>
                    </a:lnTo>
                    <a:lnTo>
                      <a:pt x="528" y="0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Google Shape;2462;p39"/>
              <p:cNvSpPr/>
              <p:nvPr/>
            </p:nvSpPr>
            <p:spPr>
              <a:xfrm>
                <a:off x="3398824" y="2543802"/>
                <a:ext cx="183529" cy="7582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340" extrusionOk="0">
                    <a:moveTo>
                      <a:pt x="0" y="0"/>
                    </a:moveTo>
                    <a:lnTo>
                      <a:pt x="0" y="340"/>
                    </a:lnTo>
                    <a:lnTo>
                      <a:pt x="823" y="340"/>
                    </a:lnTo>
                    <a:lnTo>
                      <a:pt x="823" y="0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Google Shape;2463;p39"/>
              <p:cNvSpPr/>
              <p:nvPr/>
            </p:nvSpPr>
            <p:spPr>
              <a:xfrm>
                <a:off x="3537083" y="2567440"/>
                <a:ext cx="69576" cy="3456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55" extrusionOk="0">
                    <a:moveTo>
                      <a:pt x="0" y="1"/>
                    </a:moveTo>
                    <a:lnTo>
                      <a:pt x="0" y="154"/>
                    </a:lnTo>
                    <a:lnTo>
                      <a:pt x="311" y="154"/>
                    </a:lnTo>
                    <a:lnTo>
                      <a:pt x="311" y="1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Google Shape;2464;p39"/>
              <p:cNvSpPr/>
              <p:nvPr/>
            </p:nvSpPr>
            <p:spPr>
              <a:xfrm>
                <a:off x="3603983" y="2540011"/>
                <a:ext cx="21185" cy="92991"/>
              </a:xfrm>
              <a:custGeom>
                <a:avLst/>
                <a:gdLst/>
                <a:ahLst/>
                <a:cxnLst/>
                <a:rect l="l" t="t" r="r" b="b"/>
                <a:pathLst>
                  <a:path w="95" h="417" extrusionOk="0">
                    <a:moveTo>
                      <a:pt x="1" y="1"/>
                    </a:moveTo>
                    <a:lnTo>
                      <a:pt x="1" y="416"/>
                    </a:lnTo>
                    <a:lnTo>
                      <a:pt x="95" y="416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Google Shape;2465;p39"/>
              <p:cNvSpPr/>
              <p:nvPr/>
            </p:nvSpPr>
            <p:spPr>
              <a:xfrm>
                <a:off x="3613126" y="2570562"/>
                <a:ext cx="158553" cy="227014"/>
              </a:xfrm>
              <a:custGeom>
                <a:avLst/>
                <a:gdLst/>
                <a:ahLst/>
                <a:cxnLst/>
                <a:rect l="l" t="t" r="r" b="b"/>
                <a:pathLst>
                  <a:path w="711" h="1018" extrusionOk="0">
                    <a:moveTo>
                      <a:pt x="1" y="1"/>
                    </a:moveTo>
                    <a:lnTo>
                      <a:pt x="1" y="99"/>
                    </a:lnTo>
                    <a:lnTo>
                      <a:pt x="494" y="99"/>
                    </a:lnTo>
                    <a:cubicBezTo>
                      <a:pt x="559" y="99"/>
                      <a:pt x="610" y="154"/>
                      <a:pt x="610" y="218"/>
                    </a:cubicBezTo>
                    <a:lnTo>
                      <a:pt x="610" y="1018"/>
                    </a:lnTo>
                    <a:lnTo>
                      <a:pt x="711" y="1018"/>
                    </a:lnTo>
                    <a:lnTo>
                      <a:pt x="711" y="218"/>
                    </a:lnTo>
                    <a:cubicBezTo>
                      <a:pt x="711" y="97"/>
                      <a:pt x="615" y="1"/>
                      <a:pt x="494" y="1"/>
                    </a:cubicBez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Google Shape;2466;p39"/>
              <p:cNvSpPr/>
              <p:nvPr/>
            </p:nvSpPr>
            <p:spPr>
              <a:xfrm>
                <a:off x="3730423" y="2779512"/>
                <a:ext cx="66008" cy="359922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614" extrusionOk="0">
                    <a:moveTo>
                      <a:pt x="1" y="1"/>
                    </a:moveTo>
                    <a:lnTo>
                      <a:pt x="1" y="1613"/>
                    </a:lnTo>
                    <a:lnTo>
                      <a:pt x="295" y="1613"/>
                    </a:lnTo>
                    <a:lnTo>
                      <a:pt x="295" y="1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Google Shape;2467;p39"/>
              <p:cNvSpPr/>
              <p:nvPr/>
            </p:nvSpPr>
            <p:spPr>
              <a:xfrm>
                <a:off x="3316537" y="3132743"/>
                <a:ext cx="456927" cy="162121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727" extrusionOk="0">
                    <a:moveTo>
                      <a:pt x="1947" y="0"/>
                    </a:moveTo>
                    <a:lnTo>
                      <a:pt x="1947" y="625"/>
                    </a:lnTo>
                    <a:lnTo>
                      <a:pt x="1" y="625"/>
                    </a:lnTo>
                    <a:lnTo>
                      <a:pt x="1" y="727"/>
                    </a:lnTo>
                    <a:lnTo>
                      <a:pt x="2049" y="727"/>
                    </a:lnTo>
                    <a:lnTo>
                      <a:pt x="2049" y="0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Google Shape;2468;p39"/>
              <p:cNvSpPr/>
              <p:nvPr/>
            </p:nvSpPr>
            <p:spPr>
              <a:xfrm>
                <a:off x="3604901" y="3203434"/>
                <a:ext cx="253997" cy="70914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318" extrusionOk="0">
                    <a:moveTo>
                      <a:pt x="81" y="1"/>
                    </a:moveTo>
                    <a:lnTo>
                      <a:pt x="1" y="318"/>
                    </a:lnTo>
                    <a:lnTo>
                      <a:pt x="1138" y="318"/>
                    </a:lnTo>
                    <a:lnTo>
                      <a:pt x="1048" y="1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Google Shape;2469;p39"/>
              <p:cNvSpPr/>
              <p:nvPr/>
            </p:nvSpPr>
            <p:spPr>
              <a:xfrm>
                <a:off x="3387897" y="3084798"/>
                <a:ext cx="233258" cy="124434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558" extrusionOk="0">
                    <a:moveTo>
                      <a:pt x="0" y="1"/>
                    </a:moveTo>
                    <a:lnTo>
                      <a:pt x="0" y="101"/>
                    </a:lnTo>
                    <a:cubicBezTo>
                      <a:pt x="0" y="353"/>
                      <a:pt x="205" y="557"/>
                      <a:pt x="458" y="557"/>
                    </a:cubicBezTo>
                    <a:lnTo>
                      <a:pt x="587" y="557"/>
                    </a:lnTo>
                    <a:cubicBezTo>
                      <a:pt x="841" y="557"/>
                      <a:pt x="1046" y="353"/>
                      <a:pt x="1046" y="101"/>
                    </a:cubicBezTo>
                    <a:lnTo>
                      <a:pt x="1046" y="1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Google Shape;2470;p39"/>
              <p:cNvSpPr/>
              <p:nvPr/>
            </p:nvSpPr>
            <p:spPr>
              <a:xfrm>
                <a:off x="3465723" y="3011878"/>
                <a:ext cx="64670" cy="125549"/>
              </a:xfrm>
              <a:custGeom>
                <a:avLst/>
                <a:gdLst/>
                <a:ahLst/>
                <a:cxnLst/>
                <a:rect l="l" t="t" r="r" b="b"/>
                <a:pathLst>
                  <a:path w="290" h="563" extrusionOk="0">
                    <a:moveTo>
                      <a:pt x="193" y="0"/>
                    </a:moveTo>
                    <a:lnTo>
                      <a:pt x="193" y="0"/>
                    </a:lnTo>
                    <a:cubicBezTo>
                      <a:pt x="201" y="62"/>
                      <a:pt x="161" y="121"/>
                      <a:pt x="116" y="166"/>
                    </a:cubicBezTo>
                    <a:cubicBezTo>
                      <a:pt x="52" y="238"/>
                      <a:pt x="1" y="307"/>
                      <a:pt x="44" y="410"/>
                    </a:cubicBezTo>
                    <a:cubicBezTo>
                      <a:pt x="71" y="469"/>
                      <a:pt x="116" y="522"/>
                      <a:pt x="165" y="563"/>
                    </a:cubicBezTo>
                    <a:cubicBezTo>
                      <a:pt x="154" y="514"/>
                      <a:pt x="173" y="471"/>
                      <a:pt x="197" y="430"/>
                    </a:cubicBezTo>
                    <a:cubicBezTo>
                      <a:pt x="224" y="389"/>
                      <a:pt x="257" y="354"/>
                      <a:pt x="273" y="307"/>
                    </a:cubicBezTo>
                    <a:cubicBezTo>
                      <a:pt x="289" y="256"/>
                      <a:pt x="285" y="197"/>
                      <a:pt x="267" y="146"/>
                    </a:cubicBezTo>
                    <a:cubicBezTo>
                      <a:pt x="249" y="94"/>
                      <a:pt x="222" y="47"/>
                      <a:pt x="1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Google Shape;2471;p39"/>
              <p:cNvSpPr/>
              <p:nvPr/>
            </p:nvSpPr>
            <p:spPr>
              <a:xfrm>
                <a:off x="3292453" y="2582158"/>
                <a:ext cx="373525" cy="422139"/>
              </a:xfrm>
              <a:custGeom>
                <a:avLst/>
                <a:gdLst/>
                <a:ahLst/>
                <a:cxnLst/>
                <a:rect l="l" t="t" r="r" b="b"/>
                <a:pathLst>
                  <a:path w="1675" h="1893" extrusionOk="0">
                    <a:moveTo>
                      <a:pt x="580" y="0"/>
                    </a:moveTo>
                    <a:cubicBezTo>
                      <a:pt x="580" y="0"/>
                      <a:pt x="580" y="55"/>
                      <a:pt x="565" y="135"/>
                    </a:cubicBezTo>
                    <a:cubicBezTo>
                      <a:pt x="541" y="317"/>
                      <a:pt x="442" y="481"/>
                      <a:pt x="297" y="589"/>
                    </a:cubicBezTo>
                    <a:cubicBezTo>
                      <a:pt x="115" y="726"/>
                      <a:pt x="1" y="927"/>
                      <a:pt x="1" y="1156"/>
                    </a:cubicBezTo>
                    <a:cubicBezTo>
                      <a:pt x="1" y="1561"/>
                      <a:pt x="375" y="1893"/>
                      <a:pt x="837" y="1893"/>
                    </a:cubicBezTo>
                    <a:cubicBezTo>
                      <a:pt x="1298" y="1893"/>
                      <a:pt x="1674" y="1561"/>
                      <a:pt x="1674" y="1156"/>
                    </a:cubicBezTo>
                    <a:cubicBezTo>
                      <a:pt x="1674" y="927"/>
                      <a:pt x="1557" y="726"/>
                      <a:pt x="1377" y="589"/>
                    </a:cubicBezTo>
                    <a:cubicBezTo>
                      <a:pt x="1228" y="481"/>
                      <a:pt x="1132" y="317"/>
                      <a:pt x="1107" y="135"/>
                    </a:cubicBezTo>
                    <a:cubicBezTo>
                      <a:pt x="1097" y="55"/>
                      <a:pt x="1095" y="0"/>
                      <a:pt x="1095" y="0"/>
                    </a:cubicBez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Google Shape;2472;p39"/>
              <p:cNvSpPr/>
              <p:nvPr/>
            </p:nvSpPr>
            <p:spPr>
              <a:xfrm>
                <a:off x="3304272" y="2815192"/>
                <a:ext cx="350556" cy="178177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799" extrusionOk="0">
                    <a:moveTo>
                      <a:pt x="11" y="1"/>
                    </a:moveTo>
                    <a:cubicBezTo>
                      <a:pt x="5" y="35"/>
                      <a:pt x="1" y="72"/>
                      <a:pt x="1" y="111"/>
                    </a:cubicBezTo>
                    <a:cubicBezTo>
                      <a:pt x="1" y="490"/>
                      <a:pt x="355" y="798"/>
                      <a:pt x="786" y="798"/>
                    </a:cubicBezTo>
                    <a:cubicBezTo>
                      <a:pt x="1218" y="798"/>
                      <a:pt x="1572" y="487"/>
                      <a:pt x="1572" y="111"/>
                    </a:cubicBezTo>
                    <a:cubicBezTo>
                      <a:pt x="1572" y="74"/>
                      <a:pt x="1566" y="35"/>
                      <a:pt x="15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Google Shape;2473;p39"/>
              <p:cNvSpPr/>
              <p:nvPr/>
            </p:nvSpPr>
            <p:spPr>
              <a:xfrm>
                <a:off x="3452120" y="2633671"/>
                <a:ext cx="50398" cy="77158"/>
              </a:xfrm>
              <a:custGeom>
                <a:avLst/>
                <a:gdLst/>
                <a:ahLst/>
                <a:cxnLst/>
                <a:rect l="l" t="t" r="r" b="b"/>
                <a:pathLst>
                  <a:path w="226" h="346" extrusionOk="0">
                    <a:moveTo>
                      <a:pt x="113" y="0"/>
                    </a:moveTo>
                    <a:cubicBezTo>
                      <a:pt x="113" y="0"/>
                      <a:pt x="1" y="172"/>
                      <a:pt x="1" y="233"/>
                    </a:cubicBezTo>
                    <a:cubicBezTo>
                      <a:pt x="1" y="295"/>
                      <a:pt x="52" y="346"/>
                      <a:pt x="113" y="346"/>
                    </a:cubicBezTo>
                    <a:cubicBezTo>
                      <a:pt x="174" y="346"/>
                      <a:pt x="226" y="295"/>
                      <a:pt x="226" y="233"/>
                    </a:cubicBezTo>
                    <a:cubicBezTo>
                      <a:pt x="226" y="172"/>
                      <a:pt x="113" y="0"/>
                      <a:pt x="1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Google Shape;2474;p39"/>
              <p:cNvSpPr/>
              <p:nvPr/>
            </p:nvSpPr>
            <p:spPr>
              <a:xfrm>
                <a:off x="3459479" y="2235394"/>
                <a:ext cx="35680" cy="53966"/>
              </a:xfrm>
              <a:custGeom>
                <a:avLst/>
                <a:gdLst/>
                <a:ahLst/>
                <a:cxnLst/>
                <a:rect l="l" t="t" r="r" b="b"/>
                <a:pathLst>
                  <a:path w="160" h="242" extrusionOk="0">
                    <a:moveTo>
                      <a:pt x="80" y="0"/>
                    </a:moveTo>
                    <a:cubicBezTo>
                      <a:pt x="80" y="0"/>
                      <a:pt x="0" y="119"/>
                      <a:pt x="0" y="164"/>
                    </a:cubicBezTo>
                    <a:cubicBezTo>
                      <a:pt x="0" y="207"/>
                      <a:pt x="37" y="242"/>
                      <a:pt x="80" y="242"/>
                    </a:cubicBezTo>
                    <a:cubicBezTo>
                      <a:pt x="123" y="242"/>
                      <a:pt x="160" y="207"/>
                      <a:pt x="160" y="164"/>
                    </a:cubicBezTo>
                    <a:cubicBezTo>
                      <a:pt x="160" y="119"/>
                      <a:pt x="80" y="0"/>
                      <a:pt x="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Google Shape;2475;p39"/>
              <p:cNvSpPr/>
              <p:nvPr/>
            </p:nvSpPr>
            <p:spPr>
              <a:xfrm>
                <a:off x="3326572" y="2149539"/>
                <a:ext cx="299712" cy="42593"/>
              </a:xfrm>
              <a:custGeom>
                <a:avLst/>
                <a:gdLst/>
                <a:ahLst/>
                <a:cxnLst/>
                <a:rect l="l" t="t" r="r" b="b"/>
                <a:pathLst>
                  <a:path w="1344" h="191" extrusionOk="0">
                    <a:moveTo>
                      <a:pt x="95" y="1"/>
                    </a:moveTo>
                    <a:cubicBezTo>
                      <a:pt x="44" y="1"/>
                      <a:pt x="1" y="43"/>
                      <a:pt x="1" y="95"/>
                    </a:cubicBezTo>
                    <a:cubicBezTo>
                      <a:pt x="1" y="146"/>
                      <a:pt x="44" y="191"/>
                      <a:pt x="95" y="191"/>
                    </a:cubicBezTo>
                    <a:lnTo>
                      <a:pt x="1249" y="191"/>
                    </a:lnTo>
                    <a:cubicBezTo>
                      <a:pt x="1300" y="191"/>
                      <a:pt x="1343" y="146"/>
                      <a:pt x="1343" y="95"/>
                    </a:cubicBezTo>
                    <a:cubicBezTo>
                      <a:pt x="1343" y="41"/>
                      <a:pt x="1302" y="1"/>
                      <a:pt x="1249" y="1"/>
                    </a:cubicBezTo>
                    <a:close/>
                  </a:path>
                </a:pathLst>
              </a:custGeom>
              <a:solidFill>
                <a:srgbClr val="C2E8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Google Shape;2476;p39"/>
              <p:cNvSpPr/>
              <p:nvPr/>
            </p:nvSpPr>
            <p:spPr>
              <a:xfrm>
                <a:off x="3183406" y="2046514"/>
                <a:ext cx="120643" cy="433066"/>
              </a:xfrm>
              <a:custGeom>
                <a:avLst/>
                <a:gdLst/>
                <a:ahLst/>
                <a:cxnLst/>
                <a:rect l="l" t="t" r="r" b="b"/>
                <a:pathLst>
                  <a:path w="541" h="1942" extrusionOk="0">
                    <a:moveTo>
                      <a:pt x="541" y="0"/>
                    </a:moveTo>
                    <a:lnTo>
                      <a:pt x="541" y="0"/>
                    </a:lnTo>
                    <a:cubicBezTo>
                      <a:pt x="185" y="557"/>
                      <a:pt x="1" y="1236"/>
                      <a:pt x="68" y="1889"/>
                    </a:cubicBezTo>
                    <a:cubicBezTo>
                      <a:pt x="178" y="1918"/>
                      <a:pt x="274" y="1942"/>
                      <a:pt x="380" y="1942"/>
                    </a:cubicBezTo>
                    <a:cubicBezTo>
                      <a:pt x="405" y="1942"/>
                      <a:pt x="431" y="1940"/>
                      <a:pt x="457" y="1938"/>
                    </a:cubicBezTo>
                    <a:cubicBezTo>
                      <a:pt x="475" y="1821"/>
                      <a:pt x="477" y="1731"/>
                      <a:pt x="496" y="1616"/>
                    </a:cubicBezTo>
                    <a:lnTo>
                      <a:pt x="496" y="1248"/>
                    </a:lnTo>
                    <a:cubicBezTo>
                      <a:pt x="354" y="839"/>
                      <a:pt x="367" y="397"/>
                      <a:pt x="5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Google Shape;2477;p39"/>
              <p:cNvSpPr/>
              <p:nvPr/>
            </p:nvSpPr>
            <p:spPr>
              <a:xfrm>
                <a:off x="3894774" y="2062793"/>
                <a:ext cx="120197" cy="432843"/>
              </a:xfrm>
              <a:custGeom>
                <a:avLst/>
                <a:gdLst/>
                <a:ahLst/>
                <a:cxnLst/>
                <a:rect l="l" t="t" r="r" b="b"/>
                <a:pathLst>
                  <a:path w="539" h="194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74" y="398"/>
                      <a:pt x="186" y="840"/>
                      <a:pt x="47" y="1249"/>
                    </a:cubicBezTo>
                    <a:lnTo>
                      <a:pt x="47" y="1617"/>
                    </a:lnTo>
                    <a:cubicBezTo>
                      <a:pt x="64" y="1732"/>
                      <a:pt x="68" y="1822"/>
                      <a:pt x="84" y="1940"/>
                    </a:cubicBezTo>
                    <a:cubicBezTo>
                      <a:pt x="227" y="1924"/>
                      <a:pt x="336" y="1840"/>
                      <a:pt x="471" y="1803"/>
                    </a:cubicBezTo>
                    <a:cubicBezTo>
                      <a:pt x="538" y="1147"/>
                      <a:pt x="356" y="559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78" name="Google Shape;2478;p39"/>
            <p:cNvSpPr/>
            <p:nvPr/>
          </p:nvSpPr>
          <p:spPr>
            <a:xfrm>
              <a:off x="2908664" y="1842000"/>
              <a:ext cx="333300" cy="33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</a:t>
              </a:r>
              <a:endParaRPr sz="12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479" name="Google Shape;2479;p39"/>
          <p:cNvGrpSpPr/>
          <p:nvPr/>
        </p:nvGrpSpPr>
        <p:grpSpPr>
          <a:xfrm>
            <a:off x="4771075" y="1454171"/>
            <a:ext cx="1509600" cy="1659900"/>
            <a:chOff x="4771075" y="1803575"/>
            <a:chExt cx="1509600" cy="1659900"/>
          </a:xfrm>
        </p:grpSpPr>
        <p:sp>
          <p:nvSpPr>
            <p:cNvPr id="2480" name="Google Shape;2480;p39"/>
            <p:cNvSpPr/>
            <p:nvPr/>
          </p:nvSpPr>
          <p:spPr>
            <a:xfrm>
              <a:off x="4771075" y="1803575"/>
              <a:ext cx="1509600" cy="1659900"/>
            </a:xfrm>
            <a:prstGeom prst="roundRect">
              <a:avLst>
                <a:gd name="adj" fmla="val 2935"/>
              </a:avLst>
            </a:pr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81" name="Google Shape;2481;p39"/>
            <p:cNvGrpSpPr/>
            <p:nvPr/>
          </p:nvGrpSpPr>
          <p:grpSpPr>
            <a:xfrm>
              <a:off x="5054092" y="1904371"/>
              <a:ext cx="1022491" cy="1535121"/>
              <a:chOff x="4840945" y="1036550"/>
              <a:chExt cx="1482946" cy="2226427"/>
            </a:xfrm>
          </p:grpSpPr>
          <p:sp>
            <p:nvSpPr>
              <p:cNvPr id="2482" name="Google Shape;2482;p39"/>
              <p:cNvSpPr/>
              <p:nvPr/>
            </p:nvSpPr>
            <p:spPr>
              <a:xfrm>
                <a:off x="4995706" y="2780404"/>
                <a:ext cx="1069508" cy="419240"/>
              </a:xfrm>
              <a:custGeom>
                <a:avLst/>
                <a:gdLst/>
                <a:ahLst/>
                <a:cxnLst/>
                <a:rect l="l" t="t" r="r" b="b"/>
                <a:pathLst>
                  <a:path w="4796" h="1880" extrusionOk="0">
                    <a:moveTo>
                      <a:pt x="2611" y="1"/>
                    </a:moveTo>
                    <a:cubicBezTo>
                      <a:pt x="1463" y="1"/>
                      <a:pt x="216" y="54"/>
                      <a:pt x="125" y="281"/>
                    </a:cubicBezTo>
                    <a:cubicBezTo>
                      <a:pt x="125" y="281"/>
                      <a:pt x="0" y="1611"/>
                      <a:pt x="29" y="1879"/>
                    </a:cubicBezTo>
                    <a:lnTo>
                      <a:pt x="4796" y="1879"/>
                    </a:lnTo>
                    <a:lnTo>
                      <a:pt x="4552" y="42"/>
                    </a:lnTo>
                    <a:cubicBezTo>
                      <a:pt x="4553" y="42"/>
                      <a:pt x="3621" y="1"/>
                      <a:pt x="26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Google Shape;2483;p39"/>
              <p:cNvSpPr/>
              <p:nvPr/>
            </p:nvSpPr>
            <p:spPr>
              <a:xfrm>
                <a:off x="5291403" y="1729855"/>
                <a:ext cx="473652" cy="11016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4940" extrusionOk="0">
                    <a:moveTo>
                      <a:pt x="0" y="0"/>
                    </a:moveTo>
                    <a:lnTo>
                      <a:pt x="0" y="4939"/>
                    </a:lnTo>
                    <a:lnTo>
                      <a:pt x="2124" y="4939"/>
                    </a:lnTo>
                    <a:lnTo>
                      <a:pt x="2124" y="0"/>
                    </a:lnTo>
                    <a:close/>
                  </a:path>
                </a:pathLst>
              </a:custGeom>
              <a:solidFill>
                <a:srgbClr val="FCF8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Google Shape;2484;p39"/>
              <p:cNvSpPr/>
              <p:nvPr/>
            </p:nvSpPr>
            <p:spPr>
              <a:xfrm>
                <a:off x="5291403" y="1729855"/>
                <a:ext cx="473652" cy="102803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461" extrusionOk="0">
                    <a:moveTo>
                      <a:pt x="0" y="0"/>
                    </a:moveTo>
                    <a:lnTo>
                      <a:pt x="0" y="461"/>
                    </a:lnTo>
                    <a:lnTo>
                      <a:pt x="2124" y="461"/>
                    </a:lnTo>
                    <a:lnTo>
                      <a:pt x="212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Google Shape;2485;p39"/>
              <p:cNvSpPr/>
              <p:nvPr/>
            </p:nvSpPr>
            <p:spPr>
              <a:xfrm>
                <a:off x="5291403" y="1962889"/>
                <a:ext cx="473652" cy="103026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462" extrusionOk="0">
                    <a:moveTo>
                      <a:pt x="0" y="1"/>
                    </a:moveTo>
                    <a:lnTo>
                      <a:pt x="0" y="461"/>
                    </a:lnTo>
                    <a:lnTo>
                      <a:pt x="2124" y="461"/>
                    </a:lnTo>
                    <a:lnTo>
                      <a:pt x="21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Google Shape;2486;p39"/>
              <p:cNvSpPr/>
              <p:nvPr/>
            </p:nvSpPr>
            <p:spPr>
              <a:xfrm>
                <a:off x="5291403" y="2197038"/>
                <a:ext cx="473652" cy="102803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461" extrusionOk="0">
                    <a:moveTo>
                      <a:pt x="0" y="0"/>
                    </a:moveTo>
                    <a:lnTo>
                      <a:pt x="0" y="461"/>
                    </a:lnTo>
                    <a:lnTo>
                      <a:pt x="2124" y="461"/>
                    </a:lnTo>
                    <a:lnTo>
                      <a:pt x="212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Google Shape;2487;p39"/>
              <p:cNvSpPr/>
              <p:nvPr/>
            </p:nvSpPr>
            <p:spPr>
              <a:xfrm>
                <a:off x="5291403" y="2430072"/>
                <a:ext cx="473652" cy="103026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462" extrusionOk="0">
                    <a:moveTo>
                      <a:pt x="0" y="1"/>
                    </a:moveTo>
                    <a:lnTo>
                      <a:pt x="0" y="461"/>
                    </a:lnTo>
                    <a:lnTo>
                      <a:pt x="2124" y="461"/>
                    </a:lnTo>
                    <a:lnTo>
                      <a:pt x="21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Google Shape;2488;p39"/>
              <p:cNvSpPr/>
              <p:nvPr/>
            </p:nvSpPr>
            <p:spPr>
              <a:xfrm>
                <a:off x="5291403" y="2663330"/>
                <a:ext cx="473652" cy="102803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461" extrusionOk="0">
                    <a:moveTo>
                      <a:pt x="0" y="0"/>
                    </a:moveTo>
                    <a:lnTo>
                      <a:pt x="0" y="461"/>
                    </a:lnTo>
                    <a:lnTo>
                      <a:pt x="2124" y="461"/>
                    </a:lnTo>
                    <a:lnTo>
                      <a:pt x="212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Google Shape;2489;p39"/>
              <p:cNvSpPr/>
              <p:nvPr/>
            </p:nvSpPr>
            <p:spPr>
              <a:xfrm>
                <a:off x="4894911" y="2707484"/>
                <a:ext cx="167027" cy="491715"/>
              </a:xfrm>
              <a:custGeom>
                <a:avLst/>
                <a:gdLst/>
                <a:ahLst/>
                <a:cxnLst/>
                <a:rect l="l" t="t" r="r" b="b"/>
                <a:pathLst>
                  <a:path w="749" h="2205" extrusionOk="0">
                    <a:moveTo>
                      <a:pt x="185" y="0"/>
                    </a:moveTo>
                    <a:cubicBezTo>
                      <a:pt x="129" y="0"/>
                      <a:pt x="71" y="3"/>
                      <a:pt x="10" y="11"/>
                    </a:cubicBezTo>
                    <a:cubicBezTo>
                      <a:pt x="0" y="743"/>
                      <a:pt x="55" y="1480"/>
                      <a:pt x="178" y="2204"/>
                    </a:cubicBezTo>
                    <a:lnTo>
                      <a:pt x="481" y="2204"/>
                    </a:lnTo>
                    <a:cubicBezTo>
                      <a:pt x="432" y="1468"/>
                      <a:pt x="749" y="758"/>
                      <a:pt x="624" y="31"/>
                    </a:cubicBezTo>
                    <a:cubicBezTo>
                      <a:pt x="467" y="20"/>
                      <a:pt x="330" y="0"/>
                      <a:pt x="185" y="0"/>
                    </a:cubicBezTo>
                    <a:close/>
                  </a:path>
                </a:pathLst>
              </a:custGeom>
              <a:solidFill>
                <a:srgbClr val="C46F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Google Shape;2490;p39"/>
              <p:cNvSpPr/>
              <p:nvPr/>
            </p:nvSpPr>
            <p:spPr>
              <a:xfrm>
                <a:off x="4889336" y="1640878"/>
                <a:ext cx="456035" cy="1256605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5635" extrusionOk="0">
                    <a:moveTo>
                      <a:pt x="2014" y="0"/>
                    </a:moveTo>
                    <a:cubicBezTo>
                      <a:pt x="2014" y="0"/>
                      <a:pt x="962" y="248"/>
                      <a:pt x="631" y="684"/>
                    </a:cubicBezTo>
                    <a:cubicBezTo>
                      <a:pt x="297" y="1117"/>
                      <a:pt x="179" y="1381"/>
                      <a:pt x="129" y="1790"/>
                    </a:cubicBezTo>
                    <a:cubicBezTo>
                      <a:pt x="78" y="2200"/>
                      <a:pt x="97" y="2539"/>
                      <a:pt x="111" y="2687"/>
                    </a:cubicBezTo>
                    <a:cubicBezTo>
                      <a:pt x="127" y="2832"/>
                      <a:pt x="17" y="2822"/>
                      <a:pt x="9" y="3069"/>
                    </a:cubicBezTo>
                    <a:cubicBezTo>
                      <a:pt x="1" y="3317"/>
                      <a:pt x="78" y="3409"/>
                      <a:pt x="60" y="3581"/>
                    </a:cubicBezTo>
                    <a:cubicBezTo>
                      <a:pt x="41" y="3753"/>
                      <a:pt x="35" y="3906"/>
                      <a:pt x="27" y="4092"/>
                    </a:cubicBezTo>
                    <a:lnTo>
                      <a:pt x="19" y="4278"/>
                    </a:lnTo>
                    <a:lnTo>
                      <a:pt x="649" y="4227"/>
                    </a:lnTo>
                    <a:lnTo>
                      <a:pt x="571" y="5123"/>
                    </a:lnTo>
                    <a:lnTo>
                      <a:pt x="571" y="5635"/>
                    </a:lnTo>
                    <a:lnTo>
                      <a:pt x="2026" y="5584"/>
                    </a:lnTo>
                    <a:lnTo>
                      <a:pt x="2044" y="27"/>
                    </a:lnTo>
                    <a:lnTo>
                      <a:pt x="201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39"/>
              <p:cNvSpPr/>
              <p:nvPr/>
            </p:nvSpPr>
            <p:spPr>
              <a:xfrm>
                <a:off x="4976975" y="2011726"/>
                <a:ext cx="103249" cy="576455"/>
              </a:xfrm>
              <a:custGeom>
                <a:avLst/>
                <a:gdLst/>
                <a:ahLst/>
                <a:cxnLst/>
                <a:rect l="l" t="t" r="r" b="b"/>
                <a:pathLst>
                  <a:path w="463" h="2585" extrusionOk="0">
                    <a:moveTo>
                      <a:pt x="463" y="1"/>
                    </a:moveTo>
                    <a:cubicBezTo>
                      <a:pt x="328" y="308"/>
                      <a:pt x="189" y="637"/>
                      <a:pt x="232" y="968"/>
                    </a:cubicBezTo>
                    <a:cubicBezTo>
                      <a:pt x="250" y="1110"/>
                      <a:pt x="301" y="1255"/>
                      <a:pt x="262" y="1394"/>
                    </a:cubicBezTo>
                    <a:cubicBezTo>
                      <a:pt x="221" y="1549"/>
                      <a:pt x="74" y="1682"/>
                      <a:pt x="99" y="1842"/>
                    </a:cubicBezTo>
                    <a:cubicBezTo>
                      <a:pt x="113" y="1918"/>
                      <a:pt x="166" y="1987"/>
                      <a:pt x="168" y="2067"/>
                    </a:cubicBezTo>
                    <a:cubicBezTo>
                      <a:pt x="170" y="2155"/>
                      <a:pt x="109" y="2231"/>
                      <a:pt x="68" y="2308"/>
                    </a:cubicBezTo>
                    <a:cubicBezTo>
                      <a:pt x="23" y="2394"/>
                      <a:pt x="0" y="2491"/>
                      <a:pt x="0" y="2585"/>
                    </a:cubicBezTo>
                    <a:lnTo>
                      <a:pt x="258" y="2564"/>
                    </a:lnTo>
                    <a:lnTo>
                      <a:pt x="258" y="2581"/>
                    </a:lnTo>
                    <a:cubicBezTo>
                      <a:pt x="293" y="2468"/>
                      <a:pt x="299" y="2337"/>
                      <a:pt x="311" y="2216"/>
                    </a:cubicBezTo>
                    <a:cubicBezTo>
                      <a:pt x="393" y="1478"/>
                      <a:pt x="444" y="739"/>
                      <a:pt x="4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39"/>
              <p:cNvSpPr/>
              <p:nvPr/>
            </p:nvSpPr>
            <p:spPr>
              <a:xfrm>
                <a:off x="5191277" y="1680126"/>
                <a:ext cx="154093" cy="671676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012" extrusionOk="0">
                    <a:moveTo>
                      <a:pt x="617" y="0"/>
                    </a:moveTo>
                    <a:cubicBezTo>
                      <a:pt x="320" y="64"/>
                      <a:pt x="99" y="348"/>
                      <a:pt x="52" y="647"/>
                    </a:cubicBezTo>
                    <a:cubicBezTo>
                      <a:pt x="1" y="950"/>
                      <a:pt x="97" y="1256"/>
                      <a:pt x="251" y="1520"/>
                    </a:cubicBezTo>
                    <a:cubicBezTo>
                      <a:pt x="320" y="1637"/>
                      <a:pt x="404" y="1780"/>
                      <a:pt x="343" y="1903"/>
                    </a:cubicBezTo>
                    <a:cubicBezTo>
                      <a:pt x="291" y="2005"/>
                      <a:pt x="161" y="2046"/>
                      <a:pt x="99" y="2144"/>
                    </a:cubicBezTo>
                    <a:cubicBezTo>
                      <a:pt x="23" y="2267"/>
                      <a:pt x="85" y="2427"/>
                      <a:pt x="165" y="2547"/>
                    </a:cubicBezTo>
                    <a:cubicBezTo>
                      <a:pt x="287" y="2740"/>
                      <a:pt x="504" y="2881"/>
                      <a:pt x="690" y="3012"/>
                    </a:cubicBezTo>
                    <a:lnTo>
                      <a:pt x="690" y="201"/>
                    </a:lnTo>
                    <a:cubicBezTo>
                      <a:pt x="688" y="107"/>
                      <a:pt x="672" y="76"/>
                      <a:pt x="6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39"/>
              <p:cNvSpPr/>
              <p:nvPr/>
            </p:nvSpPr>
            <p:spPr>
              <a:xfrm>
                <a:off x="4840945" y="2579705"/>
                <a:ext cx="197801" cy="144504"/>
              </a:xfrm>
              <a:custGeom>
                <a:avLst/>
                <a:gdLst/>
                <a:ahLst/>
                <a:cxnLst/>
                <a:rect l="l" t="t" r="r" b="b"/>
                <a:pathLst>
                  <a:path w="887" h="648" extrusionOk="0">
                    <a:moveTo>
                      <a:pt x="818" y="1"/>
                    </a:moveTo>
                    <a:cubicBezTo>
                      <a:pt x="556" y="1"/>
                      <a:pt x="294" y="37"/>
                      <a:pt x="40" y="107"/>
                    </a:cubicBezTo>
                    <a:cubicBezTo>
                      <a:pt x="1" y="287"/>
                      <a:pt x="13" y="473"/>
                      <a:pt x="74" y="647"/>
                    </a:cubicBezTo>
                    <a:cubicBezTo>
                      <a:pt x="227" y="631"/>
                      <a:pt x="384" y="627"/>
                      <a:pt x="539" y="627"/>
                    </a:cubicBezTo>
                    <a:cubicBezTo>
                      <a:pt x="632" y="627"/>
                      <a:pt x="724" y="628"/>
                      <a:pt x="815" y="629"/>
                    </a:cubicBezTo>
                    <a:cubicBezTo>
                      <a:pt x="887" y="420"/>
                      <a:pt x="880" y="218"/>
                      <a:pt x="860" y="1"/>
                    </a:cubicBezTo>
                    <a:cubicBezTo>
                      <a:pt x="846" y="1"/>
                      <a:pt x="832" y="1"/>
                      <a:pt x="81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39"/>
              <p:cNvSpPr/>
              <p:nvPr/>
            </p:nvSpPr>
            <p:spPr>
              <a:xfrm>
                <a:off x="5616090" y="1650467"/>
                <a:ext cx="636219" cy="1236089"/>
              </a:xfrm>
              <a:custGeom>
                <a:avLst/>
                <a:gdLst/>
                <a:ahLst/>
                <a:cxnLst/>
                <a:rect l="l" t="t" r="r" b="b"/>
                <a:pathLst>
                  <a:path w="2853" h="5543" extrusionOk="0">
                    <a:moveTo>
                      <a:pt x="1" y="0"/>
                    </a:moveTo>
                    <a:lnTo>
                      <a:pt x="332" y="5543"/>
                    </a:lnTo>
                    <a:lnTo>
                      <a:pt x="2112" y="5543"/>
                    </a:lnTo>
                    <a:cubicBezTo>
                      <a:pt x="2112" y="5543"/>
                      <a:pt x="2010" y="5338"/>
                      <a:pt x="2069" y="5152"/>
                    </a:cubicBezTo>
                    <a:cubicBezTo>
                      <a:pt x="2128" y="4964"/>
                      <a:pt x="2028" y="4908"/>
                      <a:pt x="1998" y="4704"/>
                    </a:cubicBezTo>
                    <a:cubicBezTo>
                      <a:pt x="1967" y="4499"/>
                      <a:pt x="2010" y="4399"/>
                      <a:pt x="1938" y="4094"/>
                    </a:cubicBezTo>
                    <a:cubicBezTo>
                      <a:pt x="1867" y="3793"/>
                      <a:pt x="2112" y="3429"/>
                      <a:pt x="2112" y="3429"/>
                    </a:cubicBezTo>
                    <a:lnTo>
                      <a:pt x="2853" y="2793"/>
                    </a:lnTo>
                    <a:cubicBezTo>
                      <a:pt x="2853" y="2793"/>
                      <a:pt x="2143" y="939"/>
                      <a:pt x="1752" y="563"/>
                    </a:cubicBezTo>
                    <a:cubicBezTo>
                      <a:pt x="1361" y="189"/>
                      <a:pt x="318" y="47"/>
                      <a:pt x="318" y="4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39"/>
              <p:cNvSpPr/>
              <p:nvPr/>
            </p:nvSpPr>
            <p:spPr>
              <a:xfrm>
                <a:off x="5616090" y="1651359"/>
                <a:ext cx="203822" cy="73344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3289" extrusionOk="0">
                    <a:moveTo>
                      <a:pt x="1" y="0"/>
                    </a:moveTo>
                    <a:lnTo>
                      <a:pt x="197" y="3288"/>
                    </a:lnTo>
                    <a:cubicBezTo>
                      <a:pt x="353" y="3073"/>
                      <a:pt x="500" y="2854"/>
                      <a:pt x="639" y="2631"/>
                    </a:cubicBezTo>
                    <a:cubicBezTo>
                      <a:pt x="705" y="2523"/>
                      <a:pt x="768" y="2410"/>
                      <a:pt x="770" y="2288"/>
                    </a:cubicBezTo>
                    <a:cubicBezTo>
                      <a:pt x="772" y="2104"/>
                      <a:pt x="633" y="1936"/>
                      <a:pt x="649" y="1754"/>
                    </a:cubicBezTo>
                    <a:cubicBezTo>
                      <a:pt x="664" y="1631"/>
                      <a:pt x="745" y="1529"/>
                      <a:pt x="799" y="1416"/>
                    </a:cubicBezTo>
                    <a:cubicBezTo>
                      <a:pt x="913" y="1179"/>
                      <a:pt x="895" y="892"/>
                      <a:pt x="809" y="641"/>
                    </a:cubicBezTo>
                    <a:cubicBezTo>
                      <a:pt x="739" y="440"/>
                      <a:pt x="629" y="256"/>
                      <a:pt x="512" y="78"/>
                    </a:cubicBezTo>
                    <a:cubicBezTo>
                      <a:pt x="394" y="56"/>
                      <a:pt x="318" y="45"/>
                      <a:pt x="318" y="45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39"/>
              <p:cNvSpPr/>
              <p:nvPr/>
            </p:nvSpPr>
            <p:spPr>
              <a:xfrm>
                <a:off x="5879452" y="2012618"/>
                <a:ext cx="283879" cy="428160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192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43" y="694"/>
                      <a:pt x="444" y="1353"/>
                      <a:pt x="868" y="1920"/>
                    </a:cubicBezTo>
                    <a:cubicBezTo>
                      <a:pt x="900" y="1852"/>
                      <a:pt x="931" y="1811"/>
                      <a:pt x="931" y="1811"/>
                    </a:cubicBezTo>
                    <a:lnTo>
                      <a:pt x="1273" y="1515"/>
                    </a:lnTo>
                    <a:cubicBezTo>
                      <a:pt x="829" y="1030"/>
                      <a:pt x="399" y="518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39"/>
              <p:cNvSpPr/>
              <p:nvPr/>
            </p:nvSpPr>
            <p:spPr>
              <a:xfrm>
                <a:off x="6015259" y="2238516"/>
                <a:ext cx="308632" cy="358584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1608" extrusionOk="0">
                    <a:moveTo>
                      <a:pt x="656" y="0"/>
                    </a:moveTo>
                    <a:cubicBezTo>
                      <a:pt x="493" y="0"/>
                      <a:pt x="254" y="32"/>
                      <a:pt x="163" y="154"/>
                    </a:cubicBezTo>
                    <a:cubicBezTo>
                      <a:pt x="97" y="236"/>
                      <a:pt x="101" y="356"/>
                      <a:pt x="93" y="457"/>
                    </a:cubicBezTo>
                    <a:cubicBezTo>
                      <a:pt x="83" y="604"/>
                      <a:pt x="32" y="745"/>
                      <a:pt x="21" y="893"/>
                    </a:cubicBezTo>
                    <a:cubicBezTo>
                      <a:pt x="1" y="1210"/>
                      <a:pt x="236" y="1525"/>
                      <a:pt x="547" y="1594"/>
                    </a:cubicBezTo>
                    <a:cubicBezTo>
                      <a:pt x="590" y="1603"/>
                      <a:pt x="633" y="1607"/>
                      <a:pt x="676" y="1607"/>
                    </a:cubicBezTo>
                    <a:cubicBezTo>
                      <a:pt x="948" y="1607"/>
                      <a:pt x="1220" y="1435"/>
                      <a:pt x="1321" y="1179"/>
                    </a:cubicBezTo>
                    <a:cubicBezTo>
                      <a:pt x="1384" y="1013"/>
                      <a:pt x="1382" y="827"/>
                      <a:pt x="1353" y="647"/>
                    </a:cubicBezTo>
                    <a:cubicBezTo>
                      <a:pt x="1325" y="473"/>
                      <a:pt x="1273" y="297"/>
                      <a:pt x="1149" y="174"/>
                    </a:cubicBezTo>
                    <a:cubicBezTo>
                      <a:pt x="1038" y="64"/>
                      <a:pt x="883" y="13"/>
                      <a:pt x="727" y="3"/>
                    </a:cubicBezTo>
                    <a:cubicBezTo>
                      <a:pt x="706" y="1"/>
                      <a:pt x="682" y="0"/>
                      <a:pt x="65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39"/>
              <p:cNvSpPr/>
              <p:nvPr/>
            </p:nvSpPr>
            <p:spPr>
              <a:xfrm>
                <a:off x="5278469" y="1036550"/>
                <a:ext cx="419463" cy="305287"/>
              </a:xfrm>
              <a:custGeom>
                <a:avLst/>
                <a:gdLst/>
                <a:ahLst/>
                <a:cxnLst/>
                <a:rect l="l" t="t" r="r" b="b"/>
                <a:pathLst>
                  <a:path w="1881" h="1369" extrusionOk="0">
                    <a:moveTo>
                      <a:pt x="1062" y="0"/>
                    </a:moveTo>
                    <a:cubicBezTo>
                      <a:pt x="987" y="0"/>
                      <a:pt x="911" y="21"/>
                      <a:pt x="848" y="61"/>
                    </a:cubicBezTo>
                    <a:cubicBezTo>
                      <a:pt x="791" y="33"/>
                      <a:pt x="729" y="19"/>
                      <a:pt x="668" y="19"/>
                    </a:cubicBezTo>
                    <a:cubicBezTo>
                      <a:pt x="634" y="19"/>
                      <a:pt x="600" y="23"/>
                      <a:pt x="567" y="32"/>
                    </a:cubicBezTo>
                    <a:cubicBezTo>
                      <a:pt x="475" y="59"/>
                      <a:pt x="394" y="116"/>
                      <a:pt x="340" y="196"/>
                    </a:cubicBezTo>
                    <a:cubicBezTo>
                      <a:pt x="234" y="198"/>
                      <a:pt x="132" y="276"/>
                      <a:pt x="103" y="378"/>
                    </a:cubicBezTo>
                    <a:cubicBezTo>
                      <a:pt x="93" y="415"/>
                      <a:pt x="93" y="452"/>
                      <a:pt x="81" y="488"/>
                    </a:cubicBezTo>
                    <a:cubicBezTo>
                      <a:pt x="66" y="527"/>
                      <a:pt x="42" y="560"/>
                      <a:pt x="29" y="599"/>
                    </a:cubicBezTo>
                    <a:cubicBezTo>
                      <a:pt x="1" y="683"/>
                      <a:pt x="46" y="769"/>
                      <a:pt x="123" y="818"/>
                    </a:cubicBezTo>
                    <a:cubicBezTo>
                      <a:pt x="126" y="941"/>
                      <a:pt x="136" y="1063"/>
                      <a:pt x="152" y="1186"/>
                    </a:cubicBezTo>
                    <a:cubicBezTo>
                      <a:pt x="158" y="1233"/>
                      <a:pt x="209" y="1227"/>
                      <a:pt x="256" y="1245"/>
                    </a:cubicBezTo>
                    <a:cubicBezTo>
                      <a:pt x="353" y="1278"/>
                      <a:pt x="451" y="1311"/>
                      <a:pt x="553" y="1331"/>
                    </a:cubicBezTo>
                    <a:cubicBezTo>
                      <a:pt x="681" y="1359"/>
                      <a:pt x="812" y="1368"/>
                      <a:pt x="944" y="1368"/>
                    </a:cubicBezTo>
                    <a:cubicBezTo>
                      <a:pt x="1056" y="1368"/>
                      <a:pt x="1169" y="1361"/>
                      <a:pt x="1281" y="1354"/>
                    </a:cubicBezTo>
                    <a:cubicBezTo>
                      <a:pt x="1390" y="1350"/>
                      <a:pt x="1507" y="1335"/>
                      <a:pt x="1576" y="1256"/>
                    </a:cubicBezTo>
                    <a:cubicBezTo>
                      <a:pt x="1629" y="1196"/>
                      <a:pt x="1642" y="1100"/>
                      <a:pt x="1652" y="1020"/>
                    </a:cubicBezTo>
                    <a:cubicBezTo>
                      <a:pt x="1730" y="979"/>
                      <a:pt x="1760" y="885"/>
                      <a:pt x="1748" y="799"/>
                    </a:cubicBezTo>
                    <a:cubicBezTo>
                      <a:pt x="1832" y="754"/>
                      <a:pt x="1881" y="656"/>
                      <a:pt x="1871" y="562"/>
                    </a:cubicBezTo>
                    <a:cubicBezTo>
                      <a:pt x="1860" y="468"/>
                      <a:pt x="1789" y="386"/>
                      <a:pt x="1697" y="360"/>
                    </a:cubicBezTo>
                    <a:cubicBezTo>
                      <a:pt x="1713" y="284"/>
                      <a:pt x="1678" y="196"/>
                      <a:pt x="1611" y="159"/>
                    </a:cubicBezTo>
                    <a:cubicBezTo>
                      <a:pt x="1580" y="141"/>
                      <a:pt x="1547" y="132"/>
                      <a:pt x="1517" y="118"/>
                    </a:cubicBezTo>
                    <a:cubicBezTo>
                      <a:pt x="1474" y="96"/>
                      <a:pt x="1435" y="65"/>
                      <a:pt x="1392" y="44"/>
                    </a:cubicBezTo>
                    <a:cubicBezTo>
                      <a:pt x="1370" y="35"/>
                      <a:pt x="1343" y="28"/>
                      <a:pt x="1318" y="28"/>
                    </a:cubicBezTo>
                    <a:cubicBezTo>
                      <a:pt x="1294" y="28"/>
                      <a:pt x="1271" y="34"/>
                      <a:pt x="1253" y="49"/>
                    </a:cubicBezTo>
                    <a:cubicBezTo>
                      <a:pt x="1195" y="16"/>
                      <a:pt x="1129" y="0"/>
                      <a:pt x="10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39"/>
              <p:cNvSpPr/>
              <p:nvPr/>
            </p:nvSpPr>
            <p:spPr>
              <a:xfrm>
                <a:off x="5275793" y="1174809"/>
                <a:ext cx="411658" cy="60879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2730" extrusionOk="0">
                    <a:moveTo>
                      <a:pt x="740" y="0"/>
                    </a:moveTo>
                    <a:cubicBezTo>
                      <a:pt x="693" y="0"/>
                      <a:pt x="657" y="65"/>
                      <a:pt x="608" y="73"/>
                    </a:cubicBezTo>
                    <a:cubicBezTo>
                      <a:pt x="605" y="73"/>
                      <a:pt x="602" y="74"/>
                      <a:pt x="598" y="74"/>
                    </a:cubicBezTo>
                    <a:cubicBezTo>
                      <a:pt x="547" y="74"/>
                      <a:pt x="506" y="19"/>
                      <a:pt x="456" y="19"/>
                    </a:cubicBezTo>
                    <a:cubicBezTo>
                      <a:pt x="453" y="19"/>
                      <a:pt x="450" y="19"/>
                      <a:pt x="446" y="20"/>
                    </a:cubicBezTo>
                    <a:cubicBezTo>
                      <a:pt x="397" y="26"/>
                      <a:pt x="341" y="82"/>
                      <a:pt x="294" y="82"/>
                    </a:cubicBezTo>
                    <a:cubicBezTo>
                      <a:pt x="290" y="82"/>
                      <a:pt x="286" y="82"/>
                      <a:pt x="283" y="81"/>
                    </a:cubicBezTo>
                    <a:cubicBezTo>
                      <a:pt x="283" y="249"/>
                      <a:pt x="281" y="419"/>
                      <a:pt x="281" y="587"/>
                    </a:cubicBezTo>
                    <a:cubicBezTo>
                      <a:pt x="246" y="566"/>
                      <a:pt x="199" y="558"/>
                      <a:pt x="158" y="552"/>
                    </a:cubicBezTo>
                    <a:cubicBezTo>
                      <a:pt x="149" y="550"/>
                      <a:pt x="140" y="549"/>
                      <a:pt x="131" y="549"/>
                    </a:cubicBezTo>
                    <a:cubicBezTo>
                      <a:pt x="99" y="549"/>
                      <a:pt x="67" y="560"/>
                      <a:pt x="43" y="582"/>
                    </a:cubicBezTo>
                    <a:cubicBezTo>
                      <a:pt x="9" y="613"/>
                      <a:pt x="0" y="660"/>
                      <a:pt x="3" y="705"/>
                    </a:cubicBezTo>
                    <a:cubicBezTo>
                      <a:pt x="7" y="828"/>
                      <a:pt x="109" y="941"/>
                      <a:pt x="232" y="957"/>
                    </a:cubicBezTo>
                    <a:cubicBezTo>
                      <a:pt x="256" y="1076"/>
                      <a:pt x="313" y="1190"/>
                      <a:pt x="391" y="1280"/>
                    </a:cubicBezTo>
                    <a:cubicBezTo>
                      <a:pt x="393" y="1477"/>
                      <a:pt x="408" y="1689"/>
                      <a:pt x="412" y="1886"/>
                    </a:cubicBezTo>
                    <a:cubicBezTo>
                      <a:pt x="309" y="1978"/>
                      <a:pt x="201" y="2098"/>
                      <a:pt x="103" y="2191"/>
                    </a:cubicBezTo>
                    <a:cubicBezTo>
                      <a:pt x="119" y="2358"/>
                      <a:pt x="228" y="2516"/>
                      <a:pt x="371" y="2604"/>
                    </a:cubicBezTo>
                    <a:cubicBezTo>
                      <a:pt x="514" y="2694"/>
                      <a:pt x="688" y="2725"/>
                      <a:pt x="856" y="2729"/>
                    </a:cubicBezTo>
                    <a:cubicBezTo>
                      <a:pt x="876" y="2729"/>
                      <a:pt x="895" y="2730"/>
                      <a:pt x="915" y="2730"/>
                    </a:cubicBezTo>
                    <a:cubicBezTo>
                      <a:pt x="1098" y="2730"/>
                      <a:pt x="1281" y="2695"/>
                      <a:pt x="1445" y="2614"/>
                    </a:cubicBezTo>
                    <a:cubicBezTo>
                      <a:pt x="1623" y="2524"/>
                      <a:pt x="1776" y="2371"/>
                      <a:pt x="1846" y="2182"/>
                    </a:cubicBezTo>
                    <a:cubicBezTo>
                      <a:pt x="1688" y="2090"/>
                      <a:pt x="1529" y="1986"/>
                      <a:pt x="1373" y="1886"/>
                    </a:cubicBezTo>
                    <a:cubicBezTo>
                      <a:pt x="1349" y="1714"/>
                      <a:pt x="1330" y="1526"/>
                      <a:pt x="1330" y="1352"/>
                    </a:cubicBezTo>
                    <a:cubicBezTo>
                      <a:pt x="1375" y="1288"/>
                      <a:pt x="1429" y="1227"/>
                      <a:pt x="1465" y="1155"/>
                    </a:cubicBezTo>
                    <a:cubicBezTo>
                      <a:pt x="1500" y="1084"/>
                      <a:pt x="1527" y="1006"/>
                      <a:pt x="1529" y="926"/>
                    </a:cubicBezTo>
                    <a:cubicBezTo>
                      <a:pt x="1592" y="912"/>
                      <a:pt x="1660" y="889"/>
                      <a:pt x="1709" y="844"/>
                    </a:cubicBezTo>
                    <a:cubicBezTo>
                      <a:pt x="1756" y="801"/>
                      <a:pt x="1787" y="738"/>
                      <a:pt x="1780" y="675"/>
                    </a:cubicBezTo>
                    <a:cubicBezTo>
                      <a:pt x="1772" y="609"/>
                      <a:pt x="1715" y="552"/>
                      <a:pt x="1652" y="552"/>
                    </a:cubicBezTo>
                    <a:cubicBezTo>
                      <a:pt x="1600" y="552"/>
                      <a:pt x="1555" y="587"/>
                      <a:pt x="1514" y="617"/>
                    </a:cubicBezTo>
                    <a:cubicBezTo>
                      <a:pt x="1527" y="497"/>
                      <a:pt x="1539" y="382"/>
                      <a:pt x="1551" y="261"/>
                    </a:cubicBezTo>
                    <a:lnTo>
                      <a:pt x="1551" y="261"/>
                    </a:lnTo>
                    <a:cubicBezTo>
                      <a:pt x="1489" y="274"/>
                      <a:pt x="1423" y="279"/>
                      <a:pt x="1358" y="279"/>
                    </a:cubicBezTo>
                    <a:cubicBezTo>
                      <a:pt x="1339" y="279"/>
                      <a:pt x="1319" y="279"/>
                      <a:pt x="1300" y="278"/>
                    </a:cubicBezTo>
                    <a:cubicBezTo>
                      <a:pt x="1218" y="271"/>
                      <a:pt x="1132" y="241"/>
                      <a:pt x="1077" y="179"/>
                    </a:cubicBezTo>
                    <a:cubicBezTo>
                      <a:pt x="1056" y="157"/>
                      <a:pt x="1038" y="128"/>
                      <a:pt x="1007" y="122"/>
                    </a:cubicBezTo>
                    <a:cubicBezTo>
                      <a:pt x="1000" y="120"/>
                      <a:pt x="993" y="119"/>
                      <a:pt x="986" y="119"/>
                    </a:cubicBezTo>
                    <a:cubicBezTo>
                      <a:pt x="967" y="119"/>
                      <a:pt x="949" y="124"/>
                      <a:pt x="931" y="124"/>
                    </a:cubicBezTo>
                    <a:cubicBezTo>
                      <a:pt x="929" y="124"/>
                      <a:pt x="927" y="124"/>
                      <a:pt x="925" y="124"/>
                    </a:cubicBezTo>
                    <a:cubicBezTo>
                      <a:pt x="882" y="124"/>
                      <a:pt x="842" y="104"/>
                      <a:pt x="819" y="73"/>
                    </a:cubicBezTo>
                    <a:cubicBezTo>
                      <a:pt x="798" y="46"/>
                      <a:pt x="782" y="10"/>
                      <a:pt x="751" y="1"/>
                    </a:cubicBezTo>
                    <a:cubicBezTo>
                      <a:pt x="747" y="1"/>
                      <a:pt x="743" y="0"/>
                      <a:pt x="740" y="0"/>
                    </a:cubicBezTo>
                    <a:close/>
                  </a:path>
                </a:pathLst>
              </a:custGeom>
              <a:solidFill>
                <a:srgbClr val="C46F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39"/>
              <p:cNvSpPr/>
              <p:nvPr/>
            </p:nvSpPr>
            <p:spPr>
              <a:xfrm>
                <a:off x="5358303" y="1232789"/>
                <a:ext cx="69576" cy="25422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14" extrusionOk="0">
                    <a:moveTo>
                      <a:pt x="148" y="0"/>
                    </a:moveTo>
                    <a:cubicBezTo>
                      <a:pt x="112" y="0"/>
                      <a:pt x="75" y="11"/>
                      <a:pt x="42" y="22"/>
                    </a:cubicBezTo>
                    <a:cubicBezTo>
                      <a:pt x="19" y="30"/>
                      <a:pt x="1" y="52"/>
                      <a:pt x="7" y="79"/>
                    </a:cubicBezTo>
                    <a:cubicBezTo>
                      <a:pt x="14" y="98"/>
                      <a:pt x="33" y="114"/>
                      <a:pt x="53" y="114"/>
                    </a:cubicBezTo>
                    <a:cubicBezTo>
                      <a:pt x="57" y="114"/>
                      <a:pt x="60" y="113"/>
                      <a:pt x="64" y="112"/>
                    </a:cubicBezTo>
                    <a:cubicBezTo>
                      <a:pt x="83" y="104"/>
                      <a:pt x="99" y="99"/>
                      <a:pt x="117" y="97"/>
                    </a:cubicBezTo>
                    <a:cubicBezTo>
                      <a:pt x="126" y="93"/>
                      <a:pt x="134" y="91"/>
                      <a:pt x="144" y="91"/>
                    </a:cubicBezTo>
                    <a:cubicBezTo>
                      <a:pt x="148" y="91"/>
                      <a:pt x="150" y="89"/>
                      <a:pt x="156" y="89"/>
                    </a:cubicBezTo>
                    <a:lnTo>
                      <a:pt x="187" y="89"/>
                    </a:lnTo>
                    <a:cubicBezTo>
                      <a:pt x="188" y="89"/>
                      <a:pt x="193" y="90"/>
                      <a:pt x="194" y="90"/>
                    </a:cubicBezTo>
                    <a:cubicBezTo>
                      <a:pt x="194" y="90"/>
                      <a:pt x="194" y="90"/>
                      <a:pt x="191" y="89"/>
                    </a:cubicBezTo>
                    <a:cubicBezTo>
                      <a:pt x="197" y="89"/>
                      <a:pt x="199" y="89"/>
                      <a:pt x="205" y="91"/>
                    </a:cubicBezTo>
                    <a:cubicBezTo>
                      <a:pt x="226" y="93"/>
                      <a:pt x="242" y="97"/>
                      <a:pt x="263" y="99"/>
                    </a:cubicBezTo>
                    <a:cubicBezTo>
                      <a:pt x="265" y="100"/>
                      <a:pt x="266" y="100"/>
                      <a:pt x="268" y="100"/>
                    </a:cubicBezTo>
                    <a:cubicBezTo>
                      <a:pt x="285" y="100"/>
                      <a:pt x="300" y="92"/>
                      <a:pt x="304" y="77"/>
                    </a:cubicBezTo>
                    <a:cubicBezTo>
                      <a:pt x="312" y="59"/>
                      <a:pt x="299" y="40"/>
                      <a:pt x="285" y="36"/>
                    </a:cubicBezTo>
                    <a:cubicBezTo>
                      <a:pt x="246" y="22"/>
                      <a:pt x="205" y="7"/>
                      <a:pt x="164" y="1"/>
                    </a:cubicBezTo>
                    <a:cubicBezTo>
                      <a:pt x="159" y="1"/>
                      <a:pt x="153" y="0"/>
                      <a:pt x="148" y="0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39"/>
              <p:cNvSpPr/>
              <p:nvPr/>
            </p:nvSpPr>
            <p:spPr>
              <a:xfrm>
                <a:off x="5494779" y="1239256"/>
                <a:ext cx="70022" cy="28098"/>
              </a:xfrm>
              <a:custGeom>
                <a:avLst/>
                <a:gdLst/>
                <a:ahLst/>
                <a:cxnLst/>
                <a:rect l="l" t="t" r="r" b="b"/>
                <a:pathLst>
                  <a:path w="314" h="126" extrusionOk="0">
                    <a:moveTo>
                      <a:pt x="154" y="1"/>
                    </a:moveTo>
                    <a:cubicBezTo>
                      <a:pt x="107" y="1"/>
                      <a:pt x="62" y="9"/>
                      <a:pt x="21" y="30"/>
                    </a:cubicBezTo>
                    <a:cubicBezTo>
                      <a:pt x="5" y="38"/>
                      <a:pt x="1" y="58"/>
                      <a:pt x="7" y="70"/>
                    </a:cubicBezTo>
                    <a:cubicBezTo>
                      <a:pt x="11" y="80"/>
                      <a:pt x="21" y="87"/>
                      <a:pt x="33" y="87"/>
                    </a:cubicBezTo>
                    <a:cubicBezTo>
                      <a:pt x="37" y="87"/>
                      <a:pt x="41" y="86"/>
                      <a:pt x="46" y="85"/>
                    </a:cubicBezTo>
                    <a:cubicBezTo>
                      <a:pt x="56" y="83"/>
                      <a:pt x="66" y="81"/>
                      <a:pt x="76" y="81"/>
                    </a:cubicBezTo>
                    <a:lnTo>
                      <a:pt x="138" y="81"/>
                    </a:lnTo>
                    <a:cubicBezTo>
                      <a:pt x="127" y="81"/>
                      <a:pt x="144" y="81"/>
                      <a:pt x="146" y="83"/>
                    </a:cubicBezTo>
                    <a:cubicBezTo>
                      <a:pt x="164" y="85"/>
                      <a:pt x="181" y="91"/>
                      <a:pt x="199" y="95"/>
                    </a:cubicBezTo>
                    <a:cubicBezTo>
                      <a:pt x="201" y="95"/>
                      <a:pt x="207" y="99"/>
                      <a:pt x="209" y="101"/>
                    </a:cubicBezTo>
                    <a:cubicBezTo>
                      <a:pt x="211" y="101"/>
                      <a:pt x="215" y="103"/>
                      <a:pt x="217" y="103"/>
                    </a:cubicBezTo>
                    <a:cubicBezTo>
                      <a:pt x="228" y="109"/>
                      <a:pt x="236" y="113"/>
                      <a:pt x="242" y="120"/>
                    </a:cubicBezTo>
                    <a:cubicBezTo>
                      <a:pt x="248" y="123"/>
                      <a:pt x="256" y="125"/>
                      <a:pt x="264" y="125"/>
                    </a:cubicBezTo>
                    <a:cubicBezTo>
                      <a:pt x="280" y="125"/>
                      <a:pt x="296" y="117"/>
                      <a:pt x="303" y="103"/>
                    </a:cubicBezTo>
                    <a:cubicBezTo>
                      <a:pt x="314" y="83"/>
                      <a:pt x="309" y="54"/>
                      <a:pt x="289" y="42"/>
                    </a:cubicBezTo>
                    <a:cubicBezTo>
                      <a:pt x="248" y="19"/>
                      <a:pt x="201" y="3"/>
                      <a:pt x="154" y="1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39"/>
              <p:cNvSpPr/>
              <p:nvPr/>
            </p:nvSpPr>
            <p:spPr>
              <a:xfrm>
                <a:off x="5415837" y="1276274"/>
                <a:ext cx="55973" cy="108378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86" extrusionOk="0">
                    <a:moveTo>
                      <a:pt x="162" y="1"/>
                    </a:moveTo>
                    <a:cubicBezTo>
                      <a:pt x="150" y="1"/>
                      <a:pt x="138" y="8"/>
                      <a:pt x="136" y="25"/>
                    </a:cubicBezTo>
                    <a:cubicBezTo>
                      <a:pt x="134" y="127"/>
                      <a:pt x="101" y="230"/>
                      <a:pt x="62" y="326"/>
                    </a:cubicBezTo>
                    <a:cubicBezTo>
                      <a:pt x="48" y="365"/>
                      <a:pt x="1" y="430"/>
                      <a:pt x="54" y="457"/>
                    </a:cubicBezTo>
                    <a:cubicBezTo>
                      <a:pt x="74" y="467"/>
                      <a:pt x="103" y="469"/>
                      <a:pt x="125" y="475"/>
                    </a:cubicBezTo>
                    <a:cubicBezTo>
                      <a:pt x="149" y="479"/>
                      <a:pt x="176" y="486"/>
                      <a:pt x="199" y="486"/>
                    </a:cubicBezTo>
                    <a:cubicBezTo>
                      <a:pt x="202" y="486"/>
                      <a:pt x="205" y="486"/>
                      <a:pt x="207" y="486"/>
                    </a:cubicBezTo>
                    <a:cubicBezTo>
                      <a:pt x="242" y="481"/>
                      <a:pt x="250" y="436"/>
                      <a:pt x="215" y="424"/>
                    </a:cubicBezTo>
                    <a:cubicBezTo>
                      <a:pt x="193" y="416"/>
                      <a:pt x="170" y="416"/>
                      <a:pt x="146" y="410"/>
                    </a:cubicBezTo>
                    <a:cubicBezTo>
                      <a:pt x="136" y="408"/>
                      <a:pt x="125" y="406"/>
                      <a:pt x="115" y="406"/>
                    </a:cubicBezTo>
                    <a:cubicBezTo>
                      <a:pt x="111" y="404"/>
                      <a:pt x="107" y="404"/>
                      <a:pt x="103" y="403"/>
                    </a:cubicBezTo>
                    <a:lnTo>
                      <a:pt x="103" y="403"/>
                    </a:lnTo>
                    <a:cubicBezTo>
                      <a:pt x="104" y="401"/>
                      <a:pt x="104" y="399"/>
                      <a:pt x="105" y="398"/>
                    </a:cubicBezTo>
                    <a:cubicBezTo>
                      <a:pt x="107" y="389"/>
                      <a:pt x="113" y="379"/>
                      <a:pt x="115" y="373"/>
                    </a:cubicBezTo>
                    <a:cubicBezTo>
                      <a:pt x="121" y="357"/>
                      <a:pt x="129" y="344"/>
                      <a:pt x="134" y="328"/>
                    </a:cubicBezTo>
                    <a:cubicBezTo>
                      <a:pt x="146" y="295"/>
                      <a:pt x="156" y="262"/>
                      <a:pt x="166" y="230"/>
                    </a:cubicBezTo>
                    <a:cubicBezTo>
                      <a:pt x="185" y="162"/>
                      <a:pt x="191" y="93"/>
                      <a:pt x="187" y="25"/>
                    </a:cubicBezTo>
                    <a:cubicBezTo>
                      <a:pt x="187" y="9"/>
                      <a:pt x="174" y="1"/>
                      <a:pt x="162" y="1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39"/>
              <p:cNvSpPr/>
              <p:nvPr/>
            </p:nvSpPr>
            <p:spPr>
              <a:xfrm>
                <a:off x="5446165" y="1433935"/>
                <a:ext cx="53743" cy="1895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85" extrusionOk="0">
                    <a:moveTo>
                      <a:pt x="211" y="1"/>
                    </a:moveTo>
                    <a:cubicBezTo>
                      <a:pt x="205" y="1"/>
                      <a:pt x="200" y="2"/>
                      <a:pt x="194" y="6"/>
                    </a:cubicBezTo>
                    <a:cubicBezTo>
                      <a:pt x="193" y="7"/>
                      <a:pt x="192" y="7"/>
                      <a:pt x="191" y="7"/>
                    </a:cubicBezTo>
                    <a:cubicBezTo>
                      <a:pt x="191" y="7"/>
                      <a:pt x="191" y="7"/>
                      <a:pt x="192" y="6"/>
                    </a:cubicBezTo>
                    <a:lnTo>
                      <a:pt x="192" y="6"/>
                    </a:lnTo>
                    <a:cubicBezTo>
                      <a:pt x="190" y="8"/>
                      <a:pt x="184" y="8"/>
                      <a:pt x="182" y="10"/>
                    </a:cubicBezTo>
                    <a:cubicBezTo>
                      <a:pt x="180" y="12"/>
                      <a:pt x="178" y="12"/>
                      <a:pt x="173" y="16"/>
                    </a:cubicBezTo>
                    <a:cubicBezTo>
                      <a:pt x="172" y="17"/>
                      <a:pt x="171" y="17"/>
                      <a:pt x="171" y="17"/>
                    </a:cubicBezTo>
                    <a:cubicBezTo>
                      <a:pt x="170" y="17"/>
                      <a:pt x="170" y="17"/>
                      <a:pt x="171" y="16"/>
                    </a:cubicBezTo>
                    <a:lnTo>
                      <a:pt x="171" y="16"/>
                    </a:lnTo>
                    <a:cubicBezTo>
                      <a:pt x="169" y="16"/>
                      <a:pt x="167" y="18"/>
                      <a:pt x="167" y="18"/>
                    </a:cubicBezTo>
                    <a:cubicBezTo>
                      <a:pt x="163" y="18"/>
                      <a:pt x="161" y="20"/>
                      <a:pt x="157" y="20"/>
                    </a:cubicBezTo>
                    <a:cubicBezTo>
                      <a:pt x="141" y="26"/>
                      <a:pt x="126" y="28"/>
                      <a:pt x="112" y="28"/>
                    </a:cubicBezTo>
                    <a:cubicBezTo>
                      <a:pt x="96" y="30"/>
                      <a:pt x="77" y="30"/>
                      <a:pt x="59" y="30"/>
                    </a:cubicBezTo>
                    <a:cubicBezTo>
                      <a:pt x="49" y="30"/>
                      <a:pt x="41" y="34"/>
                      <a:pt x="34" y="34"/>
                    </a:cubicBezTo>
                    <a:cubicBezTo>
                      <a:pt x="28" y="34"/>
                      <a:pt x="26" y="34"/>
                      <a:pt x="20" y="36"/>
                    </a:cubicBezTo>
                    <a:cubicBezTo>
                      <a:pt x="17" y="38"/>
                      <a:pt x="15" y="39"/>
                      <a:pt x="12" y="39"/>
                    </a:cubicBezTo>
                    <a:cubicBezTo>
                      <a:pt x="11" y="39"/>
                      <a:pt x="10" y="39"/>
                      <a:pt x="8" y="38"/>
                    </a:cubicBezTo>
                    <a:cubicBezTo>
                      <a:pt x="7" y="38"/>
                      <a:pt x="6" y="38"/>
                      <a:pt x="6" y="38"/>
                    </a:cubicBezTo>
                    <a:cubicBezTo>
                      <a:pt x="3" y="38"/>
                      <a:pt x="1" y="41"/>
                      <a:pt x="6" y="44"/>
                    </a:cubicBezTo>
                    <a:cubicBezTo>
                      <a:pt x="10" y="44"/>
                      <a:pt x="14" y="51"/>
                      <a:pt x="16" y="53"/>
                    </a:cubicBezTo>
                    <a:cubicBezTo>
                      <a:pt x="18" y="57"/>
                      <a:pt x="24" y="59"/>
                      <a:pt x="28" y="61"/>
                    </a:cubicBezTo>
                    <a:cubicBezTo>
                      <a:pt x="38" y="67"/>
                      <a:pt x="47" y="71"/>
                      <a:pt x="57" y="75"/>
                    </a:cubicBezTo>
                    <a:cubicBezTo>
                      <a:pt x="77" y="81"/>
                      <a:pt x="96" y="83"/>
                      <a:pt x="118" y="83"/>
                    </a:cubicBezTo>
                    <a:cubicBezTo>
                      <a:pt x="124" y="84"/>
                      <a:pt x="129" y="84"/>
                      <a:pt x="135" y="84"/>
                    </a:cubicBezTo>
                    <a:cubicBezTo>
                      <a:pt x="169" y="84"/>
                      <a:pt x="204" y="73"/>
                      <a:pt x="231" y="51"/>
                    </a:cubicBezTo>
                    <a:cubicBezTo>
                      <a:pt x="241" y="40"/>
                      <a:pt x="241" y="22"/>
                      <a:pt x="233" y="12"/>
                    </a:cubicBezTo>
                    <a:cubicBezTo>
                      <a:pt x="227" y="4"/>
                      <a:pt x="219" y="1"/>
                      <a:pt x="211" y="1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39"/>
              <p:cNvSpPr/>
              <p:nvPr/>
            </p:nvSpPr>
            <p:spPr>
              <a:xfrm>
                <a:off x="5616982" y="1320651"/>
                <a:ext cx="35011" cy="36572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64" extrusionOk="0">
                    <a:moveTo>
                      <a:pt x="120" y="0"/>
                    </a:moveTo>
                    <a:cubicBezTo>
                      <a:pt x="116" y="0"/>
                      <a:pt x="113" y="1"/>
                      <a:pt x="109" y="2"/>
                    </a:cubicBezTo>
                    <a:cubicBezTo>
                      <a:pt x="81" y="10"/>
                      <a:pt x="52" y="25"/>
                      <a:pt x="36" y="47"/>
                    </a:cubicBezTo>
                    <a:cubicBezTo>
                      <a:pt x="23" y="61"/>
                      <a:pt x="17" y="76"/>
                      <a:pt x="9" y="92"/>
                    </a:cubicBezTo>
                    <a:cubicBezTo>
                      <a:pt x="5" y="106"/>
                      <a:pt x="1" y="127"/>
                      <a:pt x="9" y="143"/>
                    </a:cubicBezTo>
                    <a:cubicBezTo>
                      <a:pt x="13" y="151"/>
                      <a:pt x="21" y="164"/>
                      <a:pt x="38" y="164"/>
                    </a:cubicBezTo>
                    <a:cubicBezTo>
                      <a:pt x="50" y="164"/>
                      <a:pt x="60" y="156"/>
                      <a:pt x="64" y="143"/>
                    </a:cubicBezTo>
                    <a:cubicBezTo>
                      <a:pt x="64" y="141"/>
                      <a:pt x="66" y="138"/>
                      <a:pt x="66" y="138"/>
                    </a:cubicBezTo>
                    <a:lnTo>
                      <a:pt x="66" y="138"/>
                    </a:lnTo>
                    <a:cubicBezTo>
                      <a:pt x="66" y="138"/>
                      <a:pt x="66" y="139"/>
                      <a:pt x="64" y="143"/>
                    </a:cubicBezTo>
                    <a:cubicBezTo>
                      <a:pt x="68" y="137"/>
                      <a:pt x="68" y="135"/>
                      <a:pt x="70" y="129"/>
                    </a:cubicBezTo>
                    <a:cubicBezTo>
                      <a:pt x="70" y="127"/>
                      <a:pt x="72" y="123"/>
                      <a:pt x="72" y="119"/>
                    </a:cubicBezTo>
                    <a:lnTo>
                      <a:pt x="81" y="96"/>
                    </a:lnTo>
                    <a:lnTo>
                      <a:pt x="81" y="96"/>
                    </a:lnTo>
                    <a:cubicBezTo>
                      <a:pt x="81" y="98"/>
                      <a:pt x="79" y="102"/>
                      <a:pt x="79" y="104"/>
                    </a:cubicBezTo>
                    <a:cubicBezTo>
                      <a:pt x="81" y="96"/>
                      <a:pt x="87" y="92"/>
                      <a:pt x="89" y="84"/>
                    </a:cubicBezTo>
                    <a:cubicBezTo>
                      <a:pt x="89" y="83"/>
                      <a:pt x="90" y="82"/>
                      <a:pt x="91" y="81"/>
                    </a:cubicBezTo>
                    <a:lnTo>
                      <a:pt x="91" y="81"/>
                    </a:lnTo>
                    <a:lnTo>
                      <a:pt x="93" y="78"/>
                    </a:lnTo>
                    <a:lnTo>
                      <a:pt x="101" y="72"/>
                    </a:lnTo>
                    <a:cubicBezTo>
                      <a:pt x="101" y="72"/>
                      <a:pt x="103" y="68"/>
                      <a:pt x="105" y="68"/>
                    </a:cubicBezTo>
                    <a:cubicBezTo>
                      <a:pt x="109" y="66"/>
                      <a:pt x="111" y="63"/>
                      <a:pt x="115" y="63"/>
                    </a:cubicBezTo>
                    <a:cubicBezTo>
                      <a:pt x="119" y="61"/>
                      <a:pt x="124" y="61"/>
                      <a:pt x="126" y="57"/>
                    </a:cubicBezTo>
                    <a:lnTo>
                      <a:pt x="126" y="57"/>
                    </a:lnTo>
                    <a:cubicBezTo>
                      <a:pt x="124" y="59"/>
                      <a:pt x="123" y="60"/>
                      <a:pt x="122" y="60"/>
                    </a:cubicBezTo>
                    <a:cubicBezTo>
                      <a:pt x="122" y="60"/>
                      <a:pt x="124" y="57"/>
                      <a:pt x="126" y="57"/>
                    </a:cubicBezTo>
                    <a:lnTo>
                      <a:pt x="126" y="57"/>
                    </a:lnTo>
                    <a:cubicBezTo>
                      <a:pt x="126" y="57"/>
                      <a:pt x="126" y="57"/>
                      <a:pt x="126" y="57"/>
                    </a:cubicBezTo>
                    <a:cubicBezTo>
                      <a:pt x="130" y="57"/>
                      <a:pt x="130" y="57"/>
                      <a:pt x="132" y="55"/>
                    </a:cubicBezTo>
                    <a:cubicBezTo>
                      <a:pt x="146" y="51"/>
                      <a:pt x="156" y="35"/>
                      <a:pt x="152" y="21"/>
                    </a:cubicBezTo>
                    <a:cubicBezTo>
                      <a:pt x="142" y="9"/>
                      <a:pt x="133" y="0"/>
                      <a:pt x="120" y="0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39"/>
              <p:cNvSpPr/>
              <p:nvPr/>
            </p:nvSpPr>
            <p:spPr>
              <a:xfrm>
                <a:off x="5299431" y="1325557"/>
                <a:ext cx="41255" cy="24307"/>
              </a:xfrm>
              <a:custGeom>
                <a:avLst/>
                <a:gdLst/>
                <a:ahLst/>
                <a:cxnLst/>
                <a:rect l="l" t="t" r="r" b="b"/>
                <a:pathLst>
                  <a:path w="185" h="109" extrusionOk="0">
                    <a:moveTo>
                      <a:pt x="85" y="1"/>
                    </a:moveTo>
                    <a:cubicBezTo>
                      <a:pt x="64" y="1"/>
                      <a:pt x="44" y="9"/>
                      <a:pt x="29" y="21"/>
                    </a:cubicBezTo>
                    <a:cubicBezTo>
                      <a:pt x="15" y="33"/>
                      <a:pt x="9" y="54"/>
                      <a:pt x="3" y="72"/>
                    </a:cubicBezTo>
                    <a:cubicBezTo>
                      <a:pt x="1" y="82"/>
                      <a:pt x="5" y="93"/>
                      <a:pt x="15" y="97"/>
                    </a:cubicBezTo>
                    <a:cubicBezTo>
                      <a:pt x="16" y="98"/>
                      <a:pt x="17" y="98"/>
                      <a:pt x="18" y="98"/>
                    </a:cubicBezTo>
                    <a:cubicBezTo>
                      <a:pt x="23" y="98"/>
                      <a:pt x="31" y="94"/>
                      <a:pt x="34" y="87"/>
                    </a:cubicBezTo>
                    <a:cubicBezTo>
                      <a:pt x="38" y="82"/>
                      <a:pt x="40" y="74"/>
                      <a:pt x="44" y="70"/>
                    </a:cubicBezTo>
                    <a:cubicBezTo>
                      <a:pt x="44" y="66"/>
                      <a:pt x="48" y="66"/>
                      <a:pt x="48" y="64"/>
                    </a:cubicBezTo>
                    <a:lnTo>
                      <a:pt x="50" y="62"/>
                    </a:lnTo>
                    <a:lnTo>
                      <a:pt x="52" y="60"/>
                    </a:lnTo>
                    <a:lnTo>
                      <a:pt x="54" y="56"/>
                    </a:lnTo>
                    <a:cubicBezTo>
                      <a:pt x="54" y="56"/>
                      <a:pt x="56" y="55"/>
                      <a:pt x="57" y="55"/>
                    </a:cubicBezTo>
                    <a:lnTo>
                      <a:pt x="57" y="55"/>
                    </a:lnTo>
                    <a:cubicBezTo>
                      <a:pt x="58" y="54"/>
                      <a:pt x="60" y="54"/>
                      <a:pt x="60" y="54"/>
                    </a:cubicBezTo>
                    <a:lnTo>
                      <a:pt x="75" y="54"/>
                    </a:lnTo>
                    <a:cubicBezTo>
                      <a:pt x="77" y="54"/>
                      <a:pt x="81" y="54"/>
                      <a:pt x="85" y="56"/>
                    </a:cubicBezTo>
                    <a:cubicBezTo>
                      <a:pt x="86" y="56"/>
                      <a:pt x="87" y="56"/>
                      <a:pt x="89" y="58"/>
                    </a:cubicBezTo>
                    <a:lnTo>
                      <a:pt x="89" y="58"/>
                    </a:lnTo>
                    <a:cubicBezTo>
                      <a:pt x="89" y="58"/>
                      <a:pt x="89" y="58"/>
                      <a:pt x="89" y="58"/>
                    </a:cubicBezTo>
                    <a:lnTo>
                      <a:pt x="89" y="58"/>
                    </a:lnTo>
                    <a:cubicBezTo>
                      <a:pt x="88" y="58"/>
                      <a:pt x="89" y="59"/>
                      <a:pt x="91" y="60"/>
                    </a:cubicBezTo>
                    <a:cubicBezTo>
                      <a:pt x="93" y="62"/>
                      <a:pt x="95" y="62"/>
                      <a:pt x="101" y="64"/>
                    </a:cubicBezTo>
                    <a:cubicBezTo>
                      <a:pt x="103" y="64"/>
                      <a:pt x="103" y="66"/>
                      <a:pt x="105" y="66"/>
                    </a:cubicBezTo>
                    <a:cubicBezTo>
                      <a:pt x="115" y="76"/>
                      <a:pt x="126" y="87"/>
                      <a:pt x="136" y="101"/>
                    </a:cubicBezTo>
                    <a:cubicBezTo>
                      <a:pt x="140" y="106"/>
                      <a:pt x="147" y="109"/>
                      <a:pt x="155" y="109"/>
                    </a:cubicBezTo>
                    <a:cubicBezTo>
                      <a:pt x="161" y="109"/>
                      <a:pt x="168" y="107"/>
                      <a:pt x="173" y="103"/>
                    </a:cubicBezTo>
                    <a:cubicBezTo>
                      <a:pt x="183" y="95"/>
                      <a:pt x="185" y="80"/>
                      <a:pt x="179" y="70"/>
                    </a:cubicBezTo>
                    <a:cubicBezTo>
                      <a:pt x="169" y="52"/>
                      <a:pt x="158" y="35"/>
                      <a:pt x="144" y="23"/>
                    </a:cubicBezTo>
                    <a:cubicBezTo>
                      <a:pt x="126" y="11"/>
                      <a:pt x="105" y="1"/>
                      <a:pt x="85" y="1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39"/>
              <p:cNvSpPr/>
              <p:nvPr/>
            </p:nvSpPr>
            <p:spPr>
              <a:xfrm>
                <a:off x="5483406" y="1673436"/>
                <a:ext cx="104587" cy="68015"/>
              </a:xfrm>
              <a:custGeom>
                <a:avLst/>
                <a:gdLst/>
                <a:ahLst/>
                <a:cxnLst/>
                <a:rect l="l" t="t" r="r" b="b"/>
                <a:pathLst>
                  <a:path w="469" h="305" extrusionOk="0">
                    <a:moveTo>
                      <a:pt x="411" y="1"/>
                    </a:moveTo>
                    <a:cubicBezTo>
                      <a:pt x="409" y="1"/>
                      <a:pt x="406" y="1"/>
                      <a:pt x="403" y="2"/>
                    </a:cubicBezTo>
                    <a:cubicBezTo>
                      <a:pt x="258" y="38"/>
                      <a:pt x="125" y="139"/>
                      <a:pt x="23" y="249"/>
                    </a:cubicBezTo>
                    <a:cubicBezTo>
                      <a:pt x="1" y="273"/>
                      <a:pt x="23" y="304"/>
                      <a:pt x="49" y="304"/>
                    </a:cubicBezTo>
                    <a:cubicBezTo>
                      <a:pt x="57" y="304"/>
                      <a:pt x="65" y="301"/>
                      <a:pt x="72" y="294"/>
                    </a:cubicBezTo>
                    <a:cubicBezTo>
                      <a:pt x="123" y="243"/>
                      <a:pt x="178" y="200"/>
                      <a:pt x="240" y="163"/>
                    </a:cubicBezTo>
                    <a:cubicBezTo>
                      <a:pt x="301" y="126"/>
                      <a:pt x="369" y="98"/>
                      <a:pt x="432" y="67"/>
                    </a:cubicBezTo>
                    <a:cubicBezTo>
                      <a:pt x="468" y="50"/>
                      <a:pt x="446" y="1"/>
                      <a:pt x="411" y="1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39"/>
              <p:cNvSpPr/>
              <p:nvPr/>
            </p:nvSpPr>
            <p:spPr>
              <a:xfrm>
                <a:off x="5383056" y="1625937"/>
                <a:ext cx="39917" cy="42593"/>
              </a:xfrm>
              <a:custGeom>
                <a:avLst/>
                <a:gdLst/>
                <a:ahLst/>
                <a:cxnLst/>
                <a:rect l="l" t="t" r="r" b="b"/>
                <a:pathLst>
                  <a:path w="179" h="191" extrusionOk="0">
                    <a:moveTo>
                      <a:pt x="34" y="0"/>
                    </a:moveTo>
                    <a:cubicBezTo>
                      <a:pt x="24" y="0"/>
                      <a:pt x="13" y="6"/>
                      <a:pt x="8" y="14"/>
                    </a:cubicBezTo>
                    <a:cubicBezTo>
                      <a:pt x="0" y="33"/>
                      <a:pt x="4" y="45"/>
                      <a:pt x="21" y="55"/>
                    </a:cubicBezTo>
                    <a:lnTo>
                      <a:pt x="25" y="57"/>
                    </a:lnTo>
                    <a:lnTo>
                      <a:pt x="33" y="65"/>
                    </a:lnTo>
                    <a:lnTo>
                      <a:pt x="47" y="80"/>
                    </a:lnTo>
                    <a:cubicBezTo>
                      <a:pt x="58" y="90"/>
                      <a:pt x="68" y="100"/>
                      <a:pt x="78" y="114"/>
                    </a:cubicBezTo>
                    <a:lnTo>
                      <a:pt x="80" y="116"/>
                    </a:lnTo>
                    <a:cubicBezTo>
                      <a:pt x="84" y="121"/>
                      <a:pt x="88" y="127"/>
                      <a:pt x="90" y="129"/>
                    </a:cubicBezTo>
                    <a:cubicBezTo>
                      <a:pt x="90" y="131"/>
                      <a:pt x="94" y="131"/>
                      <a:pt x="96" y="135"/>
                    </a:cubicBezTo>
                    <a:cubicBezTo>
                      <a:pt x="98" y="137"/>
                      <a:pt x="101" y="139"/>
                      <a:pt x="101" y="141"/>
                    </a:cubicBezTo>
                    <a:cubicBezTo>
                      <a:pt x="107" y="147"/>
                      <a:pt x="109" y="155"/>
                      <a:pt x="115" y="159"/>
                    </a:cubicBezTo>
                    <a:cubicBezTo>
                      <a:pt x="119" y="168"/>
                      <a:pt x="127" y="176"/>
                      <a:pt x="131" y="182"/>
                    </a:cubicBezTo>
                    <a:cubicBezTo>
                      <a:pt x="137" y="187"/>
                      <a:pt x="146" y="190"/>
                      <a:pt x="153" y="190"/>
                    </a:cubicBezTo>
                    <a:cubicBezTo>
                      <a:pt x="157" y="190"/>
                      <a:pt x="160" y="189"/>
                      <a:pt x="162" y="188"/>
                    </a:cubicBezTo>
                    <a:cubicBezTo>
                      <a:pt x="172" y="180"/>
                      <a:pt x="178" y="170"/>
                      <a:pt x="176" y="157"/>
                    </a:cubicBezTo>
                    <a:cubicBezTo>
                      <a:pt x="172" y="147"/>
                      <a:pt x="170" y="139"/>
                      <a:pt x="168" y="129"/>
                    </a:cubicBezTo>
                    <a:cubicBezTo>
                      <a:pt x="166" y="121"/>
                      <a:pt x="160" y="116"/>
                      <a:pt x="156" y="108"/>
                    </a:cubicBezTo>
                    <a:cubicBezTo>
                      <a:pt x="146" y="94"/>
                      <a:pt x="135" y="80"/>
                      <a:pt x="121" y="67"/>
                    </a:cubicBezTo>
                    <a:cubicBezTo>
                      <a:pt x="98" y="43"/>
                      <a:pt x="74" y="22"/>
                      <a:pt x="47" y="4"/>
                    </a:cubicBezTo>
                    <a:cubicBezTo>
                      <a:pt x="43" y="1"/>
                      <a:pt x="39" y="0"/>
                      <a:pt x="34" y="0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39"/>
              <p:cNvSpPr/>
              <p:nvPr/>
            </p:nvSpPr>
            <p:spPr>
              <a:xfrm>
                <a:off x="5389746" y="1279842"/>
                <a:ext cx="28544" cy="52851"/>
              </a:xfrm>
              <a:custGeom>
                <a:avLst/>
                <a:gdLst/>
                <a:ahLst/>
                <a:cxnLst/>
                <a:rect l="l" t="t" r="r" b="b"/>
                <a:pathLst>
                  <a:path w="128" h="237" extrusionOk="0">
                    <a:moveTo>
                      <a:pt x="64" y="1"/>
                    </a:moveTo>
                    <a:cubicBezTo>
                      <a:pt x="28" y="1"/>
                      <a:pt x="1" y="54"/>
                      <a:pt x="1" y="118"/>
                    </a:cubicBezTo>
                    <a:cubicBezTo>
                      <a:pt x="1" y="183"/>
                      <a:pt x="28" y="236"/>
                      <a:pt x="64" y="236"/>
                    </a:cubicBezTo>
                    <a:cubicBezTo>
                      <a:pt x="99" y="236"/>
                      <a:pt x="128" y="185"/>
                      <a:pt x="128" y="118"/>
                    </a:cubicBezTo>
                    <a:cubicBezTo>
                      <a:pt x="128" y="52"/>
                      <a:pt x="99" y="1"/>
                      <a:pt x="64" y="1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39"/>
              <p:cNvSpPr/>
              <p:nvPr/>
            </p:nvSpPr>
            <p:spPr>
              <a:xfrm>
                <a:off x="5516186" y="1279842"/>
                <a:ext cx="28990" cy="52851"/>
              </a:xfrm>
              <a:custGeom>
                <a:avLst/>
                <a:gdLst/>
                <a:ahLst/>
                <a:cxnLst/>
                <a:rect l="l" t="t" r="r" b="b"/>
                <a:pathLst>
                  <a:path w="130" h="237" extrusionOk="0">
                    <a:moveTo>
                      <a:pt x="64" y="1"/>
                    </a:moveTo>
                    <a:cubicBezTo>
                      <a:pt x="29" y="1"/>
                      <a:pt x="1" y="52"/>
                      <a:pt x="1" y="118"/>
                    </a:cubicBezTo>
                    <a:cubicBezTo>
                      <a:pt x="1" y="183"/>
                      <a:pt x="29" y="236"/>
                      <a:pt x="64" y="236"/>
                    </a:cubicBezTo>
                    <a:cubicBezTo>
                      <a:pt x="101" y="236"/>
                      <a:pt x="130" y="183"/>
                      <a:pt x="130" y="118"/>
                    </a:cubicBezTo>
                    <a:cubicBezTo>
                      <a:pt x="130" y="52"/>
                      <a:pt x="101" y="1"/>
                      <a:pt x="64" y="1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39"/>
              <p:cNvSpPr/>
              <p:nvPr/>
            </p:nvSpPr>
            <p:spPr>
              <a:xfrm>
                <a:off x="5394429" y="1379523"/>
                <a:ext cx="139598" cy="43931"/>
              </a:xfrm>
              <a:custGeom>
                <a:avLst/>
                <a:gdLst/>
                <a:ahLst/>
                <a:cxnLst/>
                <a:rect l="l" t="t" r="r" b="b"/>
                <a:pathLst>
                  <a:path w="626" h="197" extrusionOk="0">
                    <a:moveTo>
                      <a:pt x="247" y="0"/>
                    </a:moveTo>
                    <a:cubicBezTo>
                      <a:pt x="235" y="0"/>
                      <a:pt x="223" y="2"/>
                      <a:pt x="211" y="6"/>
                    </a:cubicBezTo>
                    <a:cubicBezTo>
                      <a:pt x="176" y="18"/>
                      <a:pt x="146" y="49"/>
                      <a:pt x="135" y="88"/>
                    </a:cubicBezTo>
                    <a:cubicBezTo>
                      <a:pt x="130" y="87"/>
                      <a:pt x="125" y="87"/>
                      <a:pt x="120" y="87"/>
                    </a:cubicBezTo>
                    <a:cubicBezTo>
                      <a:pt x="67" y="87"/>
                      <a:pt x="19" y="126"/>
                      <a:pt x="0" y="178"/>
                    </a:cubicBezTo>
                    <a:cubicBezTo>
                      <a:pt x="10" y="192"/>
                      <a:pt x="28" y="196"/>
                      <a:pt x="45" y="196"/>
                    </a:cubicBezTo>
                    <a:cubicBezTo>
                      <a:pt x="57" y="196"/>
                      <a:pt x="68" y="195"/>
                      <a:pt x="78" y="192"/>
                    </a:cubicBezTo>
                    <a:cubicBezTo>
                      <a:pt x="146" y="182"/>
                      <a:pt x="209" y="172"/>
                      <a:pt x="277" y="162"/>
                    </a:cubicBezTo>
                    <a:cubicBezTo>
                      <a:pt x="295" y="159"/>
                      <a:pt x="322" y="153"/>
                      <a:pt x="344" y="153"/>
                    </a:cubicBezTo>
                    <a:cubicBezTo>
                      <a:pt x="354" y="153"/>
                      <a:pt x="364" y="154"/>
                      <a:pt x="371" y="158"/>
                    </a:cubicBezTo>
                    <a:cubicBezTo>
                      <a:pt x="409" y="173"/>
                      <a:pt x="454" y="179"/>
                      <a:pt x="498" y="179"/>
                    </a:cubicBezTo>
                    <a:cubicBezTo>
                      <a:pt x="540" y="179"/>
                      <a:pt x="582" y="174"/>
                      <a:pt x="620" y="168"/>
                    </a:cubicBezTo>
                    <a:cubicBezTo>
                      <a:pt x="626" y="139"/>
                      <a:pt x="600" y="108"/>
                      <a:pt x="571" y="108"/>
                    </a:cubicBezTo>
                    <a:cubicBezTo>
                      <a:pt x="568" y="108"/>
                      <a:pt x="566" y="108"/>
                      <a:pt x="563" y="108"/>
                    </a:cubicBezTo>
                    <a:cubicBezTo>
                      <a:pt x="559" y="78"/>
                      <a:pt x="543" y="49"/>
                      <a:pt x="514" y="39"/>
                    </a:cubicBezTo>
                    <a:cubicBezTo>
                      <a:pt x="505" y="35"/>
                      <a:pt x="495" y="33"/>
                      <a:pt x="486" y="33"/>
                    </a:cubicBezTo>
                    <a:cubicBezTo>
                      <a:pt x="466" y="33"/>
                      <a:pt x="446" y="41"/>
                      <a:pt x="432" y="55"/>
                    </a:cubicBezTo>
                    <a:cubicBezTo>
                      <a:pt x="424" y="35"/>
                      <a:pt x="405" y="16"/>
                      <a:pt x="383" y="8"/>
                    </a:cubicBezTo>
                    <a:cubicBezTo>
                      <a:pt x="379" y="7"/>
                      <a:pt x="374" y="6"/>
                      <a:pt x="370" y="6"/>
                    </a:cubicBezTo>
                    <a:cubicBezTo>
                      <a:pt x="353" y="6"/>
                      <a:pt x="336" y="15"/>
                      <a:pt x="322" y="25"/>
                    </a:cubicBezTo>
                    <a:cubicBezTo>
                      <a:pt x="301" y="9"/>
                      <a:pt x="274" y="0"/>
                      <a:pt x="2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39"/>
              <p:cNvSpPr/>
              <p:nvPr/>
            </p:nvSpPr>
            <p:spPr>
              <a:xfrm>
                <a:off x="5381272" y="1474297"/>
                <a:ext cx="199585" cy="119082"/>
              </a:xfrm>
              <a:custGeom>
                <a:avLst/>
                <a:gdLst/>
                <a:ahLst/>
                <a:cxnLst/>
                <a:rect l="l" t="t" r="r" b="b"/>
                <a:pathLst>
                  <a:path w="895" h="534" extrusionOk="0">
                    <a:moveTo>
                      <a:pt x="863" y="1"/>
                    </a:moveTo>
                    <a:lnTo>
                      <a:pt x="863" y="1"/>
                    </a:lnTo>
                    <a:cubicBezTo>
                      <a:pt x="722" y="110"/>
                      <a:pt x="575" y="183"/>
                      <a:pt x="418" y="183"/>
                    </a:cubicBezTo>
                    <a:cubicBezTo>
                      <a:pt x="287" y="183"/>
                      <a:pt x="148" y="132"/>
                      <a:pt x="0" y="9"/>
                    </a:cubicBezTo>
                    <a:lnTo>
                      <a:pt x="0" y="9"/>
                    </a:lnTo>
                    <a:cubicBezTo>
                      <a:pt x="157" y="400"/>
                      <a:pt x="432" y="534"/>
                      <a:pt x="707" y="534"/>
                    </a:cubicBezTo>
                    <a:cubicBezTo>
                      <a:pt x="770" y="534"/>
                      <a:pt x="833" y="527"/>
                      <a:pt x="894" y="514"/>
                    </a:cubicBezTo>
                    <a:cubicBezTo>
                      <a:pt x="874" y="350"/>
                      <a:pt x="853" y="172"/>
                      <a:pt x="857" y="9"/>
                    </a:cubicBezTo>
                    <a:lnTo>
                      <a:pt x="863" y="1"/>
                    </a:ln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39"/>
              <p:cNvSpPr/>
              <p:nvPr/>
            </p:nvSpPr>
            <p:spPr>
              <a:xfrm>
                <a:off x="5395767" y="2422490"/>
                <a:ext cx="300827" cy="138483"/>
              </a:xfrm>
              <a:custGeom>
                <a:avLst/>
                <a:gdLst/>
                <a:ahLst/>
                <a:cxnLst/>
                <a:rect l="l" t="t" r="r" b="b"/>
                <a:pathLst>
                  <a:path w="1349" h="621" extrusionOk="0">
                    <a:moveTo>
                      <a:pt x="225" y="0"/>
                    </a:moveTo>
                    <a:cubicBezTo>
                      <a:pt x="141" y="0"/>
                      <a:pt x="63" y="18"/>
                      <a:pt x="1" y="65"/>
                    </a:cubicBezTo>
                    <a:lnTo>
                      <a:pt x="58" y="170"/>
                    </a:lnTo>
                    <a:cubicBezTo>
                      <a:pt x="58" y="170"/>
                      <a:pt x="151" y="146"/>
                      <a:pt x="262" y="146"/>
                    </a:cubicBezTo>
                    <a:cubicBezTo>
                      <a:pt x="354" y="146"/>
                      <a:pt x="459" y="163"/>
                      <a:pt x="530" y="225"/>
                    </a:cubicBezTo>
                    <a:cubicBezTo>
                      <a:pt x="667" y="342"/>
                      <a:pt x="907" y="621"/>
                      <a:pt x="1207" y="621"/>
                    </a:cubicBezTo>
                    <a:cubicBezTo>
                      <a:pt x="1253" y="621"/>
                      <a:pt x="1300" y="614"/>
                      <a:pt x="1349" y="599"/>
                    </a:cubicBezTo>
                    <a:lnTo>
                      <a:pt x="1126" y="98"/>
                    </a:lnTo>
                    <a:cubicBezTo>
                      <a:pt x="1126" y="98"/>
                      <a:pt x="1007" y="169"/>
                      <a:pt x="880" y="169"/>
                    </a:cubicBezTo>
                    <a:cubicBezTo>
                      <a:pt x="849" y="169"/>
                      <a:pt x="817" y="164"/>
                      <a:pt x="786" y="153"/>
                    </a:cubicBezTo>
                    <a:cubicBezTo>
                      <a:pt x="676" y="112"/>
                      <a:pt x="434" y="0"/>
                      <a:pt x="225" y="0"/>
                    </a:cubicBezTo>
                    <a:close/>
                  </a:path>
                </a:pathLst>
              </a:custGeom>
              <a:solidFill>
                <a:srgbClr val="DEE8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39"/>
              <p:cNvSpPr/>
              <p:nvPr/>
            </p:nvSpPr>
            <p:spPr>
              <a:xfrm>
                <a:off x="5557218" y="2168048"/>
                <a:ext cx="168588" cy="107709"/>
              </a:xfrm>
              <a:custGeom>
                <a:avLst/>
                <a:gdLst/>
                <a:ahLst/>
                <a:cxnLst/>
                <a:rect l="l" t="t" r="r" b="b"/>
                <a:pathLst>
                  <a:path w="756" h="483" extrusionOk="0">
                    <a:moveTo>
                      <a:pt x="600" y="1"/>
                    </a:moveTo>
                    <a:cubicBezTo>
                      <a:pt x="534" y="1"/>
                      <a:pt x="444" y="18"/>
                      <a:pt x="324" y="71"/>
                    </a:cubicBezTo>
                    <a:cubicBezTo>
                      <a:pt x="1" y="214"/>
                      <a:pt x="1" y="482"/>
                      <a:pt x="1" y="482"/>
                    </a:cubicBezTo>
                    <a:lnTo>
                      <a:pt x="756" y="48"/>
                    </a:lnTo>
                    <a:cubicBezTo>
                      <a:pt x="756" y="48"/>
                      <a:pt x="712" y="1"/>
                      <a:pt x="600" y="1"/>
                    </a:cubicBezTo>
                    <a:close/>
                  </a:path>
                </a:pathLst>
              </a:custGeom>
              <a:solidFill>
                <a:srgbClr val="DEE8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39"/>
              <p:cNvSpPr/>
              <p:nvPr/>
            </p:nvSpPr>
            <p:spPr>
              <a:xfrm>
                <a:off x="5575504" y="2128577"/>
                <a:ext cx="392703" cy="439087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1969" extrusionOk="0">
                    <a:moveTo>
                      <a:pt x="993" y="0"/>
                    </a:moveTo>
                    <a:lnTo>
                      <a:pt x="344" y="479"/>
                    </a:lnTo>
                    <a:lnTo>
                      <a:pt x="1" y="694"/>
                    </a:lnTo>
                    <a:lnTo>
                      <a:pt x="514" y="1969"/>
                    </a:lnTo>
                    <a:cubicBezTo>
                      <a:pt x="514" y="1969"/>
                      <a:pt x="1386" y="1928"/>
                      <a:pt x="1584" y="1226"/>
                    </a:cubicBezTo>
                    <a:lnTo>
                      <a:pt x="821" y="500"/>
                    </a:lnTo>
                    <a:cubicBezTo>
                      <a:pt x="856" y="438"/>
                      <a:pt x="913" y="371"/>
                      <a:pt x="985" y="352"/>
                    </a:cubicBezTo>
                    <a:cubicBezTo>
                      <a:pt x="992" y="351"/>
                      <a:pt x="1000" y="350"/>
                      <a:pt x="1009" y="350"/>
                    </a:cubicBezTo>
                    <a:cubicBezTo>
                      <a:pt x="1174" y="350"/>
                      <a:pt x="1674" y="637"/>
                      <a:pt x="1674" y="637"/>
                    </a:cubicBezTo>
                    <a:lnTo>
                      <a:pt x="1760" y="377"/>
                    </a:lnTo>
                    <a:lnTo>
                      <a:pt x="993" y="0"/>
                    </a:lnTo>
                    <a:close/>
                  </a:path>
                </a:pathLst>
              </a:custGeom>
              <a:solidFill>
                <a:srgbClr val="DEE8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39"/>
              <p:cNvSpPr/>
              <p:nvPr/>
            </p:nvSpPr>
            <p:spPr>
              <a:xfrm>
                <a:off x="5635268" y="2302740"/>
                <a:ext cx="279419" cy="253105"/>
              </a:xfrm>
              <a:custGeom>
                <a:avLst/>
                <a:gdLst/>
                <a:ahLst/>
                <a:cxnLst/>
                <a:rect l="l" t="t" r="r" b="b"/>
                <a:pathLst>
                  <a:path w="1253" h="1135" extrusionOk="0">
                    <a:moveTo>
                      <a:pt x="776" y="1"/>
                    </a:moveTo>
                    <a:cubicBezTo>
                      <a:pt x="702" y="122"/>
                      <a:pt x="604" y="230"/>
                      <a:pt x="477" y="287"/>
                    </a:cubicBezTo>
                    <a:cubicBezTo>
                      <a:pt x="426" y="312"/>
                      <a:pt x="375" y="328"/>
                      <a:pt x="318" y="336"/>
                    </a:cubicBezTo>
                    <a:cubicBezTo>
                      <a:pt x="265" y="345"/>
                      <a:pt x="209" y="343"/>
                      <a:pt x="154" y="355"/>
                    </a:cubicBezTo>
                    <a:cubicBezTo>
                      <a:pt x="93" y="367"/>
                      <a:pt x="46" y="410"/>
                      <a:pt x="1" y="453"/>
                    </a:cubicBezTo>
                    <a:lnTo>
                      <a:pt x="275" y="1134"/>
                    </a:lnTo>
                    <a:cubicBezTo>
                      <a:pt x="434" y="1116"/>
                      <a:pt x="1079" y="1016"/>
                      <a:pt x="1253" y="459"/>
                    </a:cubicBez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39"/>
              <p:cNvSpPr/>
              <p:nvPr/>
            </p:nvSpPr>
            <p:spPr>
              <a:xfrm>
                <a:off x="5623449" y="2254126"/>
                <a:ext cx="117075" cy="80949"/>
              </a:xfrm>
              <a:custGeom>
                <a:avLst/>
                <a:gdLst/>
                <a:ahLst/>
                <a:cxnLst/>
                <a:rect l="l" t="t" r="r" b="b"/>
                <a:pathLst>
                  <a:path w="525" h="363" extrusionOk="0">
                    <a:moveTo>
                      <a:pt x="495" y="1"/>
                    </a:moveTo>
                    <a:cubicBezTo>
                      <a:pt x="490" y="1"/>
                      <a:pt x="485" y="2"/>
                      <a:pt x="481" y="4"/>
                    </a:cubicBezTo>
                    <a:lnTo>
                      <a:pt x="17" y="317"/>
                    </a:lnTo>
                    <a:cubicBezTo>
                      <a:pt x="3" y="325"/>
                      <a:pt x="0" y="340"/>
                      <a:pt x="9" y="352"/>
                    </a:cubicBezTo>
                    <a:cubicBezTo>
                      <a:pt x="13" y="358"/>
                      <a:pt x="21" y="362"/>
                      <a:pt x="29" y="362"/>
                    </a:cubicBezTo>
                    <a:cubicBezTo>
                      <a:pt x="33" y="362"/>
                      <a:pt x="39" y="360"/>
                      <a:pt x="43" y="360"/>
                    </a:cubicBezTo>
                    <a:lnTo>
                      <a:pt x="510" y="49"/>
                    </a:lnTo>
                    <a:cubicBezTo>
                      <a:pt x="522" y="41"/>
                      <a:pt x="524" y="25"/>
                      <a:pt x="518" y="12"/>
                    </a:cubicBezTo>
                    <a:cubicBezTo>
                      <a:pt x="513" y="4"/>
                      <a:pt x="503" y="1"/>
                      <a:pt x="495" y="1"/>
                    </a:cubicBezTo>
                    <a:close/>
                  </a:path>
                </a:pathLst>
              </a:custGeom>
              <a:solidFill>
                <a:srgbClr val="C0D3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39"/>
              <p:cNvSpPr/>
              <p:nvPr/>
            </p:nvSpPr>
            <p:spPr>
              <a:xfrm>
                <a:off x="5661359" y="2309876"/>
                <a:ext cx="121535" cy="90761"/>
              </a:xfrm>
              <a:custGeom>
                <a:avLst/>
                <a:gdLst/>
                <a:ahLst/>
                <a:cxnLst/>
                <a:rect l="l" t="t" r="r" b="b"/>
                <a:pathLst>
                  <a:path w="545" h="407" extrusionOk="0">
                    <a:moveTo>
                      <a:pt x="516" y="1"/>
                    </a:moveTo>
                    <a:cubicBezTo>
                      <a:pt x="511" y="1"/>
                      <a:pt x="506" y="2"/>
                      <a:pt x="502" y="6"/>
                    </a:cubicBezTo>
                    <a:lnTo>
                      <a:pt x="13" y="362"/>
                    </a:lnTo>
                    <a:cubicBezTo>
                      <a:pt x="2" y="368"/>
                      <a:pt x="0" y="386"/>
                      <a:pt x="6" y="397"/>
                    </a:cubicBezTo>
                    <a:cubicBezTo>
                      <a:pt x="13" y="405"/>
                      <a:pt x="21" y="407"/>
                      <a:pt x="27" y="407"/>
                    </a:cubicBezTo>
                    <a:cubicBezTo>
                      <a:pt x="33" y="407"/>
                      <a:pt x="37" y="405"/>
                      <a:pt x="43" y="403"/>
                    </a:cubicBezTo>
                    <a:lnTo>
                      <a:pt x="532" y="47"/>
                    </a:lnTo>
                    <a:cubicBezTo>
                      <a:pt x="540" y="39"/>
                      <a:pt x="544" y="20"/>
                      <a:pt x="536" y="10"/>
                    </a:cubicBezTo>
                    <a:cubicBezTo>
                      <a:pt x="532" y="4"/>
                      <a:pt x="524" y="1"/>
                      <a:pt x="516" y="1"/>
                    </a:cubicBezTo>
                    <a:close/>
                  </a:path>
                </a:pathLst>
              </a:custGeom>
              <a:solidFill>
                <a:srgbClr val="C0D3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39"/>
              <p:cNvSpPr/>
              <p:nvPr/>
            </p:nvSpPr>
            <p:spPr>
              <a:xfrm>
                <a:off x="5699269" y="2366964"/>
                <a:ext cx="136030" cy="99012"/>
              </a:xfrm>
              <a:custGeom>
                <a:avLst/>
                <a:gdLst/>
                <a:ahLst/>
                <a:cxnLst/>
                <a:rect l="l" t="t" r="r" b="b"/>
                <a:pathLst>
                  <a:path w="610" h="444" extrusionOk="0">
                    <a:moveTo>
                      <a:pt x="581" y="0"/>
                    </a:moveTo>
                    <a:cubicBezTo>
                      <a:pt x="575" y="0"/>
                      <a:pt x="569" y="2"/>
                      <a:pt x="565" y="6"/>
                    </a:cubicBezTo>
                    <a:lnTo>
                      <a:pt x="12" y="396"/>
                    </a:lnTo>
                    <a:cubicBezTo>
                      <a:pt x="4" y="404"/>
                      <a:pt x="0" y="423"/>
                      <a:pt x="8" y="433"/>
                    </a:cubicBezTo>
                    <a:cubicBezTo>
                      <a:pt x="14" y="439"/>
                      <a:pt x="21" y="443"/>
                      <a:pt x="29" y="443"/>
                    </a:cubicBezTo>
                    <a:cubicBezTo>
                      <a:pt x="35" y="443"/>
                      <a:pt x="39" y="443"/>
                      <a:pt x="45" y="437"/>
                    </a:cubicBezTo>
                    <a:lnTo>
                      <a:pt x="597" y="46"/>
                    </a:lnTo>
                    <a:cubicBezTo>
                      <a:pt x="606" y="38"/>
                      <a:pt x="610" y="20"/>
                      <a:pt x="602" y="10"/>
                    </a:cubicBezTo>
                    <a:cubicBezTo>
                      <a:pt x="597" y="4"/>
                      <a:pt x="589" y="0"/>
                      <a:pt x="581" y="0"/>
                    </a:cubicBezTo>
                    <a:close/>
                  </a:path>
                </a:pathLst>
              </a:custGeom>
              <a:solidFill>
                <a:srgbClr val="C0D3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39"/>
              <p:cNvSpPr/>
              <p:nvPr/>
            </p:nvSpPr>
            <p:spPr>
              <a:xfrm>
                <a:off x="5736956" y="2424051"/>
                <a:ext cx="148964" cy="10704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480" extrusionOk="0">
                    <a:moveTo>
                      <a:pt x="640" y="0"/>
                    </a:moveTo>
                    <a:cubicBezTo>
                      <a:pt x="635" y="0"/>
                      <a:pt x="629" y="2"/>
                      <a:pt x="625" y="5"/>
                    </a:cubicBezTo>
                    <a:lnTo>
                      <a:pt x="13" y="435"/>
                    </a:lnTo>
                    <a:cubicBezTo>
                      <a:pt x="3" y="443"/>
                      <a:pt x="1" y="459"/>
                      <a:pt x="9" y="470"/>
                    </a:cubicBezTo>
                    <a:cubicBezTo>
                      <a:pt x="13" y="478"/>
                      <a:pt x="21" y="480"/>
                      <a:pt x="30" y="480"/>
                    </a:cubicBezTo>
                    <a:cubicBezTo>
                      <a:pt x="34" y="480"/>
                      <a:pt x="40" y="480"/>
                      <a:pt x="44" y="476"/>
                    </a:cubicBezTo>
                    <a:lnTo>
                      <a:pt x="656" y="46"/>
                    </a:lnTo>
                    <a:cubicBezTo>
                      <a:pt x="666" y="38"/>
                      <a:pt x="668" y="20"/>
                      <a:pt x="660" y="9"/>
                    </a:cubicBezTo>
                    <a:cubicBezTo>
                      <a:pt x="655" y="3"/>
                      <a:pt x="647" y="0"/>
                      <a:pt x="640" y="0"/>
                    </a:cubicBezTo>
                    <a:close/>
                  </a:path>
                </a:pathLst>
              </a:custGeom>
              <a:solidFill>
                <a:srgbClr val="C0D3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39"/>
              <p:cNvSpPr/>
              <p:nvPr/>
            </p:nvSpPr>
            <p:spPr>
              <a:xfrm>
                <a:off x="5550974" y="2166710"/>
                <a:ext cx="189550" cy="129563"/>
              </a:xfrm>
              <a:custGeom>
                <a:avLst/>
                <a:gdLst/>
                <a:ahLst/>
                <a:cxnLst/>
                <a:rect l="l" t="t" r="r" b="b"/>
                <a:pathLst>
                  <a:path w="850" h="581" extrusionOk="0">
                    <a:moveTo>
                      <a:pt x="790" y="0"/>
                    </a:moveTo>
                    <a:cubicBezTo>
                      <a:pt x="782" y="0"/>
                      <a:pt x="773" y="3"/>
                      <a:pt x="765" y="7"/>
                    </a:cubicBezTo>
                    <a:lnTo>
                      <a:pt x="31" y="488"/>
                    </a:lnTo>
                    <a:cubicBezTo>
                      <a:pt x="8" y="505"/>
                      <a:pt x="0" y="535"/>
                      <a:pt x="17" y="558"/>
                    </a:cubicBezTo>
                    <a:cubicBezTo>
                      <a:pt x="25" y="574"/>
                      <a:pt x="41" y="580"/>
                      <a:pt x="57" y="580"/>
                    </a:cubicBezTo>
                    <a:cubicBezTo>
                      <a:pt x="68" y="580"/>
                      <a:pt x="76" y="578"/>
                      <a:pt x="86" y="574"/>
                    </a:cubicBezTo>
                    <a:lnTo>
                      <a:pt x="819" y="93"/>
                    </a:lnTo>
                    <a:cubicBezTo>
                      <a:pt x="843" y="77"/>
                      <a:pt x="849" y="46"/>
                      <a:pt x="835" y="24"/>
                    </a:cubicBezTo>
                    <a:cubicBezTo>
                      <a:pt x="824" y="9"/>
                      <a:pt x="807" y="0"/>
                      <a:pt x="790" y="0"/>
                    </a:cubicBezTo>
                    <a:close/>
                  </a:path>
                </a:pathLst>
              </a:custGeom>
              <a:solidFill>
                <a:srgbClr val="C0D3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39"/>
              <p:cNvSpPr/>
              <p:nvPr/>
            </p:nvSpPr>
            <p:spPr>
              <a:xfrm>
                <a:off x="5803632" y="2118542"/>
                <a:ext cx="467854" cy="414557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1859" extrusionOk="0">
                    <a:moveTo>
                      <a:pt x="412" y="1"/>
                    </a:moveTo>
                    <a:cubicBezTo>
                      <a:pt x="375" y="1"/>
                      <a:pt x="338" y="8"/>
                      <a:pt x="305" y="25"/>
                    </a:cubicBezTo>
                    <a:cubicBezTo>
                      <a:pt x="242" y="58"/>
                      <a:pt x="205" y="127"/>
                      <a:pt x="172" y="189"/>
                    </a:cubicBezTo>
                    <a:cubicBezTo>
                      <a:pt x="123" y="281"/>
                      <a:pt x="78" y="375"/>
                      <a:pt x="29" y="467"/>
                    </a:cubicBezTo>
                    <a:cubicBezTo>
                      <a:pt x="17" y="489"/>
                      <a:pt x="7" y="514"/>
                      <a:pt x="3" y="538"/>
                    </a:cubicBezTo>
                    <a:cubicBezTo>
                      <a:pt x="1" y="565"/>
                      <a:pt x="9" y="592"/>
                      <a:pt x="29" y="608"/>
                    </a:cubicBezTo>
                    <a:cubicBezTo>
                      <a:pt x="37" y="613"/>
                      <a:pt x="46" y="616"/>
                      <a:pt x="55" y="616"/>
                    </a:cubicBezTo>
                    <a:cubicBezTo>
                      <a:pt x="71" y="616"/>
                      <a:pt x="87" y="607"/>
                      <a:pt x="93" y="592"/>
                    </a:cubicBezTo>
                    <a:lnTo>
                      <a:pt x="93" y="592"/>
                    </a:lnTo>
                    <a:cubicBezTo>
                      <a:pt x="84" y="628"/>
                      <a:pt x="113" y="674"/>
                      <a:pt x="142" y="698"/>
                    </a:cubicBezTo>
                    <a:cubicBezTo>
                      <a:pt x="162" y="715"/>
                      <a:pt x="188" y="724"/>
                      <a:pt x="213" y="724"/>
                    </a:cubicBezTo>
                    <a:cubicBezTo>
                      <a:pt x="225" y="724"/>
                      <a:pt x="236" y="722"/>
                      <a:pt x="246" y="719"/>
                    </a:cubicBezTo>
                    <a:cubicBezTo>
                      <a:pt x="270" y="763"/>
                      <a:pt x="326" y="794"/>
                      <a:pt x="379" y="794"/>
                    </a:cubicBezTo>
                    <a:cubicBezTo>
                      <a:pt x="394" y="794"/>
                      <a:pt x="408" y="791"/>
                      <a:pt x="422" y="786"/>
                    </a:cubicBezTo>
                    <a:cubicBezTo>
                      <a:pt x="432" y="813"/>
                      <a:pt x="481" y="845"/>
                      <a:pt x="510" y="845"/>
                    </a:cubicBezTo>
                    <a:cubicBezTo>
                      <a:pt x="539" y="845"/>
                      <a:pt x="565" y="827"/>
                      <a:pt x="576" y="802"/>
                    </a:cubicBezTo>
                    <a:cubicBezTo>
                      <a:pt x="602" y="838"/>
                      <a:pt x="651" y="861"/>
                      <a:pt x="696" y="861"/>
                    </a:cubicBezTo>
                    <a:cubicBezTo>
                      <a:pt x="721" y="861"/>
                      <a:pt x="745" y="854"/>
                      <a:pt x="764" y="837"/>
                    </a:cubicBezTo>
                    <a:cubicBezTo>
                      <a:pt x="837" y="1001"/>
                      <a:pt x="907" y="1181"/>
                      <a:pt x="995" y="1338"/>
                    </a:cubicBezTo>
                    <a:cubicBezTo>
                      <a:pt x="1064" y="1465"/>
                      <a:pt x="1142" y="1590"/>
                      <a:pt x="1247" y="1686"/>
                    </a:cubicBezTo>
                    <a:cubicBezTo>
                      <a:pt x="1351" y="1786"/>
                      <a:pt x="1486" y="1858"/>
                      <a:pt x="1629" y="1858"/>
                    </a:cubicBezTo>
                    <a:cubicBezTo>
                      <a:pt x="1811" y="1858"/>
                      <a:pt x="1987" y="1731"/>
                      <a:pt x="2044" y="1557"/>
                    </a:cubicBezTo>
                    <a:cubicBezTo>
                      <a:pt x="2098" y="1388"/>
                      <a:pt x="2042" y="1195"/>
                      <a:pt x="1934" y="1056"/>
                    </a:cubicBezTo>
                    <a:cubicBezTo>
                      <a:pt x="1828" y="913"/>
                      <a:pt x="1674" y="813"/>
                      <a:pt x="1517" y="729"/>
                    </a:cubicBezTo>
                    <a:cubicBezTo>
                      <a:pt x="1361" y="643"/>
                      <a:pt x="1148" y="610"/>
                      <a:pt x="1042" y="467"/>
                    </a:cubicBezTo>
                    <a:cubicBezTo>
                      <a:pt x="968" y="371"/>
                      <a:pt x="893" y="270"/>
                      <a:pt x="805" y="187"/>
                    </a:cubicBezTo>
                    <a:cubicBezTo>
                      <a:pt x="715" y="101"/>
                      <a:pt x="604" y="35"/>
                      <a:pt x="483" y="9"/>
                    </a:cubicBezTo>
                    <a:cubicBezTo>
                      <a:pt x="461" y="4"/>
                      <a:pt x="437" y="1"/>
                      <a:pt x="412" y="1"/>
                    </a:cubicBezTo>
                    <a:close/>
                  </a:path>
                </a:pathLst>
              </a:custGeom>
              <a:solidFill>
                <a:srgbClr val="C46F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39"/>
              <p:cNvSpPr/>
              <p:nvPr/>
            </p:nvSpPr>
            <p:spPr>
              <a:xfrm>
                <a:off x="5279361" y="2903723"/>
                <a:ext cx="1561" cy="223"/>
              </a:xfrm>
              <a:custGeom>
                <a:avLst/>
                <a:gdLst/>
                <a:ahLst/>
                <a:cxnLst/>
                <a:rect l="l" t="t" r="r" b="b"/>
                <a:pathLst>
                  <a:path w="7" h="1" extrusionOk="0">
                    <a:moveTo>
                      <a:pt x="7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EE8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39"/>
              <p:cNvSpPr/>
              <p:nvPr/>
            </p:nvSpPr>
            <p:spPr>
              <a:xfrm>
                <a:off x="5588661" y="2903723"/>
                <a:ext cx="669" cy="223"/>
              </a:xfrm>
              <a:custGeom>
                <a:avLst/>
                <a:gdLst/>
                <a:ahLst/>
                <a:cxnLst/>
                <a:rect l="l" t="t" r="r" b="b"/>
                <a:pathLst>
                  <a:path w="3" h="1" extrusionOk="0">
                    <a:moveTo>
                      <a:pt x="3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EE8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39"/>
              <p:cNvSpPr/>
              <p:nvPr/>
            </p:nvSpPr>
            <p:spPr>
              <a:xfrm>
                <a:off x="5260629" y="2633225"/>
                <a:ext cx="348326" cy="9276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416" extrusionOk="0">
                    <a:moveTo>
                      <a:pt x="1" y="0"/>
                    </a:moveTo>
                    <a:lnTo>
                      <a:pt x="130" y="416"/>
                    </a:lnTo>
                    <a:lnTo>
                      <a:pt x="1433" y="416"/>
                    </a:lnTo>
                    <a:lnTo>
                      <a:pt x="1562" y="0"/>
                    </a:lnTo>
                    <a:close/>
                  </a:path>
                </a:pathLst>
              </a:custGeom>
              <a:solidFill>
                <a:srgbClr val="DAEA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39"/>
              <p:cNvSpPr/>
              <p:nvPr/>
            </p:nvSpPr>
            <p:spPr>
              <a:xfrm>
                <a:off x="5278469" y="2573907"/>
                <a:ext cx="312423" cy="70468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316" extrusionOk="0">
                    <a:moveTo>
                      <a:pt x="1" y="0"/>
                    </a:moveTo>
                    <a:lnTo>
                      <a:pt x="117" y="315"/>
                    </a:lnTo>
                    <a:lnTo>
                      <a:pt x="1284" y="315"/>
                    </a:lnTo>
                    <a:lnTo>
                      <a:pt x="1400" y="0"/>
                    </a:lnTo>
                    <a:close/>
                  </a:path>
                </a:pathLst>
              </a:custGeom>
              <a:solidFill>
                <a:srgbClr val="F7F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Google Shape;2526;p39"/>
              <p:cNvSpPr/>
              <p:nvPr/>
            </p:nvSpPr>
            <p:spPr>
              <a:xfrm>
                <a:off x="5173214" y="2714843"/>
                <a:ext cx="523381" cy="548134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2458" extrusionOk="0">
                    <a:moveTo>
                      <a:pt x="434" y="0"/>
                    </a:moveTo>
                    <a:lnTo>
                      <a:pt x="557" y="393"/>
                    </a:lnTo>
                    <a:cubicBezTo>
                      <a:pt x="557" y="393"/>
                      <a:pt x="422" y="667"/>
                      <a:pt x="422" y="759"/>
                    </a:cubicBezTo>
                    <a:cubicBezTo>
                      <a:pt x="422" y="844"/>
                      <a:pt x="475" y="847"/>
                      <a:pt x="484" y="847"/>
                    </a:cubicBezTo>
                    <a:cubicBezTo>
                      <a:pt x="485" y="847"/>
                      <a:pt x="485" y="847"/>
                      <a:pt x="485" y="847"/>
                    </a:cubicBezTo>
                    <a:lnTo>
                      <a:pt x="485" y="847"/>
                    </a:lnTo>
                    <a:cubicBezTo>
                      <a:pt x="485" y="847"/>
                      <a:pt x="119" y="1578"/>
                      <a:pt x="33" y="1938"/>
                    </a:cubicBezTo>
                    <a:cubicBezTo>
                      <a:pt x="0" y="2075"/>
                      <a:pt x="21" y="2179"/>
                      <a:pt x="55" y="2261"/>
                    </a:cubicBezTo>
                    <a:cubicBezTo>
                      <a:pt x="113" y="2384"/>
                      <a:pt x="237" y="2458"/>
                      <a:pt x="370" y="2458"/>
                    </a:cubicBezTo>
                    <a:lnTo>
                      <a:pt x="1976" y="2458"/>
                    </a:lnTo>
                    <a:cubicBezTo>
                      <a:pt x="2109" y="2458"/>
                      <a:pt x="2236" y="2384"/>
                      <a:pt x="2292" y="2261"/>
                    </a:cubicBezTo>
                    <a:cubicBezTo>
                      <a:pt x="2326" y="2179"/>
                      <a:pt x="2347" y="2075"/>
                      <a:pt x="2314" y="1938"/>
                    </a:cubicBezTo>
                    <a:cubicBezTo>
                      <a:pt x="2226" y="1580"/>
                      <a:pt x="1862" y="847"/>
                      <a:pt x="1862" y="847"/>
                    </a:cubicBezTo>
                    <a:lnTo>
                      <a:pt x="1862" y="847"/>
                    </a:lnTo>
                    <a:cubicBezTo>
                      <a:pt x="1862" y="847"/>
                      <a:pt x="1863" y="848"/>
                      <a:pt x="1864" y="848"/>
                    </a:cubicBezTo>
                    <a:cubicBezTo>
                      <a:pt x="1876" y="848"/>
                      <a:pt x="1925" y="843"/>
                      <a:pt x="1925" y="759"/>
                    </a:cubicBezTo>
                    <a:cubicBezTo>
                      <a:pt x="1925" y="665"/>
                      <a:pt x="1790" y="393"/>
                      <a:pt x="1790" y="393"/>
                    </a:cubicBezTo>
                    <a:lnTo>
                      <a:pt x="1913" y="0"/>
                    </a:lnTo>
                    <a:close/>
                  </a:path>
                </a:pathLst>
              </a:custGeom>
              <a:solidFill>
                <a:srgbClr val="DEE8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Google Shape;2527;p39"/>
              <p:cNvSpPr/>
              <p:nvPr/>
            </p:nvSpPr>
            <p:spPr>
              <a:xfrm>
                <a:off x="5269772" y="2714843"/>
                <a:ext cx="330263" cy="87862"/>
              </a:xfrm>
              <a:custGeom>
                <a:avLst/>
                <a:gdLst/>
                <a:ahLst/>
                <a:cxnLst/>
                <a:rect l="l" t="t" r="r" b="b"/>
                <a:pathLst>
                  <a:path w="1481" h="394" extrusionOk="0">
                    <a:moveTo>
                      <a:pt x="1" y="0"/>
                    </a:moveTo>
                    <a:lnTo>
                      <a:pt x="122" y="393"/>
                    </a:lnTo>
                    <a:lnTo>
                      <a:pt x="1357" y="393"/>
                    </a:lnTo>
                    <a:lnTo>
                      <a:pt x="1480" y="0"/>
                    </a:lnTo>
                    <a:close/>
                  </a:path>
                </a:pathLst>
              </a:custGeom>
              <a:solidFill>
                <a:srgbClr val="BFD3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39"/>
              <p:cNvSpPr/>
              <p:nvPr/>
            </p:nvSpPr>
            <p:spPr>
              <a:xfrm>
                <a:off x="5267096" y="2802481"/>
                <a:ext cx="336061" cy="101465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455" extrusionOk="0">
                    <a:moveTo>
                      <a:pt x="136" y="0"/>
                    </a:moveTo>
                    <a:cubicBezTo>
                      <a:pt x="136" y="0"/>
                      <a:pt x="1" y="274"/>
                      <a:pt x="1" y="366"/>
                    </a:cubicBezTo>
                    <a:cubicBezTo>
                      <a:pt x="1" y="446"/>
                      <a:pt x="46" y="454"/>
                      <a:pt x="58" y="454"/>
                    </a:cubicBezTo>
                    <a:lnTo>
                      <a:pt x="1445" y="454"/>
                    </a:lnTo>
                    <a:cubicBezTo>
                      <a:pt x="1457" y="454"/>
                      <a:pt x="1506" y="448"/>
                      <a:pt x="1506" y="366"/>
                    </a:cubicBezTo>
                    <a:cubicBezTo>
                      <a:pt x="1506" y="272"/>
                      <a:pt x="1371" y="0"/>
                      <a:pt x="1371" y="0"/>
                    </a:cubicBezTo>
                    <a:close/>
                  </a:path>
                </a:pathLst>
              </a:custGeom>
              <a:solidFill>
                <a:srgbClr val="F7F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39"/>
              <p:cNvSpPr/>
              <p:nvPr/>
            </p:nvSpPr>
            <p:spPr>
              <a:xfrm>
                <a:off x="5172322" y="2903723"/>
                <a:ext cx="524273" cy="359253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611" extrusionOk="0">
                    <a:moveTo>
                      <a:pt x="487" y="0"/>
                    </a:moveTo>
                    <a:cubicBezTo>
                      <a:pt x="487" y="0"/>
                      <a:pt x="121" y="731"/>
                      <a:pt x="35" y="1091"/>
                    </a:cubicBezTo>
                    <a:cubicBezTo>
                      <a:pt x="0" y="1228"/>
                      <a:pt x="20" y="1332"/>
                      <a:pt x="57" y="1414"/>
                    </a:cubicBezTo>
                    <a:cubicBezTo>
                      <a:pt x="113" y="1537"/>
                      <a:pt x="239" y="1611"/>
                      <a:pt x="372" y="1611"/>
                    </a:cubicBezTo>
                    <a:lnTo>
                      <a:pt x="1978" y="1611"/>
                    </a:lnTo>
                    <a:cubicBezTo>
                      <a:pt x="2111" y="1611"/>
                      <a:pt x="2238" y="1537"/>
                      <a:pt x="2291" y="1414"/>
                    </a:cubicBezTo>
                    <a:cubicBezTo>
                      <a:pt x="2330" y="1332"/>
                      <a:pt x="2351" y="1228"/>
                      <a:pt x="2318" y="1091"/>
                    </a:cubicBezTo>
                    <a:cubicBezTo>
                      <a:pt x="2230" y="733"/>
                      <a:pt x="1866" y="0"/>
                      <a:pt x="1866" y="0"/>
                    </a:cubicBezTo>
                    <a:close/>
                  </a:path>
                </a:pathLst>
              </a:custGeom>
              <a:solidFill>
                <a:srgbClr val="DEE8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39"/>
              <p:cNvSpPr/>
              <p:nvPr/>
            </p:nvSpPr>
            <p:spPr>
              <a:xfrm>
                <a:off x="5185033" y="3021021"/>
                <a:ext cx="499297" cy="230136"/>
              </a:xfrm>
              <a:custGeom>
                <a:avLst/>
                <a:gdLst/>
                <a:ahLst/>
                <a:cxnLst/>
                <a:rect l="l" t="t" r="r" b="b"/>
                <a:pathLst>
                  <a:path w="2239" h="1032" extrusionOk="0">
                    <a:moveTo>
                      <a:pt x="1999" y="0"/>
                    </a:moveTo>
                    <a:cubicBezTo>
                      <a:pt x="1815" y="133"/>
                      <a:pt x="1568" y="184"/>
                      <a:pt x="1351" y="193"/>
                    </a:cubicBezTo>
                    <a:cubicBezTo>
                      <a:pt x="1335" y="193"/>
                      <a:pt x="1320" y="193"/>
                      <a:pt x="1305" y="193"/>
                    </a:cubicBezTo>
                    <a:cubicBezTo>
                      <a:pt x="984" y="193"/>
                      <a:pt x="672" y="75"/>
                      <a:pt x="351" y="75"/>
                    </a:cubicBezTo>
                    <a:cubicBezTo>
                      <a:pt x="301" y="75"/>
                      <a:pt x="251" y="78"/>
                      <a:pt x="201" y="84"/>
                    </a:cubicBezTo>
                    <a:cubicBezTo>
                      <a:pt x="127" y="264"/>
                      <a:pt x="56" y="446"/>
                      <a:pt x="25" y="575"/>
                    </a:cubicBezTo>
                    <a:cubicBezTo>
                      <a:pt x="0" y="684"/>
                      <a:pt x="6" y="778"/>
                      <a:pt x="45" y="866"/>
                    </a:cubicBezTo>
                    <a:cubicBezTo>
                      <a:pt x="92" y="964"/>
                      <a:pt x="197" y="1031"/>
                      <a:pt x="313" y="1031"/>
                    </a:cubicBezTo>
                    <a:lnTo>
                      <a:pt x="1921" y="1031"/>
                    </a:lnTo>
                    <a:cubicBezTo>
                      <a:pt x="2038" y="1031"/>
                      <a:pt x="2142" y="964"/>
                      <a:pt x="2189" y="866"/>
                    </a:cubicBezTo>
                    <a:cubicBezTo>
                      <a:pt x="2232" y="780"/>
                      <a:pt x="2239" y="684"/>
                      <a:pt x="2212" y="575"/>
                    </a:cubicBezTo>
                    <a:cubicBezTo>
                      <a:pt x="2177" y="426"/>
                      <a:pt x="2087" y="205"/>
                      <a:pt x="19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Google Shape;2531;p39"/>
              <p:cNvSpPr/>
              <p:nvPr/>
            </p:nvSpPr>
            <p:spPr>
              <a:xfrm>
                <a:off x="5328198" y="2789101"/>
                <a:ext cx="112615" cy="167473"/>
              </a:xfrm>
              <a:custGeom>
                <a:avLst/>
                <a:gdLst/>
                <a:ahLst/>
                <a:cxnLst/>
                <a:rect l="l" t="t" r="r" b="b"/>
                <a:pathLst>
                  <a:path w="505" h="751" extrusionOk="0">
                    <a:moveTo>
                      <a:pt x="393" y="82"/>
                    </a:moveTo>
                    <a:cubicBezTo>
                      <a:pt x="379" y="127"/>
                      <a:pt x="355" y="168"/>
                      <a:pt x="324" y="201"/>
                    </a:cubicBezTo>
                    <a:cubicBezTo>
                      <a:pt x="287" y="242"/>
                      <a:pt x="228" y="293"/>
                      <a:pt x="169" y="296"/>
                    </a:cubicBezTo>
                    <a:cubicBezTo>
                      <a:pt x="160" y="296"/>
                      <a:pt x="157" y="296"/>
                      <a:pt x="156" y="296"/>
                    </a:cubicBezTo>
                    <a:cubicBezTo>
                      <a:pt x="155" y="296"/>
                      <a:pt x="158" y="295"/>
                      <a:pt x="160" y="289"/>
                    </a:cubicBezTo>
                    <a:cubicBezTo>
                      <a:pt x="169" y="273"/>
                      <a:pt x="177" y="259"/>
                      <a:pt x="187" y="244"/>
                    </a:cubicBezTo>
                    <a:cubicBezTo>
                      <a:pt x="205" y="216"/>
                      <a:pt x="228" y="193"/>
                      <a:pt x="250" y="171"/>
                    </a:cubicBezTo>
                    <a:cubicBezTo>
                      <a:pt x="292" y="131"/>
                      <a:pt x="340" y="102"/>
                      <a:pt x="393" y="82"/>
                    </a:cubicBezTo>
                    <a:close/>
                    <a:moveTo>
                      <a:pt x="449" y="0"/>
                    </a:moveTo>
                    <a:cubicBezTo>
                      <a:pt x="441" y="0"/>
                      <a:pt x="433" y="2"/>
                      <a:pt x="426" y="5"/>
                    </a:cubicBezTo>
                    <a:lnTo>
                      <a:pt x="426" y="5"/>
                    </a:lnTo>
                    <a:cubicBezTo>
                      <a:pt x="424" y="5"/>
                      <a:pt x="421" y="4"/>
                      <a:pt x="417" y="4"/>
                    </a:cubicBezTo>
                    <a:cubicBezTo>
                      <a:pt x="415" y="4"/>
                      <a:pt x="413" y="4"/>
                      <a:pt x="410" y="5"/>
                    </a:cubicBezTo>
                    <a:cubicBezTo>
                      <a:pt x="318" y="23"/>
                      <a:pt x="230" y="66"/>
                      <a:pt x="164" y="132"/>
                    </a:cubicBezTo>
                    <a:cubicBezTo>
                      <a:pt x="109" y="187"/>
                      <a:pt x="1" y="324"/>
                      <a:pt x="115" y="375"/>
                    </a:cubicBezTo>
                    <a:cubicBezTo>
                      <a:pt x="133" y="384"/>
                      <a:pt x="152" y="387"/>
                      <a:pt x="171" y="387"/>
                    </a:cubicBezTo>
                    <a:cubicBezTo>
                      <a:pt x="240" y="387"/>
                      <a:pt x="315" y="340"/>
                      <a:pt x="363" y="300"/>
                    </a:cubicBezTo>
                    <a:cubicBezTo>
                      <a:pt x="371" y="293"/>
                      <a:pt x="379" y="286"/>
                      <a:pt x="386" y="278"/>
                    </a:cubicBezTo>
                    <a:lnTo>
                      <a:pt x="386" y="278"/>
                    </a:lnTo>
                    <a:cubicBezTo>
                      <a:pt x="379" y="325"/>
                      <a:pt x="368" y="371"/>
                      <a:pt x="353" y="416"/>
                    </a:cubicBezTo>
                    <a:cubicBezTo>
                      <a:pt x="318" y="516"/>
                      <a:pt x="256" y="596"/>
                      <a:pt x="175" y="660"/>
                    </a:cubicBezTo>
                    <a:cubicBezTo>
                      <a:pt x="133" y="689"/>
                      <a:pt x="156" y="750"/>
                      <a:pt x="197" y="750"/>
                    </a:cubicBezTo>
                    <a:cubicBezTo>
                      <a:pt x="205" y="750"/>
                      <a:pt x="213" y="748"/>
                      <a:pt x="222" y="744"/>
                    </a:cubicBezTo>
                    <a:cubicBezTo>
                      <a:pt x="330" y="688"/>
                      <a:pt x="402" y="574"/>
                      <a:pt x="445" y="465"/>
                    </a:cubicBezTo>
                    <a:cubicBezTo>
                      <a:pt x="496" y="334"/>
                      <a:pt x="504" y="191"/>
                      <a:pt x="504" y="50"/>
                    </a:cubicBezTo>
                    <a:cubicBezTo>
                      <a:pt x="504" y="19"/>
                      <a:pt x="476" y="0"/>
                      <a:pt x="449" y="0"/>
                    </a:cubicBezTo>
                    <a:close/>
                  </a:path>
                </a:pathLst>
              </a:custGeom>
              <a:solidFill>
                <a:srgbClr val="BFD3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39"/>
              <p:cNvSpPr/>
              <p:nvPr/>
            </p:nvSpPr>
            <p:spPr>
              <a:xfrm>
                <a:off x="5429886" y="2788655"/>
                <a:ext cx="112169" cy="167473"/>
              </a:xfrm>
              <a:custGeom>
                <a:avLst/>
                <a:gdLst/>
                <a:ahLst/>
                <a:cxnLst/>
                <a:rect l="l" t="t" r="r" b="b"/>
                <a:pathLst>
                  <a:path w="503" h="751" extrusionOk="0">
                    <a:moveTo>
                      <a:pt x="111" y="81"/>
                    </a:moveTo>
                    <a:lnTo>
                      <a:pt x="111" y="81"/>
                    </a:lnTo>
                    <a:cubicBezTo>
                      <a:pt x="163" y="100"/>
                      <a:pt x="209" y="128"/>
                      <a:pt x="251" y="165"/>
                    </a:cubicBezTo>
                    <a:cubicBezTo>
                      <a:pt x="275" y="189"/>
                      <a:pt x="296" y="212"/>
                      <a:pt x="316" y="240"/>
                    </a:cubicBezTo>
                    <a:cubicBezTo>
                      <a:pt x="326" y="253"/>
                      <a:pt x="334" y="267"/>
                      <a:pt x="343" y="283"/>
                    </a:cubicBezTo>
                    <a:cubicBezTo>
                      <a:pt x="347" y="294"/>
                      <a:pt x="352" y="296"/>
                      <a:pt x="345" y="296"/>
                    </a:cubicBezTo>
                    <a:cubicBezTo>
                      <a:pt x="343" y="296"/>
                      <a:pt x="341" y="295"/>
                      <a:pt x="337" y="295"/>
                    </a:cubicBezTo>
                    <a:cubicBezTo>
                      <a:pt x="281" y="293"/>
                      <a:pt x="222" y="244"/>
                      <a:pt x="183" y="203"/>
                    </a:cubicBezTo>
                    <a:cubicBezTo>
                      <a:pt x="150" y="166"/>
                      <a:pt x="126" y="126"/>
                      <a:pt x="111" y="81"/>
                    </a:cubicBezTo>
                    <a:close/>
                    <a:moveTo>
                      <a:pt x="55" y="0"/>
                    </a:moveTo>
                    <a:cubicBezTo>
                      <a:pt x="29" y="0"/>
                      <a:pt x="1" y="18"/>
                      <a:pt x="1" y="50"/>
                    </a:cubicBezTo>
                    <a:cubicBezTo>
                      <a:pt x="1" y="187"/>
                      <a:pt x="9" y="334"/>
                      <a:pt x="60" y="463"/>
                    </a:cubicBezTo>
                    <a:cubicBezTo>
                      <a:pt x="103" y="574"/>
                      <a:pt x="175" y="686"/>
                      <a:pt x="283" y="744"/>
                    </a:cubicBezTo>
                    <a:cubicBezTo>
                      <a:pt x="292" y="748"/>
                      <a:pt x="300" y="751"/>
                      <a:pt x="308" y="751"/>
                    </a:cubicBezTo>
                    <a:cubicBezTo>
                      <a:pt x="349" y="751"/>
                      <a:pt x="372" y="690"/>
                      <a:pt x="332" y="658"/>
                    </a:cubicBezTo>
                    <a:cubicBezTo>
                      <a:pt x="251" y="594"/>
                      <a:pt x="189" y="514"/>
                      <a:pt x="152" y="416"/>
                    </a:cubicBezTo>
                    <a:cubicBezTo>
                      <a:pt x="137" y="370"/>
                      <a:pt x="126" y="323"/>
                      <a:pt x="118" y="276"/>
                    </a:cubicBezTo>
                    <a:lnTo>
                      <a:pt x="118" y="276"/>
                    </a:lnTo>
                    <a:cubicBezTo>
                      <a:pt x="125" y="283"/>
                      <a:pt x="133" y="289"/>
                      <a:pt x="140" y="295"/>
                    </a:cubicBezTo>
                    <a:cubicBezTo>
                      <a:pt x="189" y="336"/>
                      <a:pt x="266" y="386"/>
                      <a:pt x="337" y="386"/>
                    </a:cubicBezTo>
                    <a:cubicBezTo>
                      <a:pt x="355" y="386"/>
                      <a:pt x="373" y="383"/>
                      <a:pt x="390" y="375"/>
                    </a:cubicBezTo>
                    <a:cubicBezTo>
                      <a:pt x="502" y="324"/>
                      <a:pt x="398" y="187"/>
                      <a:pt x="345" y="134"/>
                    </a:cubicBezTo>
                    <a:cubicBezTo>
                      <a:pt x="277" y="68"/>
                      <a:pt x="189" y="21"/>
                      <a:pt x="93" y="3"/>
                    </a:cubicBezTo>
                    <a:cubicBezTo>
                      <a:pt x="92" y="3"/>
                      <a:pt x="90" y="3"/>
                      <a:pt x="89" y="3"/>
                    </a:cubicBezTo>
                    <a:cubicBezTo>
                      <a:pt x="84" y="3"/>
                      <a:pt x="80" y="3"/>
                      <a:pt x="76" y="5"/>
                    </a:cubicBezTo>
                    <a:lnTo>
                      <a:pt x="76" y="5"/>
                    </a:lnTo>
                    <a:cubicBezTo>
                      <a:pt x="70" y="2"/>
                      <a:pt x="62" y="0"/>
                      <a:pt x="55" y="0"/>
                    </a:cubicBezTo>
                    <a:close/>
                  </a:path>
                </a:pathLst>
              </a:custGeom>
              <a:solidFill>
                <a:srgbClr val="BFD3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Google Shape;2533;p39"/>
              <p:cNvSpPr/>
              <p:nvPr/>
            </p:nvSpPr>
            <p:spPr>
              <a:xfrm>
                <a:off x="5343808" y="3071641"/>
                <a:ext cx="24307" cy="2430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09" extrusionOk="0">
                    <a:moveTo>
                      <a:pt x="56" y="0"/>
                    </a:moveTo>
                    <a:cubicBezTo>
                      <a:pt x="25" y="0"/>
                      <a:pt x="0" y="25"/>
                      <a:pt x="0" y="56"/>
                    </a:cubicBezTo>
                    <a:cubicBezTo>
                      <a:pt x="0" y="84"/>
                      <a:pt x="25" y="109"/>
                      <a:pt x="56" y="109"/>
                    </a:cubicBezTo>
                    <a:cubicBezTo>
                      <a:pt x="84" y="109"/>
                      <a:pt x="109" y="84"/>
                      <a:pt x="109" y="56"/>
                    </a:cubicBezTo>
                    <a:cubicBezTo>
                      <a:pt x="109" y="25"/>
                      <a:pt x="84" y="0"/>
                      <a:pt x="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Google Shape;2534;p39"/>
              <p:cNvSpPr/>
              <p:nvPr/>
            </p:nvSpPr>
            <p:spPr>
              <a:xfrm>
                <a:off x="5435907" y="3152813"/>
                <a:ext cx="42147" cy="42147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89" extrusionOk="0">
                    <a:moveTo>
                      <a:pt x="95" y="1"/>
                    </a:moveTo>
                    <a:cubicBezTo>
                      <a:pt x="42" y="1"/>
                      <a:pt x="1" y="41"/>
                      <a:pt x="1" y="95"/>
                    </a:cubicBezTo>
                    <a:cubicBezTo>
                      <a:pt x="1" y="148"/>
                      <a:pt x="42" y="189"/>
                      <a:pt x="95" y="189"/>
                    </a:cubicBezTo>
                    <a:cubicBezTo>
                      <a:pt x="148" y="189"/>
                      <a:pt x="189" y="148"/>
                      <a:pt x="189" y="95"/>
                    </a:cubicBezTo>
                    <a:cubicBezTo>
                      <a:pt x="189" y="41"/>
                      <a:pt x="148" y="1"/>
                      <a:pt x="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Google Shape;2535;p39"/>
              <p:cNvSpPr/>
              <p:nvPr/>
            </p:nvSpPr>
            <p:spPr>
              <a:xfrm>
                <a:off x="5534918" y="3108213"/>
                <a:ext cx="29882" cy="29659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33" extrusionOk="0">
                    <a:moveTo>
                      <a:pt x="68" y="0"/>
                    </a:moveTo>
                    <a:cubicBezTo>
                      <a:pt x="31" y="0"/>
                      <a:pt x="1" y="31"/>
                      <a:pt x="1" y="68"/>
                    </a:cubicBezTo>
                    <a:cubicBezTo>
                      <a:pt x="1" y="102"/>
                      <a:pt x="31" y="133"/>
                      <a:pt x="68" y="133"/>
                    </a:cubicBezTo>
                    <a:cubicBezTo>
                      <a:pt x="103" y="133"/>
                      <a:pt x="134" y="102"/>
                      <a:pt x="134" y="68"/>
                    </a:cubicBezTo>
                    <a:cubicBezTo>
                      <a:pt x="134" y="31"/>
                      <a:pt x="103" y="0"/>
                      <a:pt x="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39"/>
              <p:cNvSpPr/>
              <p:nvPr/>
            </p:nvSpPr>
            <p:spPr>
              <a:xfrm>
                <a:off x="5592006" y="3174221"/>
                <a:ext cx="39025" cy="39025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75" extrusionOk="0">
                    <a:moveTo>
                      <a:pt x="88" y="1"/>
                    </a:moveTo>
                    <a:cubicBezTo>
                      <a:pt x="39" y="1"/>
                      <a:pt x="0" y="40"/>
                      <a:pt x="0" y="89"/>
                    </a:cubicBezTo>
                    <a:cubicBezTo>
                      <a:pt x="0" y="136"/>
                      <a:pt x="39" y="175"/>
                      <a:pt x="88" y="175"/>
                    </a:cubicBezTo>
                    <a:cubicBezTo>
                      <a:pt x="135" y="175"/>
                      <a:pt x="174" y="136"/>
                      <a:pt x="174" y="89"/>
                    </a:cubicBezTo>
                    <a:cubicBezTo>
                      <a:pt x="174" y="40"/>
                      <a:pt x="135" y="1"/>
                      <a:pt x="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39"/>
              <p:cNvSpPr/>
              <p:nvPr/>
            </p:nvSpPr>
            <p:spPr>
              <a:xfrm>
                <a:off x="5296755" y="3171099"/>
                <a:ext cx="18509" cy="18509"/>
              </a:xfrm>
              <a:custGeom>
                <a:avLst/>
                <a:gdLst/>
                <a:ahLst/>
                <a:cxnLst/>
                <a:rect l="l" t="t" r="r" b="b"/>
                <a:pathLst>
                  <a:path w="83" h="83" extrusionOk="0">
                    <a:moveTo>
                      <a:pt x="41" y="0"/>
                    </a:moveTo>
                    <a:cubicBezTo>
                      <a:pt x="19" y="0"/>
                      <a:pt x="1" y="19"/>
                      <a:pt x="1" y="41"/>
                    </a:cubicBezTo>
                    <a:cubicBezTo>
                      <a:pt x="1" y="64"/>
                      <a:pt x="19" y="82"/>
                      <a:pt x="41" y="82"/>
                    </a:cubicBezTo>
                    <a:cubicBezTo>
                      <a:pt x="64" y="82"/>
                      <a:pt x="82" y="64"/>
                      <a:pt x="82" y="41"/>
                    </a:cubicBezTo>
                    <a:cubicBezTo>
                      <a:pt x="82" y="19"/>
                      <a:pt x="64" y="0"/>
                      <a:pt x="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38;p39"/>
              <p:cNvSpPr/>
              <p:nvPr/>
            </p:nvSpPr>
            <p:spPr>
              <a:xfrm>
                <a:off x="5419405" y="3115795"/>
                <a:ext cx="20739" cy="20739"/>
              </a:xfrm>
              <a:custGeom>
                <a:avLst/>
                <a:gdLst/>
                <a:ahLst/>
                <a:cxnLst/>
                <a:rect l="l" t="t" r="r" b="b"/>
                <a:pathLst>
                  <a:path w="93" h="93" extrusionOk="0">
                    <a:moveTo>
                      <a:pt x="46" y="1"/>
                    </a:moveTo>
                    <a:cubicBezTo>
                      <a:pt x="21" y="1"/>
                      <a:pt x="1" y="21"/>
                      <a:pt x="1" y="46"/>
                    </a:cubicBezTo>
                    <a:cubicBezTo>
                      <a:pt x="1" y="72"/>
                      <a:pt x="21" y="93"/>
                      <a:pt x="46" y="93"/>
                    </a:cubicBezTo>
                    <a:cubicBezTo>
                      <a:pt x="73" y="93"/>
                      <a:pt x="93" y="72"/>
                      <a:pt x="93" y="46"/>
                    </a:cubicBezTo>
                    <a:cubicBezTo>
                      <a:pt x="93" y="21"/>
                      <a:pt x="73" y="1"/>
                      <a:pt x="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39"/>
              <p:cNvSpPr/>
              <p:nvPr/>
            </p:nvSpPr>
            <p:spPr>
              <a:xfrm>
                <a:off x="5245242" y="3088589"/>
                <a:ext cx="54858" cy="54858"/>
              </a:xfrm>
              <a:custGeom>
                <a:avLst/>
                <a:gdLst/>
                <a:ahLst/>
                <a:cxnLst/>
                <a:rect l="l" t="t" r="r" b="b"/>
                <a:pathLst>
                  <a:path w="246" h="246" extrusionOk="0">
                    <a:moveTo>
                      <a:pt x="123" y="0"/>
                    </a:moveTo>
                    <a:cubicBezTo>
                      <a:pt x="58" y="0"/>
                      <a:pt x="0" y="55"/>
                      <a:pt x="0" y="123"/>
                    </a:cubicBezTo>
                    <a:cubicBezTo>
                      <a:pt x="0" y="188"/>
                      <a:pt x="58" y="246"/>
                      <a:pt x="123" y="246"/>
                    </a:cubicBezTo>
                    <a:cubicBezTo>
                      <a:pt x="191" y="246"/>
                      <a:pt x="246" y="190"/>
                      <a:pt x="246" y="123"/>
                    </a:cubicBezTo>
                    <a:cubicBezTo>
                      <a:pt x="246" y="53"/>
                      <a:pt x="191" y="0"/>
                      <a:pt x="12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39"/>
              <p:cNvSpPr/>
              <p:nvPr/>
            </p:nvSpPr>
            <p:spPr>
              <a:xfrm>
                <a:off x="5514848" y="3209901"/>
                <a:ext cx="7136" cy="6913"/>
              </a:xfrm>
              <a:custGeom>
                <a:avLst/>
                <a:gdLst/>
                <a:ahLst/>
                <a:cxnLst/>
                <a:rect l="l" t="t" r="r" b="b"/>
                <a:pathLst>
                  <a:path w="32" h="31" extrusionOk="0">
                    <a:moveTo>
                      <a:pt x="17" y="0"/>
                    </a:moveTo>
                    <a:cubicBezTo>
                      <a:pt x="9" y="0"/>
                      <a:pt x="1" y="6"/>
                      <a:pt x="1" y="15"/>
                    </a:cubicBezTo>
                    <a:cubicBezTo>
                      <a:pt x="1" y="23"/>
                      <a:pt x="9" y="31"/>
                      <a:pt x="17" y="31"/>
                    </a:cubicBezTo>
                    <a:cubicBezTo>
                      <a:pt x="25" y="31"/>
                      <a:pt x="31" y="23"/>
                      <a:pt x="31" y="15"/>
                    </a:cubicBezTo>
                    <a:cubicBezTo>
                      <a:pt x="31" y="6"/>
                      <a:pt x="25" y="0"/>
                      <a:pt x="17" y="0"/>
                    </a:cubicBezTo>
                    <a:close/>
                  </a:path>
                </a:pathLst>
              </a:custGeom>
              <a:solidFill>
                <a:srgbClr val="BB87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Google Shape;2541;p39"/>
              <p:cNvSpPr/>
              <p:nvPr/>
            </p:nvSpPr>
            <p:spPr>
              <a:xfrm>
                <a:off x="5480284" y="3093941"/>
                <a:ext cx="12934" cy="12488"/>
              </a:xfrm>
              <a:custGeom>
                <a:avLst/>
                <a:gdLst/>
                <a:ahLst/>
                <a:cxnLst/>
                <a:rect l="l" t="t" r="r" b="b"/>
                <a:pathLst>
                  <a:path w="58" h="56" extrusionOk="0">
                    <a:moveTo>
                      <a:pt x="29" y="1"/>
                    </a:moveTo>
                    <a:cubicBezTo>
                      <a:pt x="12" y="1"/>
                      <a:pt x="0" y="13"/>
                      <a:pt x="0" y="29"/>
                    </a:cubicBezTo>
                    <a:cubicBezTo>
                      <a:pt x="0" y="44"/>
                      <a:pt x="12" y="56"/>
                      <a:pt x="29" y="56"/>
                    </a:cubicBezTo>
                    <a:cubicBezTo>
                      <a:pt x="45" y="56"/>
                      <a:pt x="57" y="44"/>
                      <a:pt x="57" y="29"/>
                    </a:cubicBezTo>
                    <a:cubicBezTo>
                      <a:pt x="57" y="13"/>
                      <a:pt x="45" y="1"/>
                      <a:pt x="2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Google Shape;2542;p39"/>
              <p:cNvSpPr/>
              <p:nvPr/>
            </p:nvSpPr>
            <p:spPr>
              <a:xfrm>
                <a:off x="5597358" y="3071641"/>
                <a:ext cx="20739" cy="20739"/>
              </a:xfrm>
              <a:custGeom>
                <a:avLst/>
                <a:gdLst/>
                <a:ahLst/>
                <a:cxnLst/>
                <a:rect l="l" t="t" r="r" b="b"/>
                <a:pathLst>
                  <a:path w="93" h="93" extrusionOk="0">
                    <a:moveTo>
                      <a:pt x="46" y="0"/>
                    </a:moveTo>
                    <a:cubicBezTo>
                      <a:pt x="21" y="0"/>
                      <a:pt x="1" y="21"/>
                      <a:pt x="1" y="47"/>
                    </a:cubicBezTo>
                    <a:cubicBezTo>
                      <a:pt x="1" y="72"/>
                      <a:pt x="21" y="92"/>
                      <a:pt x="46" y="92"/>
                    </a:cubicBezTo>
                    <a:cubicBezTo>
                      <a:pt x="70" y="92"/>
                      <a:pt x="93" y="72"/>
                      <a:pt x="93" y="47"/>
                    </a:cubicBezTo>
                    <a:cubicBezTo>
                      <a:pt x="93" y="21"/>
                      <a:pt x="70" y="0"/>
                      <a:pt x="4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43" name="Google Shape;2543;p39"/>
            <p:cNvSpPr/>
            <p:nvPr/>
          </p:nvSpPr>
          <p:spPr>
            <a:xfrm>
              <a:off x="4862738" y="1842000"/>
              <a:ext cx="333300" cy="33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</a:t>
              </a:r>
              <a:endParaRPr sz="12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544" name="Google Shape;2544;p39"/>
          <p:cNvGrpSpPr/>
          <p:nvPr/>
        </p:nvGrpSpPr>
        <p:grpSpPr>
          <a:xfrm>
            <a:off x="6713675" y="1454171"/>
            <a:ext cx="1509600" cy="1659900"/>
            <a:chOff x="6713675" y="1803575"/>
            <a:chExt cx="1509600" cy="1659900"/>
          </a:xfrm>
        </p:grpSpPr>
        <p:sp>
          <p:nvSpPr>
            <p:cNvPr id="2545" name="Google Shape;2545;p39"/>
            <p:cNvSpPr/>
            <p:nvPr/>
          </p:nvSpPr>
          <p:spPr>
            <a:xfrm>
              <a:off x="6713675" y="1803575"/>
              <a:ext cx="1509600" cy="1659900"/>
            </a:xfrm>
            <a:prstGeom prst="roundRect">
              <a:avLst>
                <a:gd name="adj" fmla="val 2742"/>
              </a:avLst>
            </a:prstGeom>
            <a:solidFill>
              <a:schemeClr val="accent4"/>
            </a:solid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46" name="Google Shape;2546;p39"/>
            <p:cNvGrpSpPr/>
            <p:nvPr/>
          </p:nvGrpSpPr>
          <p:grpSpPr>
            <a:xfrm>
              <a:off x="7098530" y="1993396"/>
              <a:ext cx="837981" cy="1357070"/>
              <a:chOff x="6903799" y="1312400"/>
              <a:chExt cx="1215347" cy="1968194"/>
            </a:xfrm>
          </p:grpSpPr>
          <p:sp>
            <p:nvSpPr>
              <p:cNvPr id="2547" name="Google Shape;2547;p39"/>
              <p:cNvSpPr/>
              <p:nvPr/>
            </p:nvSpPr>
            <p:spPr>
              <a:xfrm>
                <a:off x="6903799" y="2280886"/>
                <a:ext cx="328702" cy="935485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4195" extrusionOk="0">
                    <a:moveTo>
                      <a:pt x="853" y="0"/>
                    </a:moveTo>
                    <a:cubicBezTo>
                      <a:pt x="826" y="0"/>
                      <a:pt x="800" y="3"/>
                      <a:pt x="774" y="7"/>
                    </a:cubicBezTo>
                    <a:cubicBezTo>
                      <a:pt x="668" y="27"/>
                      <a:pt x="574" y="78"/>
                      <a:pt x="482" y="140"/>
                    </a:cubicBezTo>
                    <a:cubicBezTo>
                      <a:pt x="553" y="968"/>
                      <a:pt x="320" y="1787"/>
                      <a:pt x="181" y="2605"/>
                    </a:cubicBezTo>
                    <a:cubicBezTo>
                      <a:pt x="95" y="3133"/>
                      <a:pt x="48" y="3665"/>
                      <a:pt x="1" y="4195"/>
                    </a:cubicBezTo>
                    <a:cubicBezTo>
                      <a:pt x="15" y="4195"/>
                      <a:pt x="46" y="4191"/>
                      <a:pt x="62" y="4191"/>
                    </a:cubicBezTo>
                    <a:lnTo>
                      <a:pt x="1040" y="4191"/>
                    </a:lnTo>
                    <a:cubicBezTo>
                      <a:pt x="1034" y="3166"/>
                      <a:pt x="1173" y="2137"/>
                      <a:pt x="1474" y="1159"/>
                    </a:cubicBezTo>
                    <a:cubicBezTo>
                      <a:pt x="1398" y="905"/>
                      <a:pt x="1320" y="639"/>
                      <a:pt x="1245" y="383"/>
                    </a:cubicBezTo>
                    <a:cubicBezTo>
                      <a:pt x="1212" y="273"/>
                      <a:pt x="1177" y="156"/>
                      <a:pt x="1087" y="78"/>
                    </a:cubicBezTo>
                    <a:cubicBezTo>
                      <a:pt x="1023" y="24"/>
                      <a:pt x="938" y="0"/>
                      <a:pt x="853" y="0"/>
                    </a:cubicBezTo>
                    <a:close/>
                  </a:path>
                </a:pathLst>
              </a:custGeom>
              <a:solidFill>
                <a:srgbClr val="FAB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2548;p39"/>
              <p:cNvSpPr/>
              <p:nvPr/>
            </p:nvSpPr>
            <p:spPr>
              <a:xfrm>
                <a:off x="6989208" y="1801660"/>
                <a:ext cx="1053675" cy="521374"/>
              </a:xfrm>
              <a:custGeom>
                <a:avLst/>
                <a:gdLst/>
                <a:ahLst/>
                <a:cxnLst/>
                <a:rect l="l" t="t" r="r" b="b"/>
                <a:pathLst>
                  <a:path w="4725" h="2338" extrusionOk="0">
                    <a:moveTo>
                      <a:pt x="2615" y="1"/>
                    </a:moveTo>
                    <a:cubicBezTo>
                      <a:pt x="2597" y="1"/>
                      <a:pt x="2578" y="3"/>
                      <a:pt x="2560" y="6"/>
                    </a:cubicBezTo>
                    <a:cubicBezTo>
                      <a:pt x="2507" y="14"/>
                      <a:pt x="2456" y="32"/>
                      <a:pt x="2402" y="32"/>
                    </a:cubicBezTo>
                    <a:lnTo>
                      <a:pt x="1832" y="79"/>
                    </a:lnTo>
                    <a:cubicBezTo>
                      <a:pt x="1804" y="63"/>
                      <a:pt x="1773" y="56"/>
                      <a:pt x="1741" y="56"/>
                    </a:cubicBezTo>
                    <a:cubicBezTo>
                      <a:pt x="1712" y="56"/>
                      <a:pt x="1683" y="62"/>
                      <a:pt x="1658" y="75"/>
                    </a:cubicBezTo>
                    <a:cubicBezTo>
                      <a:pt x="1604" y="100"/>
                      <a:pt x="1564" y="155"/>
                      <a:pt x="1553" y="212"/>
                    </a:cubicBezTo>
                    <a:cubicBezTo>
                      <a:pt x="1091" y="319"/>
                      <a:pt x="676" y="605"/>
                      <a:pt x="401" y="990"/>
                    </a:cubicBezTo>
                    <a:cubicBezTo>
                      <a:pt x="129" y="1376"/>
                      <a:pt x="0" y="1865"/>
                      <a:pt x="54" y="2336"/>
                    </a:cubicBezTo>
                    <a:cubicBezTo>
                      <a:pt x="62" y="2336"/>
                      <a:pt x="78" y="2338"/>
                      <a:pt x="88" y="2338"/>
                    </a:cubicBezTo>
                    <a:lnTo>
                      <a:pt x="684" y="2338"/>
                    </a:lnTo>
                    <a:cubicBezTo>
                      <a:pt x="1476" y="2338"/>
                      <a:pt x="2237" y="2164"/>
                      <a:pt x="3026" y="2119"/>
                    </a:cubicBezTo>
                    <a:cubicBezTo>
                      <a:pt x="3599" y="2084"/>
                      <a:pt x="4184" y="2082"/>
                      <a:pt x="4724" y="1888"/>
                    </a:cubicBezTo>
                    <a:cubicBezTo>
                      <a:pt x="4596" y="1601"/>
                      <a:pt x="4483" y="1346"/>
                      <a:pt x="4317" y="1080"/>
                    </a:cubicBezTo>
                    <a:cubicBezTo>
                      <a:pt x="4152" y="814"/>
                      <a:pt x="3941" y="570"/>
                      <a:pt x="3681" y="396"/>
                    </a:cubicBezTo>
                    <a:cubicBezTo>
                      <a:pt x="3453" y="245"/>
                      <a:pt x="3184" y="148"/>
                      <a:pt x="2913" y="148"/>
                    </a:cubicBezTo>
                    <a:cubicBezTo>
                      <a:pt x="2873" y="148"/>
                      <a:pt x="2832" y="150"/>
                      <a:pt x="2791" y="155"/>
                    </a:cubicBezTo>
                    <a:cubicBezTo>
                      <a:pt x="2781" y="106"/>
                      <a:pt x="2756" y="57"/>
                      <a:pt x="2715" y="28"/>
                    </a:cubicBezTo>
                    <a:cubicBezTo>
                      <a:pt x="2687" y="8"/>
                      <a:pt x="2652" y="1"/>
                      <a:pt x="26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39"/>
              <p:cNvSpPr/>
              <p:nvPr/>
            </p:nvSpPr>
            <p:spPr>
              <a:xfrm>
                <a:off x="7176304" y="1312400"/>
                <a:ext cx="580023" cy="503757"/>
              </a:xfrm>
              <a:custGeom>
                <a:avLst/>
                <a:gdLst/>
                <a:ahLst/>
                <a:cxnLst/>
                <a:rect l="l" t="t" r="r" b="b"/>
                <a:pathLst>
                  <a:path w="2601" h="2259" extrusionOk="0">
                    <a:moveTo>
                      <a:pt x="1414" y="1"/>
                    </a:moveTo>
                    <a:cubicBezTo>
                      <a:pt x="1318" y="1"/>
                      <a:pt x="1223" y="26"/>
                      <a:pt x="1128" y="26"/>
                    </a:cubicBezTo>
                    <a:cubicBezTo>
                      <a:pt x="1104" y="26"/>
                      <a:pt x="1080" y="25"/>
                      <a:pt x="1056" y="21"/>
                    </a:cubicBezTo>
                    <a:cubicBezTo>
                      <a:pt x="1019" y="14"/>
                      <a:pt x="982" y="10"/>
                      <a:pt x="945" y="10"/>
                    </a:cubicBezTo>
                    <a:cubicBezTo>
                      <a:pt x="818" y="10"/>
                      <a:pt x="691" y="50"/>
                      <a:pt x="585" y="121"/>
                    </a:cubicBezTo>
                    <a:cubicBezTo>
                      <a:pt x="450" y="215"/>
                      <a:pt x="356" y="364"/>
                      <a:pt x="326" y="524"/>
                    </a:cubicBezTo>
                    <a:cubicBezTo>
                      <a:pt x="305" y="645"/>
                      <a:pt x="315" y="770"/>
                      <a:pt x="274" y="882"/>
                    </a:cubicBezTo>
                    <a:cubicBezTo>
                      <a:pt x="221" y="1025"/>
                      <a:pt x="84" y="1136"/>
                      <a:pt x="68" y="1289"/>
                    </a:cubicBezTo>
                    <a:cubicBezTo>
                      <a:pt x="47" y="1461"/>
                      <a:pt x="184" y="1625"/>
                      <a:pt x="156" y="1792"/>
                    </a:cubicBezTo>
                    <a:cubicBezTo>
                      <a:pt x="141" y="1874"/>
                      <a:pt x="90" y="1944"/>
                      <a:pt x="53" y="2022"/>
                    </a:cubicBezTo>
                    <a:cubicBezTo>
                      <a:pt x="19" y="2097"/>
                      <a:pt x="0" y="2191"/>
                      <a:pt x="51" y="2259"/>
                    </a:cubicBezTo>
                    <a:cubicBezTo>
                      <a:pt x="868" y="2169"/>
                      <a:pt x="1686" y="2108"/>
                      <a:pt x="2504" y="2052"/>
                    </a:cubicBezTo>
                    <a:cubicBezTo>
                      <a:pt x="2410" y="1891"/>
                      <a:pt x="2601" y="1680"/>
                      <a:pt x="2509" y="1522"/>
                    </a:cubicBezTo>
                    <a:cubicBezTo>
                      <a:pt x="2474" y="1465"/>
                      <a:pt x="2412" y="1428"/>
                      <a:pt x="2374" y="1371"/>
                    </a:cubicBezTo>
                    <a:cubicBezTo>
                      <a:pt x="2320" y="1289"/>
                      <a:pt x="2329" y="1183"/>
                      <a:pt x="2343" y="1085"/>
                    </a:cubicBezTo>
                    <a:cubicBezTo>
                      <a:pt x="2359" y="988"/>
                      <a:pt x="2380" y="886"/>
                      <a:pt x="2349" y="794"/>
                    </a:cubicBezTo>
                    <a:cubicBezTo>
                      <a:pt x="2304" y="663"/>
                      <a:pt x="2175" y="585"/>
                      <a:pt x="2079" y="483"/>
                    </a:cubicBezTo>
                    <a:cubicBezTo>
                      <a:pt x="1983" y="379"/>
                      <a:pt x="1923" y="238"/>
                      <a:pt x="1817" y="143"/>
                    </a:cubicBezTo>
                    <a:cubicBezTo>
                      <a:pt x="1717" y="58"/>
                      <a:pt x="1584" y="13"/>
                      <a:pt x="1451" y="2"/>
                    </a:cubicBezTo>
                    <a:cubicBezTo>
                      <a:pt x="1438" y="1"/>
                      <a:pt x="1426" y="1"/>
                      <a:pt x="141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39"/>
              <p:cNvSpPr/>
              <p:nvPr/>
            </p:nvSpPr>
            <p:spPr>
              <a:xfrm>
                <a:off x="7289365" y="1410966"/>
                <a:ext cx="328702" cy="441986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1982" extrusionOk="0">
                    <a:moveTo>
                      <a:pt x="512" y="0"/>
                    </a:moveTo>
                    <a:cubicBezTo>
                      <a:pt x="443" y="233"/>
                      <a:pt x="238" y="420"/>
                      <a:pt x="1" y="469"/>
                    </a:cubicBezTo>
                    <a:cubicBezTo>
                      <a:pt x="44" y="581"/>
                      <a:pt x="64" y="720"/>
                      <a:pt x="85" y="839"/>
                    </a:cubicBezTo>
                    <a:cubicBezTo>
                      <a:pt x="107" y="958"/>
                      <a:pt x="134" y="1078"/>
                      <a:pt x="191" y="1185"/>
                    </a:cubicBezTo>
                    <a:cubicBezTo>
                      <a:pt x="250" y="1293"/>
                      <a:pt x="344" y="1381"/>
                      <a:pt x="465" y="1408"/>
                    </a:cubicBezTo>
                    <a:cubicBezTo>
                      <a:pt x="455" y="1553"/>
                      <a:pt x="451" y="1709"/>
                      <a:pt x="441" y="1856"/>
                    </a:cubicBezTo>
                    <a:cubicBezTo>
                      <a:pt x="549" y="1931"/>
                      <a:pt x="700" y="1982"/>
                      <a:pt x="836" y="1982"/>
                    </a:cubicBezTo>
                    <a:cubicBezTo>
                      <a:pt x="848" y="1982"/>
                      <a:pt x="860" y="1981"/>
                      <a:pt x="872" y="1981"/>
                    </a:cubicBezTo>
                    <a:cubicBezTo>
                      <a:pt x="1017" y="1970"/>
                      <a:pt x="1161" y="1911"/>
                      <a:pt x="1271" y="1817"/>
                    </a:cubicBezTo>
                    <a:cubicBezTo>
                      <a:pt x="1148" y="1510"/>
                      <a:pt x="1128" y="1164"/>
                      <a:pt x="1202" y="843"/>
                    </a:cubicBezTo>
                    <a:lnTo>
                      <a:pt x="1202" y="843"/>
                    </a:lnTo>
                    <a:cubicBezTo>
                      <a:pt x="1209" y="844"/>
                      <a:pt x="1217" y="844"/>
                      <a:pt x="1225" y="844"/>
                    </a:cubicBezTo>
                    <a:cubicBezTo>
                      <a:pt x="1337" y="844"/>
                      <a:pt x="1431" y="762"/>
                      <a:pt x="1459" y="653"/>
                    </a:cubicBezTo>
                    <a:cubicBezTo>
                      <a:pt x="1474" y="604"/>
                      <a:pt x="1474" y="548"/>
                      <a:pt x="1449" y="501"/>
                    </a:cubicBezTo>
                    <a:cubicBezTo>
                      <a:pt x="1427" y="456"/>
                      <a:pt x="1378" y="424"/>
                      <a:pt x="1326" y="424"/>
                    </a:cubicBezTo>
                    <a:cubicBezTo>
                      <a:pt x="1265" y="426"/>
                      <a:pt x="1216" y="475"/>
                      <a:pt x="1181" y="522"/>
                    </a:cubicBezTo>
                    <a:cubicBezTo>
                      <a:pt x="1179" y="491"/>
                      <a:pt x="1169" y="460"/>
                      <a:pt x="1167" y="428"/>
                    </a:cubicBezTo>
                    <a:cubicBezTo>
                      <a:pt x="1134" y="435"/>
                      <a:pt x="1100" y="438"/>
                      <a:pt x="1064" y="438"/>
                    </a:cubicBezTo>
                    <a:cubicBezTo>
                      <a:pt x="940" y="438"/>
                      <a:pt x="807" y="398"/>
                      <a:pt x="717" y="328"/>
                    </a:cubicBezTo>
                    <a:cubicBezTo>
                      <a:pt x="594" y="242"/>
                      <a:pt x="524" y="150"/>
                      <a:pt x="512" y="0"/>
                    </a:cubicBezTo>
                    <a:close/>
                  </a:path>
                </a:pathLst>
              </a:custGeom>
              <a:solidFill>
                <a:srgbClr val="FAB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39"/>
              <p:cNvSpPr/>
              <p:nvPr/>
            </p:nvSpPr>
            <p:spPr>
              <a:xfrm>
                <a:off x="7422941" y="1485670"/>
                <a:ext cx="85186" cy="32335"/>
              </a:xfrm>
              <a:custGeom>
                <a:avLst/>
                <a:gdLst/>
                <a:ahLst/>
                <a:cxnLst/>
                <a:rect l="l" t="t" r="r" b="b"/>
                <a:pathLst>
                  <a:path w="382" h="145" extrusionOk="0">
                    <a:moveTo>
                      <a:pt x="257" y="0"/>
                    </a:moveTo>
                    <a:cubicBezTo>
                      <a:pt x="173" y="0"/>
                      <a:pt x="89" y="32"/>
                      <a:pt x="26" y="85"/>
                    </a:cubicBezTo>
                    <a:cubicBezTo>
                      <a:pt x="0" y="107"/>
                      <a:pt x="21" y="145"/>
                      <a:pt x="47" y="145"/>
                    </a:cubicBezTo>
                    <a:cubicBezTo>
                      <a:pt x="52" y="145"/>
                      <a:pt x="57" y="143"/>
                      <a:pt x="63" y="140"/>
                    </a:cubicBezTo>
                    <a:cubicBezTo>
                      <a:pt x="101" y="113"/>
                      <a:pt x="144" y="95"/>
                      <a:pt x="193" y="89"/>
                    </a:cubicBezTo>
                    <a:cubicBezTo>
                      <a:pt x="208" y="86"/>
                      <a:pt x="223" y="85"/>
                      <a:pt x="238" y="85"/>
                    </a:cubicBezTo>
                    <a:cubicBezTo>
                      <a:pt x="267" y="85"/>
                      <a:pt x="296" y="89"/>
                      <a:pt x="324" y="99"/>
                    </a:cubicBezTo>
                    <a:cubicBezTo>
                      <a:pt x="327" y="99"/>
                      <a:pt x="330" y="100"/>
                      <a:pt x="333" y="100"/>
                    </a:cubicBezTo>
                    <a:cubicBezTo>
                      <a:pt x="352" y="100"/>
                      <a:pt x="370" y="88"/>
                      <a:pt x="378" y="68"/>
                    </a:cubicBezTo>
                    <a:cubicBezTo>
                      <a:pt x="382" y="44"/>
                      <a:pt x="369" y="21"/>
                      <a:pt x="347" y="13"/>
                    </a:cubicBezTo>
                    <a:cubicBezTo>
                      <a:pt x="318" y="4"/>
                      <a:pt x="288" y="0"/>
                      <a:pt x="257" y="0"/>
                    </a:cubicBezTo>
                    <a:close/>
                  </a:path>
                </a:pathLst>
              </a:custGeom>
              <a:solidFill>
                <a:srgbClr val="996B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39"/>
              <p:cNvSpPr/>
              <p:nvPr/>
            </p:nvSpPr>
            <p:spPr>
              <a:xfrm>
                <a:off x="7296724" y="1512653"/>
                <a:ext cx="82287" cy="29659"/>
              </a:xfrm>
              <a:custGeom>
                <a:avLst/>
                <a:gdLst/>
                <a:ahLst/>
                <a:cxnLst/>
                <a:rect l="l" t="t" r="r" b="b"/>
                <a:pathLst>
                  <a:path w="369" h="133" extrusionOk="0">
                    <a:moveTo>
                      <a:pt x="219" y="1"/>
                    </a:moveTo>
                    <a:cubicBezTo>
                      <a:pt x="206" y="1"/>
                      <a:pt x="192" y="1"/>
                      <a:pt x="178" y="2"/>
                    </a:cubicBezTo>
                    <a:cubicBezTo>
                      <a:pt x="127" y="7"/>
                      <a:pt x="70" y="21"/>
                      <a:pt x="29" y="50"/>
                    </a:cubicBezTo>
                    <a:cubicBezTo>
                      <a:pt x="11" y="62"/>
                      <a:pt x="0" y="84"/>
                      <a:pt x="11" y="105"/>
                    </a:cubicBezTo>
                    <a:cubicBezTo>
                      <a:pt x="17" y="122"/>
                      <a:pt x="34" y="133"/>
                      <a:pt x="52" y="133"/>
                    </a:cubicBezTo>
                    <a:cubicBezTo>
                      <a:pt x="56" y="133"/>
                      <a:pt x="60" y="132"/>
                      <a:pt x="64" y="131"/>
                    </a:cubicBezTo>
                    <a:lnTo>
                      <a:pt x="103" y="115"/>
                    </a:lnTo>
                    <a:cubicBezTo>
                      <a:pt x="105" y="114"/>
                      <a:pt x="106" y="113"/>
                      <a:pt x="106" y="113"/>
                    </a:cubicBezTo>
                    <a:lnTo>
                      <a:pt x="106" y="113"/>
                    </a:lnTo>
                    <a:cubicBezTo>
                      <a:pt x="106" y="113"/>
                      <a:pt x="106" y="114"/>
                      <a:pt x="105" y="115"/>
                    </a:cubicBezTo>
                    <a:cubicBezTo>
                      <a:pt x="107" y="115"/>
                      <a:pt x="109" y="113"/>
                      <a:pt x="113" y="113"/>
                    </a:cubicBezTo>
                    <a:cubicBezTo>
                      <a:pt x="117" y="109"/>
                      <a:pt x="123" y="109"/>
                      <a:pt x="125" y="107"/>
                    </a:cubicBezTo>
                    <a:cubicBezTo>
                      <a:pt x="148" y="99"/>
                      <a:pt x="168" y="95"/>
                      <a:pt x="193" y="88"/>
                    </a:cubicBezTo>
                    <a:cubicBezTo>
                      <a:pt x="221" y="83"/>
                      <a:pt x="249" y="79"/>
                      <a:pt x="278" y="79"/>
                    </a:cubicBezTo>
                    <a:cubicBezTo>
                      <a:pt x="292" y="79"/>
                      <a:pt x="307" y="80"/>
                      <a:pt x="322" y="82"/>
                    </a:cubicBezTo>
                    <a:cubicBezTo>
                      <a:pt x="360" y="82"/>
                      <a:pt x="369" y="15"/>
                      <a:pt x="330" y="11"/>
                    </a:cubicBezTo>
                    <a:cubicBezTo>
                      <a:pt x="294" y="5"/>
                      <a:pt x="257" y="1"/>
                      <a:pt x="219" y="1"/>
                    </a:cubicBezTo>
                    <a:close/>
                  </a:path>
                </a:pathLst>
              </a:custGeom>
              <a:solidFill>
                <a:srgbClr val="996B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39"/>
              <p:cNvSpPr/>
              <p:nvPr/>
            </p:nvSpPr>
            <p:spPr>
              <a:xfrm>
                <a:off x="7381018" y="1531831"/>
                <a:ext cx="46830" cy="95667"/>
              </a:xfrm>
              <a:custGeom>
                <a:avLst/>
                <a:gdLst/>
                <a:ahLst/>
                <a:cxnLst/>
                <a:rect l="l" t="t" r="r" b="b"/>
                <a:pathLst>
                  <a:path w="210" h="429" extrusionOk="0">
                    <a:moveTo>
                      <a:pt x="69" y="1"/>
                    </a:moveTo>
                    <a:cubicBezTo>
                      <a:pt x="56" y="1"/>
                      <a:pt x="43" y="10"/>
                      <a:pt x="44" y="25"/>
                    </a:cubicBezTo>
                    <a:cubicBezTo>
                      <a:pt x="56" y="117"/>
                      <a:pt x="54" y="209"/>
                      <a:pt x="34" y="297"/>
                    </a:cubicBezTo>
                    <a:cubicBezTo>
                      <a:pt x="25" y="332"/>
                      <a:pt x="1" y="385"/>
                      <a:pt x="38" y="410"/>
                    </a:cubicBezTo>
                    <a:cubicBezTo>
                      <a:pt x="56" y="420"/>
                      <a:pt x="83" y="424"/>
                      <a:pt x="103" y="426"/>
                    </a:cubicBezTo>
                    <a:cubicBezTo>
                      <a:pt x="119" y="427"/>
                      <a:pt x="135" y="429"/>
                      <a:pt x="151" y="429"/>
                    </a:cubicBezTo>
                    <a:cubicBezTo>
                      <a:pt x="158" y="429"/>
                      <a:pt x="164" y="429"/>
                      <a:pt x="171" y="428"/>
                    </a:cubicBezTo>
                    <a:cubicBezTo>
                      <a:pt x="208" y="426"/>
                      <a:pt x="210" y="368"/>
                      <a:pt x="174" y="368"/>
                    </a:cubicBezTo>
                    <a:cubicBezTo>
                      <a:pt x="173" y="368"/>
                      <a:pt x="172" y="368"/>
                      <a:pt x="171" y="369"/>
                    </a:cubicBezTo>
                    <a:cubicBezTo>
                      <a:pt x="150" y="373"/>
                      <a:pt x="134" y="373"/>
                      <a:pt x="113" y="373"/>
                    </a:cubicBezTo>
                    <a:cubicBezTo>
                      <a:pt x="103" y="373"/>
                      <a:pt x="95" y="369"/>
                      <a:pt x="85" y="369"/>
                    </a:cubicBezTo>
                    <a:cubicBezTo>
                      <a:pt x="83" y="369"/>
                      <a:pt x="77" y="367"/>
                      <a:pt x="72" y="366"/>
                    </a:cubicBezTo>
                    <a:lnTo>
                      <a:pt x="72" y="366"/>
                    </a:lnTo>
                    <a:cubicBezTo>
                      <a:pt x="75" y="360"/>
                      <a:pt x="75" y="352"/>
                      <a:pt x="77" y="346"/>
                    </a:cubicBezTo>
                    <a:lnTo>
                      <a:pt x="85" y="315"/>
                    </a:lnTo>
                    <a:cubicBezTo>
                      <a:pt x="89" y="295"/>
                      <a:pt x="93" y="277"/>
                      <a:pt x="95" y="256"/>
                    </a:cubicBezTo>
                    <a:cubicBezTo>
                      <a:pt x="105" y="176"/>
                      <a:pt x="103" y="99"/>
                      <a:pt x="91" y="19"/>
                    </a:cubicBezTo>
                    <a:cubicBezTo>
                      <a:pt x="89" y="6"/>
                      <a:pt x="80" y="1"/>
                      <a:pt x="69" y="1"/>
                    </a:cubicBezTo>
                    <a:close/>
                  </a:path>
                </a:pathLst>
              </a:custGeom>
              <a:solidFill>
                <a:srgbClr val="996B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39"/>
              <p:cNvSpPr/>
              <p:nvPr/>
            </p:nvSpPr>
            <p:spPr>
              <a:xfrm>
                <a:off x="7395958" y="1623930"/>
                <a:ext cx="78719" cy="33004"/>
              </a:xfrm>
              <a:custGeom>
                <a:avLst/>
                <a:gdLst/>
                <a:ahLst/>
                <a:cxnLst/>
                <a:rect l="l" t="t" r="r" b="b"/>
                <a:pathLst>
                  <a:path w="353" h="148" extrusionOk="0">
                    <a:moveTo>
                      <a:pt x="314" y="1"/>
                    </a:moveTo>
                    <a:cubicBezTo>
                      <a:pt x="311" y="1"/>
                      <a:pt x="307" y="1"/>
                      <a:pt x="304" y="3"/>
                    </a:cubicBezTo>
                    <a:cubicBezTo>
                      <a:pt x="290" y="7"/>
                      <a:pt x="278" y="15"/>
                      <a:pt x="265" y="25"/>
                    </a:cubicBezTo>
                    <a:cubicBezTo>
                      <a:pt x="261" y="29"/>
                      <a:pt x="251" y="37"/>
                      <a:pt x="241" y="44"/>
                    </a:cubicBezTo>
                    <a:cubicBezTo>
                      <a:pt x="220" y="56"/>
                      <a:pt x="202" y="64"/>
                      <a:pt x="179" y="70"/>
                    </a:cubicBezTo>
                    <a:cubicBezTo>
                      <a:pt x="150" y="79"/>
                      <a:pt x="122" y="84"/>
                      <a:pt x="94" y="84"/>
                    </a:cubicBezTo>
                    <a:cubicBezTo>
                      <a:pt x="77" y="84"/>
                      <a:pt x="60" y="82"/>
                      <a:pt x="42" y="78"/>
                    </a:cubicBezTo>
                    <a:cubicBezTo>
                      <a:pt x="39" y="77"/>
                      <a:pt x="36" y="77"/>
                      <a:pt x="33" y="77"/>
                    </a:cubicBezTo>
                    <a:cubicBezTo>
                      <a:pt x="8" y="77"/>
                      <a:pt x="0" y="116"/>
                      <a:pt x="28" y="127"/>
                    </a:cubicBezTo>
                    <a:cubicBezTo>
                      <a:pt x="60" y="140"/>
                      <a:pt x="96" y="148"/>
                      <a:pt x="133" y="148"/>
                    </a:cubicBezTo>
                    <a:cubicBezTo>
                      <a:pt x="155" y="148"/>
                      <a:pt x="177" y="145"/>
                      <a:pt x="198" y="140"/>
                    </a:cubicBezTo>
                    <a:cubicBezTo>
                      <a:pt x="224" y="134"/>
                      <a:pt x="251" y="123"/>
                      <a:pt x="276" y="109"/>
                    </a:cubicBezTo>
                    <a:cubicBezTo>
                      <a:pt x="304" y="95"/>
                      <a:pt x="337" y="74"/>
                      <a:pt x="345" y="44"/>
                    </a:cubicBezTo>
                    <a:cubicBezTo>
                      <a:pt x="352" y="21"/>
                      <a:pt x="334" y="1"/>
                      <a:pt x="314" y="1"/>
                    </a:cubicBezTo>
                    <a:close/>
                  </a:path>
                </a:pathLst>
              </a:custGeom>
              <a:solidFill>
                <a:srgbClr val="996B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2555;p39"/>
              <p:cNvSpPr/>
              <p:nvPr/>
            </p:nvSpPr>
            <p:spPr>
              <a:xfrm>
                <a:off x="7558971" y="1563274"/>
                <a:ext cx="28544" cy="22523"/>
              </a:xfrm>
              <a:custGeom>
                <a:avLst/>
                <a:gdLst/>
                <a:ahLst/>
                <a:cxnLst/>
                <a:rect l="l" t="t" r="r" b="b"/>
                <a:pathLst>
                  <a:path w="128" h="101" extrusionOk="0">
                    <a:moveTo>
                      <a:pt x="64" y="1"/>
                    </a:moveTo>
                    <a:cubicBezTo>
                      <a:pt x="1" y="1"/>
                      <a:pt x="1" y="101"/>
                      <a:pt x="64" y="101"/>
                    </a:cubicBezTo>
                    <a:cubicBezTo>
                      <a:pt x="128" y="101"/>
                      <a:pt x="128" y="1"/>
                      <a:pt x="64" y="1"/>
                    </a:cubicBezTo>
                    <a:close/>
                  </a:path>
                </a:pathLst>
              </a:custGeom>
              <a:solidFill>
                <a:srgbClr val="996B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2556;p39"/>
              <p:cNvSpPr/>
              <p:nvPr/>
            </p:nvSpPr>
            <p:spPr>
              <a:xfrm>
                <a:off x="7340432" y="1544988"/>
                <a:ext cx="34119" cy="41478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86" extrusionOk="0">
                    <a:moveTo>
                      <a:pt x="64" y="0"/>
                    </a:moveTo>
                    <a:cubicBezTo>
                      <a:pt x="62" y="0"/>
                      <a:pt x="60" y="0"/>
                      <a:pt x="58" y="1"/>
                    </a:cubicBezTo>
                    <a:cubicBezTo>
                      <a:pt x="21" y="9"/>
                      <a:pt x="1" y="54"/>
                      <a:pt x="13" y="105"/>
                    </a:cubicBezTo>
                    <a:cubicBezTo>
                      <a:pt x="26" y="151"/>
                      <a:pt x="56" y="186"/>
                      <a:pt x="89" y="186"/>
                    </a:cubicBezTo>
                    <a:cubicBezTo>
                      <a:pt x="92" y="186"/>
                      <a:pt x="96" y="186"/>
                      <a:pt x="99" y="185"/>
                    </a:cubicBezTo>
                    <a:cubicBezTo>
                      <a:pt x="134" y="177"/>
                      <a:pt x="152" y="132"/>
                      <a:pt x="142" y="80"/>
                    </a:cubicBezTo>
                    <a:cubicBezTo>
                      <a:pt x="130" y="32"/>
                      <a:pt x="97" y="0"/>
                      <a:pt x="64" y="0"/>
                    </a:cubicBezTo>
                    <a:close/>
                  </a:path>
                </a:pathLst>
              </a:custGeom>
              <a:solidFill>
                <a:srgbClr val="996B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39"/>
              <p:cNvSpPr/>
              <p:nvPr/>
            </p:nvSpPr>
            <p:spPr>
              <a:xfrm>
                <a:off x="7448140" y="1522242"/>
                <a:ext cx="32112" cy="41924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88" extrusionOk="0">
                    <a:moveTo>
                      <a:pt x="63" y="0"/>
                    </a:moveTo>
                    <a:cubicBezTo>
                      <a:pt x="62" y="0"/>
                      <a:pt x="61" y="0"/>
                      <a:pt x="60" y="0"/>
                    </a:cubicBezTo>
                    <a:cubicBezTo>
                      <a:pt x="25" y="7"/>
                      <a:pt x="1" y="52"/>
                      <a:pt x="9" y="103"/>
                    </a:cubicBezTo>
                    <a:cubicBezTo>
                      <a:pt x="15" y="150"/>
                      <a:pt x="45" y="187"/>
                      <a:pt x="79" y="187"/>
                    </a:cubicBezTo>
                    <a:cubicBezTo>
                      <a:pt x="81" y="187"/>
                      <a:pt x="84" y="187"/>
                      <a:pt x="87" y="187"/>
                    </a:cubicBezTo>
                    <a:cubicBezTo>
                      <a:pt x="121" y="182"/>
                      <a:pt x="144" y="135"/>
                      <a:pt x="138" y="84"/>
                    </a:cubicBezTo>
                    <a:cubicBezTo>
                      <a:pt x="130" y="35"/>
                      <a:pt x="99" y="0"/>
                      <a:pt x="63" y="0"/>
                    </a:cubicBezTo>
                    <a:close/>
                  </a:path>
                </a:pathLst>
              </a:custGeom>
              <a:solidFill>
                <a:srgbClr val="996B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39"/>
              <p:cNvSpPr/>
              <p:nvPr/>
            </p:nvSpPr>
            <p:spPr>
              <a:xfrm>
                <a:off x="7420711" y="1622592"/>
                <a:ext cx="136253" cy="144504"/>
              </a:xfrm>
              <a:custGeom>
                <a:avLst/>
                <a:gdLst/>
                <a:ahLst/>
                <a:cxnLst/>
                <a:rect l="l" t="t" r="r" b="b"/>
                <a:pathLst>
                  <a:path w="611" h="648" extrusionOk="0">
                    <a:moveTo>
                      <a:pt x="590" y="0"/>
                    </a:moveTo>
                    <a:lnTo>
                      <a:pt x="590" y="0"/>
                    </a:lnTo>
                    <a:cubicBezTo>
                      <a:pt x="533" y="111"/>
                      <a:pt x="471" y="217"/>
                      <a:pt x="404" y="320"/>
                    </a:cubicBezTo>
                    <a:cubicBezTo>
                      <a:pt x="357" y="389"/>
                      <a:pt x="308" y="459"/>
                      <a:pt x="236" y="502"/>
                    </a:cubicBezTo>
                    <a:cubicBezTo>
                      <a:pt x="195" y="530"/>
                      <a:pt x="144" y="547"/>
                      <a:pt x="94" y="547"/>
                    </a:cubicBezTo>
                    <a:cubicBezTo>
                      <a:pt x="61" y="547"/>
                      <a:pt x="29" y="540"/>
                      <a:pt x="1" y="524"/>
                    </a:cubicBezTo>
                    <a:lnTo>
                      <a:pt x="1" y="524"/>
                    </a:lnTo>
                    <a:cubicBezTo>
                      <a:pt x="136" y="610"/>
                      <a:pt x="296" y="648"/>
                      <a:pt x="458" y="648"/>
                    </a:cubicBezTo>
                    <a:cubicBezTo>
                      <a:pt x="509" y="648"/>
                      <a:pt x="560" y="644"/>
                      <a:pt x="611" y="637"/>
                    </a:cubicBezTo>
                    <a:cubicBezTo>
                      <a:pt x="561" y="430"/>
                      <a:pt x="557" y="209"/>
                      <a:pt x="590" y="0"/>
                    </a:cubicBezTo>
                    <a:close/>
                  </a:path>
                </a:pathLst>
              </a:custGeom>
              <a:solidFill>
                <a:srgbClr val="D288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39"/>
              <p:cNvSpPr/>
              <p:nvPr/>
            </p:nvSpPr>
            <p:spPr>
              <a:xfrm>
                <a:off x="7240082" y="1842469"/>
                <a:ext cx="98789" cy="340521"/>
              </a:xfrm>
              <a:custGeom>
                <a:avLst/>
                <a:gdLst/>
                <a:ahLst/>
                <a:cxnLst/>
                <a:rect l="l" t="t" r="r" b="b"/>
                <a:pathLst>
                  <a:path w="443" h="1527" extrusionOk="0">
                    <a:moveTo>
                      <a:pt x="351" y="0"/>
                    </a:moveTo>
                    <a:cubicBezTo>
                      <a:pt x="219" y="0"/>
                      <a:pt x="126" y="97"/>
                      <a:pt x="126" y="97"/>
                    </a:cubicBezTo>
                    <a:cubicBezTo>
                      <a:pt x="1" y="395"/>
                      <a:pt x="89" y="1527"/>
                      <a:pt x="89" y="1527"/>
                    </a:cubicBezTo>
                    <a:lnTo>
                      <a:pt x="443" y="1449"/>
                    </a:lnTo>
                    <a:lnTo>
                      <a:pt x="418" y="9"/>
                    </a:lnTo>
                    <a:cubicBezTo>
                      <a:pt x="395" y="3"/>
                      <a:pt x="372" y="0"/>
                      <a:pt x="3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39"/>
              <p:cNvSpPr/>
              <p:nvPr/>
            </p:nvSpPr>
            <p:spPr>
              <a:xfrm>
                <a:off x="7576811" y="1824183"/>
                <a:ext cx="156769" cy="343420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540" extrusionOk="0">
                    <a:moveTo>
                      <a:pt x="279" y="1"/>
                    </a:moveTo>
                    <a:cubicBezTo>
                      <a:pt x="244" y="1"/>
                      <a:pt x="209" y="4"/>
                      <a:pt x="177" y="13"/>
                    </a:cubicBezTo>
                    <a:lnTo>
                      <a:pt x="1" y="1462"/>
                    </a:lnTo>
                    <a:lnTo>
                      <a:pt x="355" y="1539"/>
                    </a:lnTo>
                    <a:cubicBezTo>
                      <a:pt x="355" y="1539"/>
                      <a:pt x="355" y="1539"/>
                      <a:pt x="355" y="1539"/>
                    </a:cubicBezTo>
                    <a:cubicBezTo>
                      <a:pt x="355" y="1539"/>
                      <a:pt x="702" y="363"/>
                      <a:pt x="578" y="60"/>
                    </a:cubicBezTo>
                    <a:cubicBezTo>
                      <a:pt x="578" y="60"/>
                      <a:pt x="424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39"/>
              <p:cNvSpPr/>
              <p:nvPr/>
            </p:nvSpPr>
            <p:spPr>
              <a:xfrm>
                <a:off x="7131927" y="2024437"/>
                <a:ext cx="827107" cy="1181454"/>
              </a:xfrm>
              <a:custGeom>
                <a:avLst/>
                <a:gdLst/>
                <a:ahLst/>
                <a:cxnLst/>
                <a:rect l="l" t="t" r="r" b="b"/>
                <a:pathLst>
                  <a:path w="3709" h="5298" extrusionOk="0">
                    <a:moveTo>
                      <a:pt x="793" y="1"/>
                    </a:moveTo>
                    <a:lnTo>
                      <a:pt x="1" y="1188"/>
                    </a:lnTo>
                    <a:cubicBezTo>
                      <a:pt x="56" y="1801"/>
                      <a:pt x="363" y="2595"/>
                      <a:pt x="363" y="2595"/>
                    </a:cubicBezTo>
                    <a:lnTo>
                      <a:pt x="297" y="5298"/>
                    </a:lnTo>
                    <a:lnTo>
                      <a:pt x="3708" y="5298"/>
                    </a:lnTo>
                    <a:lnTo>
                      <a:pt x="3010" y="3060"/>
                    </a:lnTo>
                    <a:lnTo>
                      <a:pt x="3076" y="1167"/>
                    </a:lnTo>
                    <a:lnTo>
                      <a:pt x="21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39"/>
              <p:cNvSpPr/>
              <p:nvPr/>
            </p:nvSpPr>
            <p:spPr>
              <a:xfrm>
                <a:off x="7298508" y="2210641"/>
                <a:ext cx="313761" cy="204714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918" extrusionOk="0">
                    <a:moveTo>
                      <a:pt x="1" y="1"/>
                    </a:moveTo>
                    <a:lnTo>
                      <a:pt x="1" y="146"/>
                    </a:lnTo>
                    <a:cubicBezTo>
                      <a:pt x="1" y="574"/>
                      <a:pt x="314" y="917"/>
                      <a:pt x="702" y="917"/>
                    </a:cubicBezTo>
                    <a:cubicBezTo>
                      <a:pt x="1091" y="917"/>
                      <a:pt x="1406" y="574"/>
                      <a:pt x="1406" y="146"/>
                    </a:cubicBezTo>
                    <a:lnTo>
                      <a:pt x="14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39"/>
              <p:cNvSpPr/>
              <p:nvPr/>
            </p:nvSpPr>
            <p:spPr>
              <a:xfrm>
                <a:off x="7763015" y="2404428"/>
                <a:ext cx="175947" cy="165689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43" extrusionOk="0">
                    <a:moveTo>
                      <a:pt x="411" y="0"/>
                    </a:moveTo>
                    <a:cubicBezTo>
                      <a:pt x="392" y="0"/>
                      <a:pt x="373" y="1"/>
                      <a:pt x="354" y="1"/>
                    </a:cubicBezTo>
                    <a:cubicBezTo>
                      <a:pt x="317" y="3"/>
                      <a:pt x="283" y="5"/>
                      <a:pt x="250" y="13"/>
                    </a:cubicBezTo>
                    <a:cubicBezTo>
                      <a:pt x="213" y="22"/>
                      <a:pt x="184" y="40"/>
                      <a:pt x="158" y="61"/>
                    </a:cubicBezTo>
                    <a:cubicBezTo>
                      <a:pt x="123" y="92"/>
                      <a:pt x="137" y="149"/>
                      <a:pt x="182" y="149"/>
                    </a:cubicBezTo>
                    <a:cubicBezTo>
                      <a:pt x="187" y="149"/>
                      <a:pt x="193" y="148"/>
                      <a:pt x="199" y="146"/>
                    </a:cubicBezTo>
                    <a:cubicBezTo>
                      <a:pt x="219" y="142"/>
                      <a:pt x="242" y="142"/>
                      <a:pt x="262" y="142"/>
                    </a:cubicBezTo>
                    <a:cubicBezTo>
                      <a:pt x="285" y="138"/>
                      <a:pt x="307" y="138"/>
                      <a:pt x="332" y="138"/>
                    </a:cubicBezTo>
                    <a:cubicBezTo>
                      <a:pt x="377" y="142"/>
                      <a:pt x="420" y="144"/>
                      <a:pt x="467" y="149"/>
                    </a:cubicBezTo>
                    <a:cubicBezTo>
                      <a:pt x="461" y="149"/>
                      <a:pt x="479" y="153"/>
                      <a:pt x="481" y="153"/>
                    </a:cubicBezTo>
                    <a:lnTo>
                      <a:pt x="512" y="159"/>
                    </a:lnTo>
                    <a:cubicBezTo>
                      <a:pt x="532" y="165"/>
                      <a:pt x="538" y="167"/>
                      <a:pt x="553" y="175"/>
                    </a:cubicBezTo>
                    <a:cubicBezTo>
                      <a:pt x="563" y="179"/>
                      <a:pt x="555" y="175"/>
                      <a:pt x="563" y="183"/>
                    </a:cubicBezTo>
                    <a:cubicBezTo>
                      <a:pt x="571" y="187"/>
                      <a:pt x="569" y="185"/>
                      <a:pt x="575" y="198"/>
                    </a:cubicBezTo>
                    <a:cubicBezTo>
                      <a:pt x="583" y="210"/>
                      <a:pt x="590" y="230"/>
                      <a:pt x="592" y="249"/>
                    </a:cubicBezTo>
                    <a:cubicBezTo>
                      <a:pt x="616" y="384"/>
                      <a:pt x="620" y="595"/>
                      <a:pt x="420" y="607"/>
                    </a:cubicBezTo>
                    <a:cubicBezTo>
                      <a:pt x="409" y="607"/>
                      <a:pt x="398" y="608"/>
                      <a:pt x="387" y="608"/>
                    </a:cubicBezTo>
                    <a:cubicBezTo>
                      <a:pt x="349" y="608"/>
                      <a:pt x="313" y="604"/>
                      <a:pt x="274" y="597"/>
                    </a:cubicBezTo>
                    <a:cubicBezTo>
                      <a:pt x="246" y="592"/>
                      <a:pt x="221" y="586"/>
                      <a:pt x="193" y="578"/>
                    </a:cubicBezTo>
                    <a:cubicBezTo>
                      <a:pt x="160" y="568"/>
                      <a:pt x="129" y="556"/>
                      <a:pt x="92" y="556"/>
                    </a:cubicBezTo>
                    <a:cubicBezTo>
                      <a:pt x="35" y="556"/>
                      <a:pt x="0" y="627"/>
                      <a:pt x="45" y="664"/>
                    </a:cubicBezTo>
                    <a:cubicBezTo>
                      <a:pt x="92" y="705"/>
                      <a:pt x="172" y="717"/>
                      <a:pt x="234" y="727"/>
                    </a:cubicBezTo>
                    <a:cubicBezTo>
                      <a:pt x="282" y="736"/>
                      <a:pt x="332" y="743"/>
                      <a:pt x="381" y="743"/>
                    </a:cubicBezTo>
                    <a:cubicBezTo>
                      <a:pt x="392" y="743"/>
                      <a:pt x="403" y="743"/>
                      <a:pt x="414" y="742"/>
                    </a:cubicBezTo>
                    <a:cubicBezTo>
                      <a:pt x="536" y="736"/>
                      <a:pt x="653" y="697"/>
                      <a:pt x="721" y="592"/>
                    </a:cubicBezTo>
                    <a:cubicBezTo>
                      <a:pt x="788" y="482"/>
                      <a:pt x="778" y="357"/>
                      <a:pt x="761" y="234"/>
                    </a:cubicBezTo>
                    <a:cubicBezTo>
                      <a:pt x="753" y="175"/>
                      <a:pt x="735" y="118"/>
                      <a:pt x="686" y="75"/>
                    </a:cubicBezTo>
                    <a:cubicBezTo>
                      <a:pt x="649" y="40"/>
                      <a:pt x="592" y="20"/>
                      <a:pt x="538" y="9"/>
                    </a:cubicBezTo>
                    <a:cubicBezTo>
                      <a:pt x="496" y="2"/>
                      <a:pt x="454" y="0"/>
                      <a:pt x="41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2564;p39"/>
              <p:cNvSpPr/>
              <p:nvPr/>
            </p:nvSpPr>
            <p:spPr>
              <a:xfrm>
                <a:off x="7591083" y="2403313"/>
                <a:ext cx="231028" cy="189104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848" extrusionOk="0">
                    <a:moveTo>
                      <a:pt x="0" y="0"/>
                    </a:moveTo>
                    <a:lnTo>
                      <a:pt x="0" y="557"/>
                    </a:lnTo>
                    <a:cubicBezTo>
                      <a:pt x="0" y="557"/>
                      <a:pt x="2" y="769"/>
                      <a:pt x="209" y="847"/>
                    </a:cubicBezTo>
                    <a:lnTo>
                      <a:pt x="780" y="847"/>
                    </a:lnTo>
                    <a:cubicBezTo>
                      <a:pt x="780" y="847"/>
                      <a:pt x="996" y="816"/>
                      <a:pt x="1013" y="602"/>
                    </a:cubicBezTo>
                    <a:lnTo>
                      <a:pt x="103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39"/>
              <p:cNvSpPr/>
              <p:nvPr/>
            </p:nvSpPr>
            <p:spPr>
              <a:xfrm>
                <a:off x="7591083" y="2376776"/>
                <a:ext cx="231474" cy="5352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240" extrusionOk="0">
                    <a:moveTo>
                      <a:pt x="520" y="0"/>
                    </a:moveTo>
                    <a:cubicBezTo>
                      <a:pt x="231" y="0"/>
                      <a:pt x="0" y="54"/>
                      <a:pt x="0" y="119"/>
                    </a:cubicBezTo>
                    <a:cubicBezTo>
                      <a:pt x="0" y="187"/>
                      <a:pt x="231" y="240"/>
                      <a:pt x="520" y="240"/>
                    </a:cubicBezTo>
                    <a:cubicBezTo>
                      <a:pt x="806" y="240"/>
                      <a:pt x="1037" y="187"/>
                      <a:pt x="1037" y="119"/>
                    </a:cubicBezTo>
                    <a:cubicBezTo>
                      <a:pt x="1037" y="54"/>
                      <a:pt x="806" y="0"/>
                      <a:pt x="5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39"/>
              <p:cNvSpPr/>
              <p:nvPr/>
            </p:nvSpPr>
            <p:spPr>
              <a:xfrm>
                <a:off x="7805831" y="2226251"/>
                <a:ext cx="313315" cy="400062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794" extrusionOk="0">
                    <a:moveTo>
                      <a:pt x="968" y="0"/>
                    </a:moveTo>
                    <a:cubicBezTo>
                      <a:pt x="616" y="94"/>
                      <a:pt x="336" y="139"/>
                      <a:pt x="1" y="148"/>
                    </a:cubicBezTo>
                    <a:cubicBezTo>
                      <a:pt x="31" y="260"/>
                      <a:pt x="64" y="373"/>
                      <a:pt x="117" y="477"/>
                    </a:cubicBezTo>
                    <a:cubicBezTo>
                      <a:pt x="173" y="583"/>
                      <a:pt x="267" y="682"/>
                      <a:pt x="369" y="743"/>
                    </a:cubicBezTo>
                    <a:cubicBezTo>
                      <a:pt x="326" y="757"/>
                      <a:pt x="281" y="767"/>
                      <a:pt x="240" y="788"/>
                    </a:cubicBezTo>
                    <a:cubicBezTo>
                      <a:pt x="199" y="804"/>
                      <a:pt x="162" y="839"/>
                      <a:pt x="148" y="880"/>
                    </a:cubicBezTo>
                    <a:cubicBezTo>
                      <a:pt x="134" y="923"/>
                      <a:pt x="144" y="986"/>
                      <a:pt x="185" y="1005"/>
                    </a:cubicBezTo>
                    <a:cubicBezTo>
                      <a:pt x="162" y="1025"/>
                      <a:pt x="152" y="1058"/>
                      <a:pt x="162" y="1087"/>
                    </a:cubicBezTo>
                    <a:cubicBezTo>
                      <a:pt x="174" y="1114"/>
                      <a:pt x="201" y="1136"/>
                      <a:pt x="230" y="1136"/>
                    </a:cubicBezTo>
                    <a:cubicBezTo>
                      <a:pt x="231" y="1136"/>
                      <a:pt x="233" y="1136"/>
                      <a:pt x="234" y="1136"/>
                    </a:cubicBezTo>
                    <a:lnTo>
                      <a:pt x="234" y="1136"/>
                    </a:lnTo>
                    <a:cubicBezTo>
                      <a:pt x="213" y="1166"/>
                      <a:pt x="205" y="1209"/>
                      <a:pt x="218" y="1242"/>
                    </a:cubicBezTo>
                    <a:cubicBezTo>
                      <a:pt x="230" y="1275"/>
                      <a:pt x="265" y="1303"/>
                      <a:pt x="299" y="1316"/>
                    </a:cubicBezTo>
                    <a:cubicBezTo>
                      <a:pt x="279" y="1332"/>
                      <a:pt x="256" y="1353"/>
                      <a:pt x="260" y="1375"/>
                    </a:cubicBezTo>
                    <a:cubicBezTo>
                      <a:pt x="267" y="1402"/>
                      <a:pt x="295" y="1412"/>
                      <a:pt x="320" y="1416"/>
                    </a:cubicBezTo>
                    <a:cubicBezTo>
                      <a:pt x="362" y="1423"/>
                      <a:pt x="408" y="1430"/>
                      <a:pt x="452" y="1430"/>
                    </a:cubicBezTo>
                    <a:cubicBezTo>
                      <a:pt x="470" y="1430"/>
                      <a:pt x="487" y="1429"/>
                      <a:pt x="504" y="1426"/>
                    </a:cubicBezTo>
                    <a:cubicBezTo>
                      <a:pt x="522" y="1455"/>
                      <a:pt x="547" y="1475"/>
                      <a:pt x="582" y="1479"/>
                    </a:cubicBezTo>
                    <a:cubicBezTo>
                      <a:pt x="670" y="1582"/>
                      <a:pt x="762" y="1684"/>
                      <a:pt x="884" y="1745"/>
                    </a:cubicBezTo>
                    <a:cubicBezTo>
                      <a:pt x="945" y="1776"/>
                      <a:pt x="1015" y="1794"/>
                      <a:pt x="1084" y="1794"/>
                    </a:cubicBezTo>
                    <a:cubicBezTo>
                      <a:pt x="1153" y="1794"/>
                      <a:pt x="1220" y="1775"/>
                      <a:pt x="1273" y="1733"/>
                    </a:cubicBezTo>
                    <a:cubicBezTo>
                      <a:pt x="1351" y="1678"/>
                      <a:pt x="1390" y="1582"/>
                      <a:pt x="1396" y="1488"/>
                    </a:cubicBezTo>
                    <a:cubicBezTo>
                      <a:pt x="1404" y="1394"/>
                      <a:pt x="1388" y="1301"/>
                      <a:pt x="1367" y="1209"/>
                    </a:cubicBezTo>
                    <a:cubicBezTo>
                      <a:pt x="1271" y="788"/>
                      <a:pt x="1155" y="393"/>
                      <a:pt x="968" y="0"/>
                    </a:cubicBezTo>
                    <a:close/>
                  </a:path>
                </a:pathLst>
              </a:custGeom>
              <a:solidFill>
                <a:srgbClr val="FAB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39"/>
              <p:cNvSpPr/>
              <p:nvPr/>
            </p:nvSpPr>
            <p:spPr>
              <a:xfrm>
                <a:off x="7805831" y="2250335"/>
                <a:ext cx="262248" cy="20293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910" extrusionOk="0">
                    <a:moveTo>
                      <a:pt x="463" y="1"/>
                    </a:moveTo>
                    <a:cubicBezTo>
                      <a:pt x="314" y="25"/>
                      <a:pt x="164" y="37"/>
                      <a:pt x="1" y="42"/>
                    </a:cubicBezTo>
                    <a:cubicBezTo>
                      <a:pt x="33" y="154"/>
                      <a:pt x="64" y="267"/>
                      <a:pt x="119" y="373"/>
                    </a:cubicBezTo>
                    <a:cubicBezTo>
                      <a:pt x="170" y="475"/>
                      <a:pt x="269" y="578"/>
                      <a:pt x="369" y="639"/>
                    </a:cubicBezTo>
                    <a:cubicBezTo>
                      <a:pt x="410" y="625"/>
                      <a:pt x="447" y="610"/>
                      <a:pt x="488" y="598"/>
                    </a:cubicBezTo>
                    <a:cubicBezTo>
                      <a:pt x="523" y="587"/>
                      <a:pt x="559" y="577"/>
                      <a:pt x="595" y="577"/>
                    </a:cubicBezTo>
                    <a:cubicBezTo>
                      <a:pt x="606" y="577"/>
                      <a:pt x="616" y="578"/>
                      <a:pt x="627" y="580"/>
                    </a:cubicBezTo>
                    <a:cubicBezTo>
                      <a:pt x="694" y="590"/>
                      <a:pt x="747" y="635"/>
                      <a:pt x="784" y="692"/>
                    </a:cubicBezTo>
                    <a:cubicBezTo>
                      <a:pt x="819" y="747"/>
                      <a:pt x="837" y="813"/>
                      <a:pt x="856" y="876"/>
                    </a:cubicBezTo>
                    <a:cubicBezTo>
                      <a:pt x="960" y="878"/>
                      <a:pt x="1073" y="880"/>
                      <a:pt x="1175" y="909"/>
                    </a:cubicBezTo>
                    <a:cubicBezTo>
                      <a:pt x="1165" y="774"/>
                      <a:pt x="1065" y="662"/>
                      <a:pt x="970" y="567"/>
                    </a:cubicBezTo>
                    <a:cubicBezTo>
                      <a:pt x="876" y="471"/>
                      <a:pt x="764" y="393"/>
                      <a:pt x="666" y="301"/>
                    </a:cubicBezTo>
                    <a:cubicBezTo>
                      <a:pt x="576" y="220"/>
                      <a:pt x="498" y="117"/>
                      <a:pt x="463" y="1"/>
                    </a:cubicBezTo>
                    <a:close/>
                  </a:path>
                </a:pathLst>
              </a:custGeom>
              <a:solidFill>
                <a:srgbClr val="E89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39"/>
              <p:cNvSpPr/>
              <p:nvPr/>
            </p:nvSpPr>
            <p:spPr>
              <a:xfrm>
                <a:off x="7844410" y="2430072"/>
                <a:ext cx="89200" cy="24530"/>
              </a:xfrm>
              <a:custGeom>
                <a:avLst/>
                <a:gdLst/>
                <a:ahLst/>
                <a:cxnLst/>
                <a:rect l="l" t="t" r="r" b="b"/>
                <a:pathLst>
                  <a:path w="400" h="110" extrusionOk="0">
                    <a:moveTo>
                      <a:pt x="372" y="0"/>
                    </a:moveTo>
                    <a:cubicBezTo>
                      <a:pt x="370" y="0"/>
                      <a:pt x="369" y="1"/>
                      <a:pt x="368" y="1"/>
                    </a:cubicBezTo>
                    <a:cubicBezTo>
                      <a:pt x="251" y="27"/>
                      <a:pt x="135" y="58"/>
                      <a:pt x="20" y="81"/>
                    </a:cubicBezTo>
                    <a:cubicBezTo>
                      <a:pt x="0" y="83"/>
                      <a:pt x="7" y="109"/>
                      <a:pt x="26" y="109"/>
                    </a:cubicBezTo>
                    <a:cubicBezTo>
                      <a:pt x="27" y="109"/>
                      <a:pt x="27" y="109"/>
                      <a:pt x="28" y="109"/>
                    </a:cubicBezTo>
                    <a:cubicBezTo>
                      <a:pt x="143" y="81"/>
                      <a:pt x="259" y="60"/>
                      <a:pt x="378" y="34"/>
                    </a:cubicBezTo>
                    <a:cubicBezTo>
                      <a:pt x="399" y="30"/>
                      <a:pt x="391" y="0"/>
                      <a:pt x="372" y="0"/>
                    </a:cubicBezTo>
                    <a:close/>
                  </a:path>
                </a:pathLst>
              </a:custGeom>
              <a:solidFill>
                <a:srgbClr val="E89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39"/>
              <p:cNvSpPr/>
              <p:nvPr/>
            </p:nvSpPr>
            <p:spPr>
              <a:xfrm>
                <a:off x="7856898" y="2459285"/>
                <a:ext cx="72698" cy="22746"/>
              </a:xfrm>
              <a:custGeom>
                <a:avLst/>
                <a:gdLst/>
                <a:ahLst/>
                <a:cxnLst/>
                <a:rect l="l" t="t" r="r" b="b"/>
                <a:pathLst>
                  <a:path w="326" h="102" extrusionOk="0">
                    <a:moveTo>
                      <a:pt x="307" y="0"/>
                    </a:moveTo>
                    <a:cubicBezTo>
                      <a:pt x="306" y="0"/>
                      <a:pt x="305" y="0"/>
                      <a:pt x="304" y="1"/>
                    </a:cubicBezTo>
                    <a:cubicBezTo>
                      <a:pt x="254" y="5"/>
                      <a:pt x="205" y="21"/>
                      <a:pt x="158" y="31"/>
                    </a:cubicBezTo>
                    <a:cubicBezTo>
                      <a:pt x="109" y="44"/>
                      <a:pt x="60" y="56"/>
                      <a:pt x="15" y="74"/>
                    </a:cubicBezTo>
                    <a:cubicBezTo>
                      <a:pt x="0" y="82"/>
                      <a:pt x="4" y="101"/>
                      <a:pt x="19" y="101"/>
                    </a:cubicBezTo>
                    <a:cubicBezTo>
                      <a:pt x="20" y="101"/>
                      <a:pt x="22" y="101"/>
                      <a:pt x="23" y="101"/>
                    </a:cubicBezTo>
                    <a:cubicBezTo>
                      <a:pt x="70" y="91"/>
                      <a:pt x="117" y="76"/>
                      <a:pt x="167" y="66"/>
                    </a:cubicBezTo>
                    <a:lnTo>
                      <a:pt x="234" y="52"/>
                    </a:lnTo>
                    <a:cubicBezTo>
                      <a:pt x="257" y="46"/>
                      <a:pt x="283" y="44"/>
                      <a:pt x="308" y="35"/>
                    </a:cubicBezTo>
                    <a:cubicBezTo>
                      <a:pt x="325" y="32"/>
                      <a:pt x="324" y="0"/>
                      <a:pt x="307" y="0"/>
                    </a:cubicBezTo>
                    <a:close/>
                  </a:path>
                </a:pathLst>
              </a:custGeom>
              <a:solidFill>
                <a:srgbClr val="E89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39"/>
              <p:cNvSpPr/>
              <p:nvPr/>
            </p:nvSpPr>
            <p:spPr>
              <a:xfrm>
                <a:off x="7870278" y="2505000"/>
                <a:ext cx="70691" cy="18955"/>
              </a:xfrm>
              <a:custGeom>
                <a:avLst/>
                <a:gdLst/>
                <a:ahLst/>
                <a:cxnLst/>
                <a:rect l="l" t="t" r="r" b="b"/>
                <a:pathLst>
                  <a:path w="317" h="85" extrusionOk="0">
                    <a:moveTo>
                      <a:pt x="284" y="0"/>
                    </a:moveTo>
                    <a:cubicBezTo>
                      <a:pt x="284" y="0"/>
                      <a:pt x="283" y="0"/>
                      <a:pt x="282" y="0"/>
                    </a:cubicBezTo>
                    <a:cubicBezTo>
                      <a:pt x="258" y="2"/>
                      <a:pt x="235" y="11"/>
                      <a:pt x="213" y="15"/>
                    </a:cubicBezTo>
                    <a:cubicBezTo>
                      <a:pt x="190" y="21"/>
                      <a:pt x="170" y="25"/>
                      <a:pt x="145" y="31"/>
                    </a:cubicBezTo>
                    <a:cubicBezTo>
                      <a:pt x="102" y="41"/>
                      <a:pt x="59" y="49"/>
                      <a:pt x="14" y="60"/>
                    </a:cubicBezTo>
                    <a:cubicBezTo>
                      <a:pt x="13" y="59"/>
                      <a:pt x="13" y="59"/>
                      <a:pt x="12" y="59"/>
                    </a:cubicBezTo>
                    <a:cubicBezTo>
                      <a:pt x="1" y="59"/>
                      <a:pt x="7" y="84"/>
                      <a:pt x="21" y="84"/>
                    </a:cubicBezTo>
                    <a:cubicBezTo>
                      <a:pt x="66" y="80"/>
                      <a:pt x="111" y="74"/>
                      <a:pt x="154" y="70"/>
                    </a:cubicBezTo>
                    <a:cubicBezTo>
                      <a:pt x="178" y="66"/>
                      <a:pt x="197" y="64"/>
                      <a:pt x="221" y="62"/>
                    </a:cubicBezTo>
                    <a:cubicBezTo>
                      <a:pt x="244" y="58"/>
                      <a:pt x="266" y="58"/>
                      <a:pt x="289" y="51"/>
                    </a:cubicBezTo>
                    <a:cubicBezTo>
                      <a:pt x="317" y="43"/>
                      <a:pt x="313" y="0"/>
                      <a:pt x="284" y="0"/>
                    </a:cubicBezTo>
                    <a:close/>
                  </a:path>
                </a:pathLst>
              </a:custGeom>
              <a:solidFill>
                <a:srgbClr val="E89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39"/>
              <p:cNvSpPr/>
              <p:nvPr/>
            </p:nvSpPr>
            <p:spPr>
              <a:xfrm>
                <a:off x="7075955" y="2616723"/>
                <a:ext cx="421693" cy="663871"/>
              </a:xfrm>
              <a:custGeom>
                <a:avLst/>
                <a:gdLst/>
                <a:ahLst/>
                <a:cxnLst/>
                <a:rect l="l" t="t" r="r" b="b"/>
                <a:pathLst>
                  <a:path w="1891" h="2977" extrusionOk="0">
                    <a:moveTo>
                      <a:pt x="368" y="1"/>
                    </a:moveTo>
                    <a:cubicBezTo>
                      <a:pt x="266" y="1"/>
                      <a:pt x="166" y="54"/>
                      <a:pt x="123" y="148"/>
                    </a:cubicBezTo>
                    <a:cubicBezTo>
                      <a:pt x="102" y="189"/>
                      <a:pt x="88" y="244"/>
                      <a:pt x="82" y="307"/>
                    </a:cubicBezTo>
                    <a:lnTo>
                      <a:pt x="0" y="2785"/>
                    </a:lnTo>
                    <a:cubicBezTo>
                      <a:pt x="0" y="2785"/>
                      <a:pt x="250" y="2977"/>
                      <a:pt x="699" y="2977"/>
                    </a:cubicBezTo>
                    <a:cubicBezTo>
                      <a:pt x="924" y="2977"/>
                      <a:pt x="1198" y="2929"/>
                      <a:pt x="1516" y="2785"/>
                    </a:cubicBezTo>
                    <a:lnTo>
                      <a:pt x="1483" y="1169"/>
                    </a:lnTo>
                    <a:lnTo>
                      <a:pt x="1891" y="307"/>
                    </a:lnTo>
                    <a:lnTo>
                      <a:pt x="1424" y="307"/>
                    </a:lnTo>
                    <a:lnTo>
                      <a:pt x="1424" y="305"/>
                    </a:lnTo>
                    <a:cubicBezTo>
                      <a:pt x="1441" y="146"/>
                      <a:pt x="1312" y="9"/>
                      <a:pt x="1152" y="5"/>
                    </a:cubicBezTo>
                    <a:lnTo>
                      <a:pt x="368" y="1"/>
                    </a:lnTo>
                    <a:close/>
                  </a:path>
                </a:pathLst>
              </a:custGeom>
              <a:solidFill>
                <a:srgbClr val="E9DB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39"/>
              <p:cNvSpPr/>
              <p:nvPr/>
            </p:nvSpPr>
            <p:spPr>
              <a:xfrm>
                <a:off x="7225587" y="2546478"/>
                <a:ext cx="46161" cy="11150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00" extrusionOk="0">
                    <a:moveTo>
                      <a:pt x="0" y="0"/>
                    </a:moveTo>
                    <a:lnTo>
                      <a:pt x="0" y="500"/>
                    </a:lnTo>
                    <a:lnTo>
                      <a:pt x="207" y="500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rgbClr val="E9DB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39"/>
              <p:cNvSpPr/>
              <p:nvPr/>
            </p:nvSpPr>
            <p:spPr>
              <a:xfrm>
                <a:off x="7132373" y="2676041"/>
                <a:ext cx="249760" cy="14718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66" extrusionOk="0">
                    <a:moveTo>
                      <a:pt x="1" y="1"/>
                    </a:moveTo>
                    <a:lnTo>
                      <a:pt x="1" y="66"/>
                    </a:lnTo>
                    <a:lnTo>
                      <a:pt x="1120" y="66"/>
                    </a:lnTo>
                    <a:lnTo>
                      <a:pt x="1120" y="1"/>
                    </a:lnTo>
                    <a:close/>
                  </a:path>
                </a:pathLst>
              </a:custGeom>
              <a:solidFill>
                <a:srgbClr val="CCBBA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Google Shape;2574;p39"/>
              <p:cNvSpPr/>
              <p:nvPr/>
            </p:nvSpPr>
            <p:spPr>
              <a:xfrm>
                <a:off x="6945946" y="2694327"/>
                <a:ext cx="270722" cy="466516"/>
              </a:xfrm>
              <a:custGeom>
                <a:avLst/>
                <a:gdLst/>
                <a:ahLst/>
                <a:cxnLst/>
                <a:rect l="l" t="t" r="r" b="b"/>
                <a:pathLst>
                  <a:path w="1214" h="2092" extrusionOk="0">
                    <a:moveTo>
                      <a:pt x="1013" y="199"/>
                    </a:moveTo>
                    <a:lnTo>
                      <a:pt x="1013" y="1891"/>
                    </a:lnTo>
                    <a:lnTo>
                      <a:pt x="473" y="1891"/>
                    </a:lnTo>
                    <a:cubicBezTo>
                      <a:pt x="325" y="1891"/>
                      <a:pt x="203" y="1770"/>
                      <a:pt x="203" y="1619"/>
                    </a:cubicBezTo>
                    <a:lnTo>
                      <a:pt x="203" y="473"/>
                    </a:lnTo>
                    <a:cubicBezTo>
                      <a:pt x="203" y="326"/>
                      <a:pt x="323" y="203"/>
                      <a:pt x="473" y="203"/>
                    </a:cubicBezTo>
                    <a:lnTo>
                      <a:pt x="473" y="199"/>
                    </a:lnTo>
                    <a:close/>
                    <a:moveTo>
                      <a:pt x="473" y="0"/>
                    </a:moveTo>
                    <a:cubicBezTo>
                      <a:pt x="213" y="0"/>
                      <a:pt x="0" y="213"/>
                      <a:pt x="0" y="473"/>
                    </a:cubicBezTo>
                    <a:lnTo>
                      <a:pt x="0" y="1619"/>
                    </a:lnTo>
                    <a:cubicBezTo>
                      <a:pt x="0" y="1881"/>
                      <a:pt x="213" y="2091"/>
                      <a:pt x="473" y="2091"/>
                    </a:cubicBezTo>
                    <a:lnTo>
                      <a:pt x="1213" y="2091"/>
                    </a:lnTo>
                    <a:lnTo>
                      <a:pt x="1213" y="0"/>
                    </a:lnTo>
                    <a:close/>
                  </a:path>
                </a:pathLst>
              </a:custGeom>
              <a:solidFill>
                <a:srgbClr val="E9DB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75" name="Google Shape;2575;p39"/>
            <p:cNvSpPr/>
            <p:nvPr/>
          </p:nvSpPr>
          <p:spPr>
            <a:xfrm>
              <a:off x="6781488" y="1842000"/>
              <a:ext cx="333300" cy="33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</a:t>
              </a:r>
              <a:endParaRPr sz="12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38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sz="2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ÖSSZEGZÉS</a:t>
            </a:r>
            <a:endParaRPr sz="2800" b="1" dirty="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04" name="Google Shape;2304;p38"/>
          <p:cNvSpPr txBox="1"/>
          <p:nvPr/>
        </p:nvSpPr>
        <p:spPr>
          <a:xfrm>
            <a:off x="1435700" y="2707262"/>
            <a:ext cx="2569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Bővíthetőség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5" name="Google Shape;2305;p38"/>
          <p:cNvSpPr txBox="1"/>
          <p:nvPr/>
        </p:nvSpPr>
        <p:spPr>
          <a:xfrm>
            <a:off x="1435700" y="1338750"/>
            <a:ext cx="2569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Egyszerűsített létrehozás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6" name="Google Shape;2306;p38"/>
          <p:cNvSpPr txBox="1"/>
          <p:nvPr/>
        </p:nvSpPr>
        <p:spPr>
          <a:xfrm>
            <a:off x="1435699" y="10272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 err="1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Factory</a:t>
            </a:r>
            <a:endParaRPr sz="1600" b="1" dirty="0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07" name="Google Shape;2307;p38"/>
          <p:cNvSpPr txBox="1"/>
          <p:nvPr/>
        </p:nvSpPr>
        <p:spPr>
          <a:xfrm>
            <a:off x="1435699" y="37680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 err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Command</a:t>
            </a:r>
            <a:endParaRPr sz="1600" b="1" dirty="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08" name="Google Shape;2308;p38"/>
          <p:cNvSpPr txBox="1"/>
          <p:nvPr/>
        </p:nvSpPr>
        <p:spPr>
          <a:xfrm>
            <a:off x="1435699" y="2397024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 err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Decorator</a:t>
            </a:r>
            <a:endParaRPr sz="1600" b="1" dirty="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09" name="Google Shape;2309;p38"/>
          <p:cNvSpPr txBox="1"/>
          <p:nvPr/>
        </p:nvSpPr>
        <p:spPr>
          <a:xfrm>
            <a:off x="5216775" y="1334025"/>
            <a:ext cx="2569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Sok módosítás, kézzel való </a:t>
            </a:r>
            <a:r>
              <a:rPr lang="hu-HU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példányosítás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0" name="Google Shape;2310;p38"/>
          <p:cNvSpPr txBox="1"/>
          <p:nvPr/>
        </p:nvSpPr>
        <p:spPr>
          <a:xfrm>
            <a:off x="6477211" y="10272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 err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Factory</a:t>
            </a:r>
            <a:r>
              <a:rPr lang="hu-HU" sz="16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nélkül</a:t>
            </a:r>
            <a:endParaRPr sz="16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11" name="Google Shape;2311;p38"/>
          <p:cNvSpPr txBox="1"/>
          <p:nvPr/>
        </p:nvSpPr>
        <p:spPr>
          <a:xfrm>
            <a:off x="6065660" y="2397024"/>
            <a:ext cx="1720451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 err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Decorator</a:t>
            </a:r>
            <a:r>
              <a:rPr lang="hu-HU" sz="1600"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nélkül</a:t>
            </a:r>
            <a:endParaRPr sz="1600" b="1" dirty="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12" name="Google Shape;2312;p38"/>
          <p:cNvSpPr txBox="1"/>
          <p:nvPr/>
        </p:nvSpPr>
        <p:spPr>
          <a:xfrm>
            <a:off x="6065660" y="3766721"/>
            <a:ext cx="1720451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1600" b="1" dirty="0" err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Command</a:t>
            </a:r>
            <a:r>
              <a:rPr lang="hu-HU" sz="1600"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nélkül</a:t>
            </a:r>
            <a:endParaRPr sz="1600" b="1" dirty="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13" name="Google Shape;2313;p38"/>
          <p:cNvSpPr txBox="1"/>
          <p:nvPr/>
        </p:nvSpPr>
        <p:spPr>
          <a:xfrm>
            <a:off x="5216824" y="4075775"/>
            <a:ext cx="2569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Vezérlési logika szétszóródna a kódban, minden funkcióra új osztály lenne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4" name="Google Shape;2314;p38"/>
          <p:cNvSpPr txBox="1"/>
          <p:nvPr/>
        </p:nvSpPr>
        <p:spPr>
          <a:xfrm>
            <a:off x="5216839" y="2707264"/>
            <a:ext cx="2569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Minden kombinációhoz külön osztály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5" name="Google Shape;2315;p38"/>
          <p:cNvSpPr txBox="1"/>
          <p:nvPr/>
        </p:nvSpPr>
        <p:spPr>
          <a:xfrm>
            <a:off x="1435700" y="4075775"/>
            <a:ext cx="2569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>
                <a:latin typeface="Roboto"/>
                <a:ea typeface="Roboto"/>
                <a:cs typeface="Roboto"/>
                <a:sym typeface="Roboto"/>
              </a:rPr>
              <a:t>Vezérlés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16" name="Google Shape;2316;p38"/>
          <p:cNvGrpSpPr/>
          <p:nvPr/>
        </p:nvGrpSpPr>
        <p:grpSpPr>
          <a:xfrm>
            <a:off x="530153" y="1176690"/>
            <a:ext cx="604645" cy="612072"/>
            <a:chOff x="803075" y="2184275"/>
            <a:chExt cx="975391" cy="987373"/>
          </a:xfrm>
        </p:grpSpPr>
        <p:sp>
          <p:nvSpPr>
            <p:cNvPr id="2317" name="Google Shape;2317;p38"/>
            <p:cNvSpPr/>
            <p:nvPr/>
          </p:nvSpPr>
          <p:spPr>
            <a:xfrm>
              <a:off x="820724" y="2251633"/>
              <a:ext cx="957742" cy="920015"/>
            </a:xfrm>
            <a:custGeom>
              <a:avLst/>
              <a:gdLst/>
              <a:ahLst/>
              <a:cxnLst/>
              <a:rect l="l" t="t" r="r" b="b"/>
              <a:pathLst>
                <a:path w="5915" h="5682" extrusionOk="0">
                  <a:moveTo>
                    <a:pt x="2687" y="1"/>
                  </a:moveTo>
                  <a:cubicBezTo>
                    <a:pt x="1204" y="1"/>
                    <a:pt x="1" y="1204"/>
                    <a:pt x="1" y="2688"/>
                  </a:cubicBezTo>
                  <a:cubicBezTo>
                    <a:pt x="1" y="4172"/>
                    <a:pt x="1204" y="5374"/>
                    <a:pt x="2687" y="5374"/>
                  </a:cubicBezTo>
                  <a:cubicBezTo>
                    <a:pt x="3347" y="5374"/>
                    <a:pt x="3951" y="5137"/>
                    <a:pt x="4420" y="4741"/>
                  </a:cubicBezTo>
                  <a:lnTo>
                    <a:pt x="5264" y="5597"/>
                  </a:lnTo>
                  <a:cubicBezTo>
                    <a:pt x="5319" y="5654"/>
                    <a:pt x="5394" y="5682"/>
                    <a:pt x="5472" y="5682"/>
                  </a:cubicBezTo>
                  <a:cubicBezTo>
                    <a:pt x="5569" y="5682"/>
                    <a:pt x="5671" y="5640"/>
                    <a:pt x="5752" y="5559"/>
                  </a:cubicBezTo>
                  <a:cubicBezTo>
                    <a:pt x="5898" y="5411"/>
                    <a:pt x="5915" y="5190"/>
                    <a:pt x="5791" y="5063"/>
                  </a:cubicBezTo>
                  <a:lnTo>
                    <a:pt x="4919" y="4183"/>
                  </a:lnTo>
                  <a:cubicBezTo>
                    <a:pt x="5206" y="3756"/>
                    <a:pt x="5374" y="3241"/>
                    <a:pt x="5374" y="2688"/>
                  </a:cubicBezTo>
                  <a:cubicBezTo>
                    <a:pt x="5374" y="1203"/>
                    <a:pt x="4171" y="1"/>
                    <a:pt x="2687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38"/>
            <p:cNvSpPr/>
            <p:nvPr/>
          </p:nvSpPr>
          <p:spPr>
            <a:xfrm>
              <a:off x="1451067" y="2804256"/>
              <a:ext cx="309586" cy="300357"/>
            </a:xfrm>
            <a:custGeom>
              <a:avLst/>
              <a:gdLst/>
              <a:ahLst/>
              <a:cxnLst/>
              <a:rect l="l" t="t" r="r" b="b"/>
              <a:pathLst>
                <a:path w="1912" h="1855" extrusionOk="0">
                  <a:moveTo>
                    <a:pt x="443" y="1"/>
                  </a:moveTo>
                  <a:cubicBezTo>
                    <a:pt x="346" y="1"/>
                    <a:pt x="244" y="43"/>
                    <a:pt x="164" y="124"/>
                  </a:cubicBezTo>
                  <a:cubicBezTo>
                    <a:pt x="17" y="271"/>
                    <a:pt x="1" y="492"/>
                    <a:pt x="125" y="619"/>
                  </a:cubicBezTo>
                  <a:lnTo>
                    <a:pt x="1260" y="1770"/>
                  </a:lnTo>
                  <a:cubicBezTo>
                    <a:pt x="1316" y="1827"/>
                    <a:pt x="1391" y="1854"/>
                    <a:pt x="1469" y="1854"/>
                  </a:cubicBezTo>
                  <a:cubicBezTo>
                    <a:pt x="1566" y="1854"/>
                    <a:pt x="1669" y="1812"/>
                    <a:pt x="1749" y="1731"/>
                  </a:cubicBezTo>
                  <a:cubicBezTo>
                    <a:pt x="1895" y="1584"/>
                    <a:pt x="1911" y="1362"/>
                    <a:pt x="1787" y="1236"/>
                  </a:cubicBezTo>
                  <a:lnTo>
                    <a:pt x="652" y="85"/>
                  </a:lnTo>
                  <a:cubicBezTo>
                    <a:pt x="596" y="28"/>
                    <a:pt x="521" y="1"/>
                    <a:pt x="443" y="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38"/>
            <p:cNvSpPr/>
            <p:nvPr/>
          </p:nvSpPr>
          <p:spPr>
            <a:xfrm>
              <a:off x="1464830" y="2818343"/>
              <a:ext cx="137306" cy="179243"/>
            </a:xfrm>
            <a:custGeom>
              <a:avLst/>
              <a:gdLst/>
              <a:ahLst/>
              <a:cxnLst/>
              <a:rect l="l" t="t" r="r" b="b"/>
              <a:pathLst>
                <a:path w="848" h="1107" extrusionOk="0">
                  <a:moveTo>
                    <a:pt x="439" y="0"/>
                  </a:moveTo>
                  <a:cubicBezTo>
                    <a:pt x="344" y="0"/>
                    <a:pt x="244" y="42"/>
                    <a:pt x="163" y="123"/>
                  </a:cubicBezTo>
                  <a:cubicBezTo>
                    <a:pt x="18" y="269"/>
                    <a:pt x="1" y="491"/>
                    <a:pt x="126" y="617"/>
                  </a:cubicBezTo>
                  <a:lnTo>
                    <a:pt x="608" y="1106"/>
                  </a:lnTo>
                  <a:cubicBezTo>
                    <a:pt x="848" y="672"/>
                    <a:pt x="834" y="269"/>
                    <a:pt x="834" y="269"/>
                  </a:cubicBezTo>
                  <a:lnTo>
                    <a:pt x="470" y="2"/>
                  </a:lnTo>
                  <a:cubicBezTo>
                    <a:pt x="460" y="1"/>
                    <a:pt x="449" y="0"/>
                    <a:pt x="439" y="0"/>
                  </a:cubicBezTo>
                  <a:close/>
                </a:path>
              </a:pathLst>
            </a:custGeom>
            <a:solidFill>
              <a:srgbClr val="CC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38"/>
            <p:cNvSpPr/>
            <p:nvPr/>
          </p:nvSpPr>
          <p:spPr>
            <a:xfrm>
              <a:off x="803075" y="2184275"/>
              <a:ext cx="870307" cy="870468"/>
            </a:xfrm>
            <a:custGeom>
              <a:avLst/>
              <a:gdLst/>
              <a:ahLst/>
              <a:cxnLst/>
              <a:rect l="l" t="t" r="r" b="b"/>
              <a:pathLst>
                <a:path w="5375" h="5376" extrusionOk="0">
                  <a:moveTo>
                    <a:pt x="2688" y="0"/>
                  </a:moveTo>
                  <a:cubicBezTo>
                    <a:pt x="1203" y="0"/>
                    <a:pt x="0" y="1203"/>
                    <a:pt x="0" y="2688"/>
                  </a:cubicBezTo>
                  <a:cubicBezTo>
                    <a:pt x="0" y="4172"/>
                    <a:pt x="1203" y="5375"/>
                    <a:pt x="2688" y="5375"/>
                  </a:cubicBezTo>
                  <a:cubicBezTo>
                    <a:pt x="4172" y="5375"/>
                    <a:pt x="5375" y="4172"/>
                    <a:pt x="5375" y="2688"/>
                  </a:cubicBezTo>
                  <a:cubicBezTo>
                    <a:pt x="5375" y="1203"/>
                    <a:pt x="4172" y="0"/>
                    <a:pt x="2688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38"/>
            <p:cNvSpPr/>
            <p:nvPr/>
          </p:nvSpPr>
          <p:spPr>
            <a:xfrm>
              <a:off x="856670" y="2237870"/>
              <a:ext cx="763117" cy="763117"/>
            </a:xfrm>
            <a:custGeom>
              <a:avLst/>
              <a:gdLst/>
              <a:ahLst/>
              <a:cxnLst/>
              <a:rect l="l" t="t" r="r" b="b"/>
              <a:pathLst>
                <a:path w="4713" h="4713" extrusionOk="0">
                  <a:moveTo>
                    <a:pt x="2357" y="1"/>
                  </a:moveTo>
                  <a:cubicBezTo>
                    <a:pt x="1056" y="1"/>
                    <a:pt x="1" y="1056"/>
                    <a:pt x="1" y="2357"/>
                  </a:cubicBezTo>
                  <a:cubicBezTo>
                    <a:pt x="1" y="3658"/>
                    <a:pt x="1056" y="4713"/>
                    <a:pt x="2357" y="4713"/>
                  </a:cubicBezTo>
                  <a:cubicBezTo>
                    <a:pt x="3658" y="4713"/>
                    <a:pt x="4712" y="3658"/>
                    <a:pt x="4712" y="2357"/>
                  </a:cubicBezTo>
                  <a:cubicBezTo>
                    <a:pt x="4712" y="1056"/>
                    <a:pt x="3658" y="1"/>
                    <a:pt x="23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38"/>
            <p:cNvSpPr/>
            <p:nvPr/>
          </p:nvSpPr>
          <p:spPr>
            <a:xfrm>
              <a:off x="1003852" y="2302151"/>
              <a:ext cx="615934" cy="698836"/>
            </a:xfrm>
            <a:custGeom>
              <a:avLst/>
              <a:gdLst/>
              <a:ahLst/>
              <a:cxnLst/>
              <a:rect l="l" t="t" r="r" b="b"/>
              <a:pathLst>
                <a:path w="3804" h="4316" extrusionOk="0">
                  <a:moveTo>
                    <a:pt x="2757" y="1"/>
                  </a:moveTo>
                  <a:cubicBezTo>
                    <a:pt x="3309" y="431"/>
                    <a:pt x="3664" y="1103"/>
                    <a:pt x="3664" y="1859"/>
                  </a:cubicBezTo>
                  <a:cubicBezTo>
                    <a:pt x="3664" y="3159"/>
                    <a:pt x="2609" y="4214"/>
                    <a:pt x="1308" y="4214"/>
                  </a:cubicBezTo>
                  <a:cubicBezTo>
                    <a:pt x="824" y="4214"/>
                    <a:pt x="374" y="4069"/>
                    <a:pt x="0" y="3818"/>
                  </a:cubicBezTo>
                  <a:lnTo>
                    <a:pt x="0" y="3818"/>
                  </a:lnTo>
                  <a:cubicBezTo>
                    <a:pt x="399" y="4130"/>
                    <a:pt x="902" y="4316"/>
                    <a:pt x="1448" y="4316"/>
                  </a:cubicBezTo>
                  <a:cubicBezTo>
                    <a:pt x="2749" y="4316"/>
                    <a:pt x="3803" y="3261"/>
                    <a:pt x="3803" y="1960"/>
                  </a:cubicBezTo>
                  <a:cubicBezTo>
                    <a:pt x="3803" y="1144"/>
                    <a:pt x="3388" y="423"/>
                    <a:pt x="2757" y="1"/>
                  </a:cubicBezTo>
                  <a:close/>
                </a:path>
              </a:pathLst>
            </a:custGeom>
            <a:solidFill>
              <a:srgbClr val="3821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38"/>
            <p:cNvSpPr/>
            <p:nvPr/>
          </p:nvSpPr>
          <p:spPr>
            <a:xfrm>
              <a:off x="856670" y="2238032"/>
              <a:ext cx="689445" cy="642974"/>
            </a:xfrm>
            <a:custGeom>
              <a:avLst/>
              <a:gdLst/>
              <a:ahLst/>
              <a:cxnLst/>
              <a:rect l="l" t="t" r="r" b="b"/>
              <a:pathLst>
                <a:path w="4258" h="3971" extrusionOk="0">
                  <a:moveTo>
                    <a:pt x="2357" y="1"/>
                  </a:moveTo>
                  <a:cubicBezTo>
                    <a:pt x="1057" y="1"/>
                    <a:pt x="1" y="1057"/>
                    <a:pt x="1" y="2357"/>
                  </a:cubicBezTo>
                  <a:cubicBezTo>
                    <a:pt x="1" y="2981"/>
                    <a:pt x="244" y="3549"/>
                    <a:pt x="640" y="3971"/>
                  </a:cubicBezTo>
                  <a:cubicBezTo>
                    <a:pt x="354" y="3580"/>
                    <a:pt x="185" y="3098"/>
                    <a:pt x="185" y="2577"/>
                  </a:cubicBezTo>
                  <a:cubicBezTo>
                    <a:pt x="185" y="1277"/>
                    <a:pt x="1240" y="221"/>
                    <a:pt x="2541" y="221"/>
                  </a:cubicBezTo>
                  <a:cubicBezTo>
                    <a:pt x="3218" y="221"/>
                    <a:pt x="3827" y="506"/>
                    <a:pt x="4257" y="965"/>
                  </a:cubicBezTo>
                  <a:cubicBezTo>
                    <a:pt x="3829" y="379"/>
                    <a:pt x="3137" y="1"/>
                    <a:pt x="2357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38"/>
            <p:cNvSpPr/>
            <p:nvPr/>
          </p:nvSpPr>
          <p:spPr>
            <a:xfrm>
              <a:off x="926294" y="2320771"/>
              <a:ext cx="301814" cy="266192"/>
            </a:xfrm>
            <a:custGeom>
              <a:avLst/>
              <a:gdLst/>
              <a:ahLst/>
              <a:cxnLst/>
              <a:rect l="l" t="t" r="r" b="b"/>
              <a:pathLst>
                <a:path w="1864" h="1644" extrusionOk="0">
                  <a:moveTo>
                    <a:pt x="1516" y="1"/>
                  </a:moveTo>
                  <a:cubicBezTo>
                    <a:pt x="1315" y="1"/>
                    <a:pt x="1035" y="104"/>
                    <a:pt x="746" y="312"/>
                  </a:cubicBezTo>
                  <a:cubicBezTo>
                    <a:pt x="24" y="834"/>
                    <a:pt x="0" y="1643"/>
                    <a:pt x="300" y="1643"/>
                  </a:cubicBezTo>
                  <a:cubicBezTo>
                    <a:pt x="306" y="1643"/>
                    <a:pt x="312" y="1643"/>
                    <a:pt x="318" y="1643"/>
                  </a:cubicBezTo>
                  <a:cubicBezTo>
                    <a:pt x="652" y="1610"/>
                    <a:pt x="485" y="1062"/>
                    <a:pt x="1068" y="784"/>
                  </a:cubicBezTo>
                  <a:cubicBezTo>
                    <a:pt x="1650" y="507"/>
                    <a:pt x="1864" y="476"/>
                    <a:pt x="1805" y="190"/>
                  </a:cubicBezTo>
                  <a:cubicBezTo>
                    <a:pt x="1780" y="64"/>
                    <a:pt x="1672" y="1"/>
                    <a:pt x="1516" y="1"/>
                  </a:cubicBezTo>
                  <a:close/>
                </a:path>
              </a:pathLst>
            </a:custGeom>
            <a:solidFill>
              <a:srgbClr val="F3F3F3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5" name="Google Shape;2325;p38"/>
          <p:cNvSpPr/>
          <p:nvPr/>
        </p:nvSpPr>
        <p:spPr>
          <a:xfrm>
            <a:off x="694625" y="1373002"/>
            <a:ext cx="237100" cy="180850"/>
          </a:xfrm>
          <a:custGeom>
            <a:avLst/>
            <a:gdLst/>
            <a:ahLst/>
            <a:cxnLst/>
            <a:rect l="l" t="t" r="r" b="b"/>
            <a:pathLst>
              <a:path w="9484" h="7234" extrusionOk="0">
                <a:moveTo>
                  <a:pt x="8297" y="0"/>
                </a:moveTo>
                <a:cubicBezTo>
                  <a:pt x="8010" y="0"/>
                  <a:pt x="7723" y="115"/>
                  <a:pt x="7512" y="342"/>
                </a:cubicBezTo>
                <a:lnTo>
                  <a:pt x="3533" y="4620"/>
                </a:lnTo>
                <a:lnTo>
                  <a:pt x="1932" y="3020"/>
                </a:lnTo>
                <a:cubicBezTo>
                  <a:pt x="1723" y="2811"/>
                  <a:pt x="1449" y="2706"/>
                  <a:pt x="1175" y="2706"/>
                </a:cubicBezTo>
                <a:cubicBezTo>
                  <a:pt x="901" y="2706"/>
                  <a:pt x="627" y="2811"/>
                  <a:pt x="418" y="3020"/>
                </a:cubicBezTo>
                <a:cubicBezTo>
                  <a:pt x="0" y="3438"/>
                  <a:pt x="0" y="4116"/>
                  <a:pt x="418" y="4534"/>
                </a:cubicBezTo>
                <a:lnTo>
                  <a:pt x="2804" y="6919"/>
                </a:lnTo>
                <a:cubicBezTo>
                  <a:pt x="3004" y="7121"/>
                  <a:pt x="3277" y="7234"/>
                  <a:pt x="3561" y="7234"/>
                </a:cubicBezTo>
                <a:cubicBezTo>
                  <a:pt x="3568" y="7234"/>
                  <a:pt x="3574" y="7234"/>
                  <a:pt x="3581" y="7233"/>
                </a:cubicBezTo>
                <a:cubicBezTo>
                  <a:pt x="3871" y="7227"/>
                  <a:pt x="4147" y="7104"/>
                  <a:pt x="4345" y="6891"/>
                </a:cubicBezTo>
                <a:lnTo>
                  <a:pt x="9081" y="1800"/>
                </a:lnTo>
                <a:cubicBezTo>
                  <a:pt x="9483" y="1367"/>
                  <a:pt x="9459" y="689"/>
                  <a:pt x="9026" y="287"/>
                </a:cubicBezTo>
                <a:cubicBezTo>
                  <a:pt x="8819" y="95"/>
                  <a:pt x="8558" y="0"/>
                  <a:pt x="829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26" name="Google Shape;2326;p38"/>
          <p:cNvGrpSpPr/>
          <p:nvPr/>
        </p:nvGrpSpPr>
        <p:grpSpPr>
          <a:xfrm>
            <a:off x="530153" y="2496740"/>
            <a:ext cx="604645" cy="612072"/>
            <a:chOff x="803075" y="2184275"/>
            <a:chExt cx="975391" cy="987373"/>
          </a:xfrm>
        </p:grpSpPr>
        <p:sp>
          <p:nvSpPr>
            <p:cNvPr id="2327" name="Google Shape;2327;p38"/>
            <p:cNvSpPr/>
            <p:nvPr/>
          </p:nvSpPr>
          <p:spPr>
            <a:xfrm>
              <a:off x="820724" y="2251633"/>
              <a:ext cx="957742" cy="920015"/>
            </a:xfrm>
            <a:custGeom>
              <a:avLst/>
              <a:gdLst/>
              <a:ahLst/>
              <a:cxnLst/>
              <a:rect l="l" t="t" r="r" b="b"/>
              <a:pathLst>
                <a:path w="5915" h="5682" extrusionOk="0">
                  <a:moveTo>
                    <a:pt x="2687" y="1"/>
                  </a:moveTo>
                  <a:cubicBezTo>
                    <a:pt x="1204" y="1"/>
                    <a:pt x="1" y="1204"/>
                    <a:pt x="1" y="2688"/>
                  </a:cubicBezTo>
                  <a:cubicBezTo>
                    <a:pt x="1" y="4172"/>
                    <a:pt x="1204" y="5374"/>
                    <a:pt x="2687" y="5374"/>
                  </a:cubicBezTo>
                  <a:cubicBezTo>
                    <a:pt x="3347" y="5374"/>
                    <a:pt x="3951" y="5137"/>
                    <a:pt x="4420" y="4741"/>
                  </a:cubicBezTo>
                  <a:lnTo>
                    <a:pt x="5264" y="5597"/>
                  </a:lnTo>
                  <a:cubicBezTo>
                    <a:pt x="5319" y="5654"/>
                    <a:pt x="5394" y="5682"/>
                    <a:pt x="5472" y="5682"/>
                  </a:cubicBezTo>
                  <a:cubicBezTo>
                    <a:pt x="5569" y="5682"/>
                    <a:pt x="5671" y="5640"/>
                    <a:pt x="5752" y="5559"/>
                  </a:cubicBezTo>
                  <a:cubicBezTo>
                    <a:pt x="5898" y="5411"/>
                    <a:pt x="5915" y="5190"/>
                    <a:pt x="5791" y="5063"/>
                  </a:cubicBezTo>
                  <a:lnTo>
                    <a:pt x="4919" y="4183"/>
                  </a:lnTo>
                  <a:cubicBezTo>
                    <a:pt x="5206" y="3756"/>
                    <a:pt x="5374" y="3241"/>
                    <a:pt x="5374" y="2688"/>
                  </a:cubicBezTo>
                  <a:cubicBezTo>
                    <a:pt x="5374" y="1203"/>
                    <a:pt x="4171" y="1"/>
                    <a:pt x="2687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38"/>
            <p:cNvSpPr/>
            <p:nvPr/>
          </p:nvSpPr>
          <p:spPr>
            <a:xfrm>
              <a:off x="1451067" y="2804256"/>
              <a:ext cx="309586" cy="300357"/>
            </a:xfrm>
            <a:custGeom>
              <a:avLst/>
              <a:gdLst/>
              <a:ahLst/>
              <a:cxnLst/>
              <a:rect l="l" t="t" r="r" b="b"/>
              <a:pathLst>
                <a:path w="1912" h="1855" extrusionOk="0">
                  <a:moveTo>
                    <a:pt x="443" y="1"/>
                  </a:moveTo>
                  <a:cubicBezTo>
                    <a:pt x="346" y="1"/>
                    <a:pt x="244" y="43"/>
                    <a:pt x="164" y="124"/>
                  </a:cubicBezTo>
                  <a:cubicBezTo>
                    <a:pt x="17" y="271"/>
                    <a:pt x="1" y="492"/>
                    <a:pt x="125" y="619"/>
                  </a:cubicBezTo>
                  <a:lnTo>
                    <a:pt x="1260" y="1770"/>
                  </a:lnTo>
                  <a:cubicBezTo>
                    <a:pt x="1316" y="1827"/>
                    <a:pt x="1391" y="1854"/>
                    <a:pt x="1469" y="1854"/>
                  </a:cubicBezTo>
                  <a:cubicBezTo>
                    <a:pt x="1566" y="1854"/>
                    <a:pt x="1669" y="1812"/>
                    <a:pt x="1749" y="1731"/>
                  </a:cubicBezTo>
                  <a:cubicBezTo>
                    <a:pt x="1895" y="1584"/>
                    <a:pt x="1911" y="1362"/>
                    <a:pt x="1787" y="1236"/>
                  </a:cubicBezTo>
                  <a:lnTo>
                    <a:pt x="652" y="85"/>
                  </a:lnTo>
                  <a:cubicBezTo>
                    <a:pt x="596" y="28"/>
                    <a:pt x="521" y="1"/>
                    <a:pt x="443" y="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38"/>
            <p:cNvSpPr/>
            <p:nvPr/>
          </p:nvSpPr>
          <p:spPr>
            <a:xfrm>
              <a:off x="1464830" y="2818343"/>
              <a:ext cx="137306" cy="179243"/>
            </a:xfrm>
            <a:custGeom>
              <a:avLst/>
              <a:gdLst/>
              <a:ahLst/>
              <a:cxnLst/>
              <a:rect l="l" t="t" r="r" b="b"/>
              <a:pathLst>
                <a:path w="848" h="1107" extrusionOk="0">
                  <a:moveTo>
                    <a:pt x="439" y="0"/>
                  </a:moveTo>
                  <a:cubicBezTo>
                    <a:pt x="344" y="0"/>
                    <a:pt x="244" y="42"/>
                    <a:pt x="163" y="123"/>
                  </a:cubicBezTo>
                  <a:cubicBezTo>
                    <a:pt x="18" y="269"/>
                    <a:pt x="1" y="491"/>
                    <a:pt x="126" y="617"/>
                  </a:cubicBezTo>
                  <a:lnTo>
                    <a:pt x="608" y="1106"/>
                  </a:lnTo>
                  <a:cubicBezTo>
                    <a:pt x="848" y="672"/>
                    <a:pt x="834" y="269"/>
                    <a:pt x="834" y="269"/>
                  </a:cubicBezTo>
                  <a:lnTo>
                    <a:pt x="470" y="2"/>
                  </a:lnTo>
                  <a:cubicBezTo>
                    <a:pt x="460" y="1"/>
                    <a:pt x="449" y="0"/>
                    <a:pt x="439" y="0"/>
                  </a:cubicBezTo>
                  <a:close/>
                </a:path>
              </a:pathLst>
            </a:custGeom>
            <a:solidFill>
              <a:srgbClr val="CC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38"/>
            <p:cNvSpPr/>
            <p:nvPr/>
          </p:nvSpPr>
          <p:spPr>
            <a:xfrm>
              <a:off x="803075" y="2184275"/>
              <a:ext cx="870307" cy="870468"/>
            </a:xfrm>
            <a:custGeom>
              <a:avLst/>
              <a:gdLst/>
              <a:ahLst/>
              <a:cxnLst/>
              <a:rect l="l" t="t" r="r" b="b"/>
              <a:pathLst>
                <a:path w="5375" h="5376" extrusionOk="0">
                  <a:moveTo>
                    <a:pt x="2688" y="0"/>
                  </a:moveTo>
                  <a:cubicBezTo>
                    <a:pt x="1203" y="0"/>
                    <a:pt x="0" y="1203"/>
                    <a:pt x="0" y="2688"/>
                  </a:cubicBezTo>
                  <a:cubicBezTo>
                    <a:pt x="0" y="4172"/>
                    <a:pt x="1203" y="5375"/>
                    <a:pt x="2688" y="5375"/>
                  </a:cubicBezTo>
                  <a:cubicBezTo>
                    <a:pt x="4172" y="5375"/>
                    <a:pt x="5375" y="4172"/>
                    <a:pt x="5375" y="2688"/>
                  </a:cubicBezTo>
                  <a:cubicBezTo>
                    <a:pt x="5375" y="1203"/>
                    <a:pt x="4172" y="0"/>
                    <a:pt x="2688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38"/>
            <p:cNvSpPr/>
            <p:nvPr/>
          </p:nvSpPr>
          <p:spPr>
            <a:xfrm>
              <a:off x="856670" y="2237870"/>
              <a:ext cx="763117" cy="763117"/>
            </a:xfrm>
            <a:custGeom>
              <a:avLst/>
              <a:gdLst/>
              <a:ahLst/>
              <a:cxnLst/>
              <a:rect l="l" t="t" r="r" b="b"/>
              <a:pathLst>
                <a:path w="4713" h="4713" extrusionOk="0">
                  <a:moveTo>
                    <a:pt x="2357" y="1"/>
                  </a:moveTo>
                  <a:cubicBezTo>
                    <a:pt x="1056" y="1"/>
                    <a:pt x="1" y="1056"/>
                    <a:pt x="1" y="2357"/>
                  </a:cubicBezTo>
                  <a:cubicBezTo>
                    <a:pt x="1" y="3658"/>
                    <a:pt x="1056" y="4713"/>
                    <a:pt x="2357" y="4713"/>
                  </a:cubicBezTo>
                  <a:cubicBezTo>
                    <a:pt x="3658" y="4713"/>
                    <a:pt x="4712" y="3658"/>
                    <a:pt x="4712" y="2357"/>
                  </a:cubicBezTo>
                  <a:cubicBezTo>
                    <a:pt x="4712" y="1056"/>
                    <a:pt x="3658" y="1"/>
                    <a:pt x="23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38"/>
            <p:cNvSpPr/>
            <p:nvPr/>
          </p:nvSpPr>
          <p:spPr>
            <a:xfrm>
              <a:off x="1003852" y="2302151"/>
              <a:ext cx="615934" cy="698836"/>
            </a:xfrm>
            <a:custGeom>
              <a:avLst/>
              <a:gdLst/>
              <a:ahLst/>
              <a:cxnLst/>
              <a:rect l="l" t="t" r="r" b="b"/>
              <a:pathLst>
                <a:path w="3804" h="4316" extrusionOk="0">
                  <a:moveTo>
                    <a:pt x="2757" y="1"/>
                  </a:moveTo>
                  <a:cubicBezTo>
                    <a:pt x="3309" y="431"/>
                    <a:pt x="3664" y="1103"/>
                    <a:pt x="3664" y="1859"/>
                  </a:cubicBezTo>
                  <a:cubicBezTo>
                    <a:pt x="3664" y="3159"/>
                    <a:pt x="2609" y="4214"/>
                    <a:pt x="1308" y="4214"/>
                  </a:cubicBezTo>
                  <a:cubicBezTo>
                    <a:pt x="824" y="4214"/>
                    <a:pt x="374" y="4069"/>
                    <a:pt x="0" y="3818"/>
                  </a:cubicBezTo>
                  <a:lnTo>
                    <a:pt x="0" y="3818"/>
                  </a:lnTo>
                  <a:cubicBezTo>
                    <a:pt x="399" y="4130"/>
                    <a:pt x="902" y="4316"/>
                    <a:pt x="1448" y="4316"/>
                  </a:cubicBezTo>
                  <a:cubicBezTo>
                    <a:pt x="2749" y="4316"/>
                    <a:pt x="3803" y="3261"/>
                    <a:pt x="3803" y="1960"/>
                  </a:cubicBezTo>
                  <a:cubicBezTo>
                    <a:pt x="3803" y="1144"/>
                    <a:pt x="3388" y="423"/>
                    <a:pt x="2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38"/>
            <p:cNvSpPr/>
            <p:nvPr/>
          </p:nvSpPr>
          <p:spPr>
            <a:xfrm>
              <a:off x="856670" y="2238032"/>
              <a:ext cx="689445" cy="642974"/>
            </a:xfrm>
            <a:custGeom>
              <a:avLst/>
              <a:gdLst/>
              <a:ahLst/>
              <a:cxnLst/>
              <a:rect l="l" t="t" r="r" b="b"/>
              <a:pathLst>
                <a:path w="4258" h="3971" extrusionOk="0">
                  <a:moveTo>
                    <a:pt x="2357" y="1"/>
                  </a:moveTo>
                  <a:cubicBezTo>
                    <a:pt x="1057" y="1"/>
                    <a:pt x="1" y="1057"/>
                    <a:pt x="1" y="2357"/>
                  </a:cubicBezTo>
                  <a:cubicBezTo>
                    <a:pt x="1" y="2981"/>
                    <a:pt x="244" y="3549"/>
                    <a:pt x="640" y="3971"/>
                  </a:cubicBezTo>
                  <a:cubicBezTo>
                    <a:pt x="354" y="3580"/>
                    <a:pt x="185" y="3098"/>
                    <a:pt x="185" y="2577"/>
                  </a:cubicBezTo>
                  <a:cubicBezTo>
                    <a:pt x="185" y="1277"/>
                    <a:pt x="1240" y="221"/>
                    <a:pt x="2541" y="221"/>
                  </a:cubicBezTo>
                  <a:cubicBezTo>
                    <a:pt x="3218" y="221"/>
                    <a:pt x="3827" y="506"/>
                    <a:pt x="4257" y="965"/>
                  </a:cubicBezTo>
                  <a:cubicBezTo>
                    <a:pt x="3829" y="379"/>
                    <a:pt x="3137" y="1"/>
                    <a:pt x="2357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38"/>
            <p:cNvSpPr/>
            <p:nvPr/>
          </p:nvSpPr>
          <p:spPr>
            <a:xfrm>
              <a:off x="926294" y="2320771"/>
              <a:ext cx="301814" cy="266192"/>
            </a:xfrm>
            <a:custGeom>
              <a:avLst/>
              <a:gdLst/>
              <a:ahLst/>
              <a:cxnLst/>
              <a:rect l="l" t="t" r="r" b="b"/>
              <a:pathLst>
                <a:path w="1864" h="1644" extrusionOk="0">
                  <a:moveTo>
                    <a:pt x="1516" y="1"/>
                  </a:moveTo>
                  <a:cubicBezTo>
                    <a:pt x="1315" y="1"/>
                    <a:pt x="1035" y="104"/>
                    <a:pt x="746" y="312"/>
                  </a:cubicBezTo>
                  <a:cubicBezTo>
                    <a:pt x="24" y="834"/>
                    <a:pt x="0" y="1643"/>
                    <a:pt x="300" y="1643"/>
                  </a:cubicBezTo>
                  <a:cubicBezTo>
                    <a:pt x="306" y="1643"/>
                    <a:pt x="312" y="1643"/>
                    <a:pt x="318" y="1643"/>
                  </a:cubicBezTo>
                  <a:cubicBezTo>
                    <a:pt x="652" y="1610"/>
                    <a:pt x="485" y="1062"/>
                    <a:pt x="1068" y="784"/>
                  </a:cubicBezTo>
                  <a:cubicBezTo>
                    <a:pt x="1650" y="507"/>
                    <a:pt x="1864" y="476"/>
                    <a:pt x="1805" y="190"/>
                  </a:cubicBezTo>
                  <a:cubicBezTo>
                    <a:pt x="1780" y="64"/>
                    <a:pt x="1672" y="1"/>
                    <a:pt x="1516" y="1"/>
                  </a:cubicBezTo>
                  <a:close/>
                </a:path>
              </a:pathLst>
            </a:custGeom>
            <a:solidFill>
              <a:srgbClr val="F3F3F3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5" name="Google Shape;2335;p38"/>
          <p:cNvSpPr/>
          <p:nvPr/>
        </p:nvSpPr>
        <p:spPr>
          <a:xfrm>
            <a:off x="694625" y="2693052"/>
            <a:ext cx="237100" cy="180850"/>
          </a:xfrm>
          <a:custGeom>
            <a:avLst/>
            <a:gdLst/>
            <a:ahLst/>
            <a:cxnLst/>
            <a:rect l="l" t="t" r="r" b="b"/>
            <a:pathLst>
              <a:path w="9484" h="7234" extrusionOk="0">
                <a:moveTo>
                  <a:pt x="8297" y="0"/>
                </a:moveTo>
                <a:cubicBezTo>
                  <a:pt x="8010" y="0"/>
                  <a:pt x="7723" y="115"/>
                  <a:pt x="7512" y="342"/>
                </a:cubicBezTo>
                <a:lnTo>
                  <a:pt x="3533" y="4620"/>
                </a:lnTo>
                <a:lnTo>
                  <a:pt x="1932" y="3020"/>
                </a:lnTo>
                <a:cubicBezTo>
                  <a:pt x="1723" y="2811"/>
                  <a:pt x="1449" y="2706"/>
                  <a:pt x="1175" y="2706"/>
                </a:cubicBezTo>
                <a:cubicBezTo>
                  <a:pt x="901" y="2706"/>
                  <a:pt x="627" y="2811"/>
                  <a:pt x="418" y="3020"/>
                </a:cubicBezTo>
                <a:cubicBezTo>
                  <a:pt x="0" y="3438"/>
                  <a:pt x="0" y="4116"/>
                  <a:pt x="418" y="4534"/>
                </a:cubicBezTo>
                <a:lnTo>
                  <a:pt x="2804" y="6919"/>
                </a:lnTo>
                <a:cubicBezTo>
                  <a:pt x="3004" y="7121"/>
                  <a:pt x="3277" y="7234"/>
                  <a:pt x="3561" y="7234"/>
                </a:cubicBezTo>
                <a:cubicBezTo>
                  <a:pt x="3568" y="7234"/>
                  <a:pt x="3574" y="7234"/>
                  <a:pt x="3581" y="7233"/>
                </a:cubicBezTo>
                <a:cubicBezTo>
                  <a:pt x="3871" y="7227"/>
                  <a:pt x="4147" y="7104"/>
                  <a:pt x="4345" y="6891"/>
                </a:cubicBezTo>
                <a:lnTo>
                  <a:pt x="9081" y="1800"/>
                </a:lnTo>
                <a:cubicBezTo>
                  <a:pt x="9483" y="1367"/>
                  <a:pt x="9459" y="689"/>
                  <a:pt x="9026" y="287"/>
                </a:cubicBezTo>
                <a:cubicBezTo>
                  <a:pt x="8819" y="95"/>
                  <a:pt x="8558" y="0"/>
                  <a:pt x="829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36" name="Google Shape;2336;p38"/>
          <p:cNvGrpSpPr/>
          <p:nvPr/>
        </p:nvGrpSpPr>
        <p:grpSpPr>
          <a:xfrm>
            <a:off x="530153" y="3873165"/>
            <a:ext cx="604645" cy="612072"/>
            <a:chOff x="803075" y="2184275"/>
            <a:chExt cx="975391" cy="987373"/>
          </a:xfrm>
        </p:grpSpPr>
        <p:sp>
          <p:nvSpPr>
            <p:cNvPr id="2337" name="Google Shape;2337;p38"/>
            <p:cNvSpPr/>
            <p:nvPr/>
          </p:nvSpPr>
          <p:spPr>
            <a:xfrm>
              <a:off x="820724" y="2251633"/>
              <a:ext cx="957742" cy="920015"/>
            </a:xfrm>
            <a:custGeom>
              <a:avLst/>
              <a:gdLst/>
              <a:ahLst/>
              <a:cxnLst/>
              <a:rect l="l" t="t" r="r" b="b"/>
              <a:pathLst>
                <a:path w="5915" h="5682" extrusionOk="0">
                  <a:moveTo>
                    <a:pt x="2687" y="1"/>
                  </a:moveTo>
                  <a:cubicBezTo>
                    <a:pt x="1204" y="1"/>
                    <a:pt x="1" y="1204"/>
                    <a:pt x="1" y="2688"/>
                  </a:cubicBezTo>
                  <a:cubicBezTo>
                    <a:pt x="1" y="4172"/>
                    <a:pt x="1204" y="5374"/>
                    <a:pt x="2687" y="5374"/>
                  </a:cubicBezTo>
                  <a:cubicBezTo>
                    <a:pt x="3347" y="5374"/>
                    <a:pt x="3951" y="5137"/>
                    <a:pt x="4420" y="4741"/>
                  </a:cubicBezTo>
                  <a:lnTo>
                    <a:pt x="5264" y="5597"/>
                  </a:lnTo>
                  <a:cubicBezTo>
                    <a:pt x="5319" y="5654"/>
                    <a:pt x="5394" y="5682"/>
                    <a:pt x="5472" y="5682"/>
                  </a:cubicBezTo>
                  <a:cubicBezTo>
                    <a:pt x="5569" y="5682"/>
                    <a:pt x="5671" y="5640"/>
                    <a:pt x="5752" y="5559"/>
                  </a:cubicBezTo>
                  <a:cubicBezTo>
                    <a:pt x="5898" y="5411"/>
                    <a:pt x="5915" y="5190"/>
                    <a:pt x="5791" y="5063"/>
                  </a:cubicBezTo>
                  <a:lnTo>
                    <a:pt x="4919" y="4183"/>
                  </a:lnTo>
                  <a:cubicBezTo>
                    <a:pt x="5206" y="3756"/>
                    <a:pt x="5374" y="3241"/>
                    <a:pt x="5374" y="2688"/>
                  </a:cubicBezTo>
                  <a:cubicBezTo>
                    <a:pt x="5374" y="1203"/>
                    <a:pt x="4171" y="1"/>
                    <a:pt x="2687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38"/>
            <p:cNvSpPr/>
            <p:nvPr/>
          </p:nvSpPr>
          <p:spPr>
            <a:xfrm>
              <a:off x="1451067" y="2804256"/>
              <a:ext cx="309586" cy="300357"/>
            </a:xfrm>
            <a:custGeom>
              <a:avLst/>
              <a:gdLst/>
              <a:ahLst/>
              <a:cxnLst/>
              <a:rect l="l" t="t" r="r" b="b"/>
              <a:pathLst>
                <a:path w="1912" h="1855" extrusionOk="0">
                  <a:moveTo>
                    <a:pt x="443" y="1"/>
                  </a:moveTo>
                  <a:cubicBezTo>
                    <a:pt x="346" y="1"/>
                    <a:pt x="244" y="43"/>
                    <a:pt x="164" y="124"/>
                  </a:cubicBezTo>
                  <a:cubicBezTo>
                    <a:pt x="17" y="271"/>
                    <a:pt x="1" y="492"/>
                    <a:pt x="125" y="619"/>
                  </a:cubicBezTo>
                  <a:lnTo>
                    <a:pt x="1260" y="1770"/>
                  </a:lnTo>
                  <a:cubicBezTo>
                    <a:pt x="1316" y="1827"/>
                    <a:pt x="1391" y="1854"/>
                    <a:pt x="1469" y="1854"/>
                  </a:cubicBezTo>
                  <a:cubicBezTo>
                    <a:pt x="1566" y="1854"/>
                    <a:pt x="1669" y="1812"/>
                    <a:pt x="1749" y="1731"/>
                  </a:cubicBezTo>
                  <a:cubicBezTo>
                    <a:pt x="1895" y="1584"/>
                    <a:pt x="1911" y="1362"/>
                    <a:pt x="1787" y="1236"/>
                  </a:cubicBezTo>
                  <a:lnTo>
                    <a:pt x="652" y="85"/>
                  </a:lnTo>
                  <a:cubicBezTo>
                    <a:pt x="596" y="28"/>
                    <a:pt x="521" y="1"/>
                    <a:pt x="443" y="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38"/>
            <p:cNvSpPr/>
            <p:nvPr/>
          </p:nvSpPr>
          <p:spPr>
            <a:xfrm>
              <a:off x="1464830" y="2818343"/>
              <a:ext cx="137306" cy="179243"/>
            </a:xfrm>
            <a:custGeom>
              <a:avLst/>
              <a:gdLst/>
              <a:ahLst/>
              <a:cxnLst/>
              <a:rect l="l" t="t" r="r" b="b"/>
              <a:pathLst>
                <a:path w="848" h="1107" extrusionOk="0">
                  <a:moveTo>
                    <a:pt x="439" y="0"/>
                  </a:moveTo>
                  <a:cubicBezTo>
                    <a:pt x="344" y="0"/>
                    <a:pt x="244" y="42"/>
                    <a:pt x="163" y="123"/>
                  </a:cubicBezTo>
                  <a:cubicBezTo>
                    <a:pt x="18" y="269"/>
                    <a:pt x="1" y="491"/>
                    <a:pt x="126" y="617"/>
                  </a:cubicBezTo>
                  <a:lnTo>
                    <a:pt x="608" y="1106"/>
                  </a:lnTo>
                  <a:cubicBezTo>
                    <a:pt x="848" y="672"/>
                    <a:pt x="834" y="269"/>
                    <a:pt x="834" y="269"/>
                  </a:cubicBezTo>
                  <a:lnTo>
                    <a:pt x="470" y="2"/>
                  </a:lnTo>
                  <a:cubicBezTo>
                    <a:pt x="460" y="1"/>
                    <a:pt x="449" y="0"/>
                    <a:pt x="439" y="0"/>
                  </a:cubicBezTo>
                  <a:close/>
                </a:path>
              </a:pathLst>
            </a:custGeom>
            <a:solidFill>
              <a:srgbClr val="CC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38"/>
            <p:cNvSpPr/>
            <p:nvPr/>
          </p:nvSpPr>
          <p:spPr>
            <a:xfrm>
              <a:off x="803075" y="2184275"/>
              <a:ext cx="870307" cy="870468"/>
            </a:xfrm>
            <a:custGeom>
              <a:avLst/>
              <a:gdLst/>
              <a:ahLst/>
              <a:cxnLst/>
              <a:rect l="l" t="t" r="r" b="b"/>
              <a:pathLst>
                <a:path w="5375" h="5376" extrusionOk="0">
                  <a:moveTo>
                    <a:pt x="2688" y="0"/>
                  </a:moveTo>
                  <a:cubicBezTo>
                    <a:pt x="1203" y="0"/>
                    <a:pt x="0" y="1203"/>
                    <a:pt x="0" y="2688"/>
                  </a:cubicBezTo>
                  <a:cubicBezTo>
                    <a:pt x="0" y="4172"/>
                    <a:pt x="1203" y="5375"/>
                    <a:pt x="2688" y="5375"/>
                  </a:cubicBezTo>
                  <a:cubicBezTo>
                    <a:pt x="4172" y="5375"/>
                    <a:pt x="5375" y="4172"/>
                    <a:pt x="5375" y="2688"/>
                  </a:cubicBezTo>
                  <a:cubicBezTo>
                    <a:pt x="5375" y="1203"/>
                    <a:pt x="4172" y="0"/>
                    <a:pt x="2688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38"/>
            <p:cNvSpPr/>
            <p:nvPr/>
          </p:nvSpPr>
          <p:spPr>
            <a:xfrm>
              <a:off x="856670" y="2237870"/>
              <a:ext cx="763117" cy="763117"/>
            </a:xfrm>
            <a:custGeom>
              <a:avLst/>
              <a:gdLst/>
              <a:ahLst/>
              <a:cxnLst/>
              <a:rect l="l" t="t" r="r" b="b"/>
              <a:pathLst>
                <a:path w="4713" h="4713" extrusionOk="0">
                  <a:moveTo>
                    <a:pt x="2357" y="1"/>
                  </a:moveTo>
                  <a:cubicBezTo>
                    <a:pt x="1056" y="1"/>
                    <a:pt x="1" y="1056"/>
                    <a:pt x="1" y="2357"/>
                  </a:cubicBezTo>
                  <a:cubicBezTo>
                    <a:pt x="1" y="3658"/>
                    <a:pt x="1056" y="4713"/>
                    <a:pt x="2357" y="4713"/>
                  </a:cubicBezTo>
                  <a:cubicBezTo>
                    <a:pt x="3658" y="4713"/>
                    <a:pt x="4712" y="3658"/>
                    <a:pt x="4712" y="2357"/>
                  </a:cubicBezTo>
                  <a:cubicBezTo>
                    <a:pt x="4712" y="1056"/>
                    <a:pt x="3658" y="1"/>
                    <a:pt x="2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38"/>
            <p:cNvSpPr/>
            <p:nvPr/>
          </p:nvSpPr>
          <p:spPr>
            <a:xfrm>
              <a:off x="1003852" y="2302151"/>
              <a:ext cx="615934" cy="698836"/>
            </a:xfrm>
            <a:custGeom>
              <a:avLst/>
              <a:gdLst/>
              <a:ahLst/>
              <a:cxnLst/>
              <a:rect l="l" t="t" r="r" b="b"/>
              <a:pathLst>
                <a:path w="3804" h="4316" extrusionOk="0">
                  <a:moveTo>
                    <a:pt x="2757" y="1"/>
                  </a:moveTo>
                  <a:cubicBezTo>
                    <a:pt x="3309" y="431"/>
                    <a:pt x="3664" y="1103"/>
                    <a:pt x="3664" y="1859"/>
                  </a:cubicBezTo>
                  <a:cubicBezTo>
                    <a:pt x="3664" y="3159"/>
                    <a:pt x="2609" y="4214"/>
                    <a:pt x="1308" y="4214"/>
                  </a:cubicBezTo>
                  <a:cubicBezTo>
                    <a:pt x="824" y="4214"/>
                    <a:pt x="374" y="4069"/>
                    <a:pt x="0" y="3818"/>
                  </a:cubicBezTo>
                  <a:lnTo>
                    <a:pt x="0" y="3818"/>
                  </a:lnTo>
                  <a:cubicBezTo>
                    <a:pt x="399" y="4130"/>
                    <a:pt x="902" y="4316"/>
                    <a:pt x="1448" y="4316"/>
                  </a:cubicBezTo>
                  <a:cubicBezTo>
                    <a:pt x="2749" y="4316"/>
                    <a:pt x="3803" y="3261"/>
                    <a:pt x="3803" y="1960"/>
                  </a:cubicBezTo>
                  <a:cubicBezTo>
                    <a:pt x="3803" y="1144"/>
                    <a:pt x="3388" y="423"/>
                    <a:pt x="27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38"/>
            <p:cNvSpPr/>
            <p:nvPr/>
          </p:nvSpPr>
          <p:spPr>
            <a:xfrm>
              <a:off x="856670" y="2238032"/>
              <a:ext cx="689445" cy="642974"/>
            </a:xfrm>
            <a:custGeom>
              <a:avLst/>
              <a:gdLst/>
              <a:ahLst/>
              <a:cxnLst/>
              <a:rect l="l" t="t" r="r" b="b"/>
              <a:pathLst>
                <a:path w="4258" h="3971" extrusionOk="0">
                  <a:moveTo>
                    <a:pt x="2357" y="1"/>
                  </a:moveTo>
                  <a:cubicBezTo>
                    <a:pt x="1057" y="1"/>
                    <a:pt x="1" y="1057"/>
                    <a:pt x="1" y="2357"/>
                  </a:cubicBezTo>
                  <a:cubicBezTo>
                    <a:pt x="1" y="2981"/>
                    <a:pt x="244" y="3549"/>
                    <a:pt x="640" y="3971"/>
                  </a:cubicBezTo>
                  <a:cubicBezTo>
                    <a:pt x="354" y="3580"/>
                    <a:pt x="185" y="3098"/>
                    <a:pt x="185" y="2577"/>
                  </a:cubicBezTo>
                  <a:cubicBezTo>
                    <a:pt x="185" y="1277"/>
                    <a:pt x="1240" y="221"/>
                    <a:pt x="2541" y="221"/>
                  </a:cubicBezTo>
                  <a:cubicBezTo>
                    <a:pt x="3218" y="221"/>
                    <a:pt x="3827" y="506"/>
                    <a:pt x="4257" y="965"/>
                  </a:cubicBezTo>
                  <a:cubicBezTo>
                    <a:pt x="3829" y="379"/>
                    <a:pt x="3137" y="1"/>
                    <a:pt x="2357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38"/>
            <p:cNvSpPr/>
            <p:nvPr/>
          </p:nvSpPr>
          <p:spPr>
            <a:xfrm>
              <a:off x="926294" y="2320771"/>
              <a:ext cx="301814" cy="266192"/>
            </a:xfrm>
            <a:custGeom>
              <a:avLst/>
              <a:gdLst/>
              <a:ahLst/>
              <a:cxnLst/>
              <a:rect l="l" t="t" r="r" b="b"/>
              <a:pathLst>
                <a:path w="1864" h="1644" extrusionOk="0">
                  <a:moveTo>
                    <a:pt x="1516" y="1"/>
                  </a:moveTo>
                  <a:cubicBezTo>
                    <a:pt x="1315" y="1"/>
                    <a:pt x="1035" y="104"/>
                    <a:pt x="746" y="312"/>
                  </a:cubicBezTo>
                  <a:cubicBezTo>
                    <a:pt x="24" y="834"/>
                    <a:pt x="0" y="1643"/>
                    <a:pt x="300" y="1643"/>
                  </a:cubicBezTo>
                  <a:cubicBezTo>
                    <a:pt x="306" y="1643"/>
                    <a:pt x="312" y="1643"/>
                    <a:pt x="318" y="1643"/>
                  </a:cubicBezTo>
                  <a:cubicBezTo>
                    <a:pt x="652" y="1610"/>
                    <a:pt x="485" y="1062"/>
                    <a:pt x="1068" y="784"/>
                  </a:cubicBezTo>
                  <a:cubicBezTo>
                    <a:pt x="1650" y="507"/>
                    <a:pt x="1864" y="476"/>
                    <a:pt x="1805" y="190"/>
                  </a:cubicBezTo>
                  <a:cubicBezTo>
                    <a:pt x="1780" y="64"/>
                    <a:pt x="1672" y="1"/>
                    <a:pt x="1516" y="1"/>
                  </a:cubicBezTo>
                  <a:close/>
                </a:path>
              </a:pathLst>
            </a:custGeom>
            <a:solidFill>
              <a:srgbClr val="F3F3F3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5" name="Google Shape;2345;p38"/>
          <p:cNvSpPr/>
          <p:nvPr/>
        </p:nvSpPr>
        <p:spPr>
          <a:xfrm>
            <a:off x="694625" y="4069477"/>
            <a:ext cx="237100" cy="180850"/>
          </a:xfrm>
          <a:custGeom>
            <a:avLst/>
            <a:gdLst/>
            <a:ahLst/>
            <a:cxnLst/>
            <a:rect l="l" t="t" r="r" b="b"/>
            <a:pathLst>
              <a:path w="9484" h="7234" extrusionOk="0">
                <a:moveTo>
                  <a:pt x="8297" y="0"/>
                </a:moveTo>
                <a:cubicBezTo>
                  <a:pt x="8010" y="0"/>
                  <a:pt x="7723" y="115"/>
                  <a:pt x="7512" y="342"/>
                </a:cubicBezTo>
                <a:lnTo>
                  <a:pt x="3533" y="4620"/>
                </a:lnTo>
                <a:lnTo>
                  <a:pt x="1932" y="3020"/>
                </a:lnTo>
                <a:cubicBezTo>
                  <a:pt x="1723" y="2811"/>
                  <a:pt x="1449" y="2706"/>
                  <a:pt x="1175" y="2706"/>
                </a:cubicBezTo>
                <a:cubicBezTo>
                  <a:pt x="901" y="2706"/>
                  <a:pt x="627" y="2811"/>
                  <a:pt x="418" y="3020"/>
                </a:cubicBezTo>
                <a:cubicBezTo>
                  <a:pt x="0" y="3438"/>
                  <a:pt x="0" y="4116"/>
                  <a:pt x="418" y="4534"/>
                </a:cubicBezTo>
                <a:lnTo>
                  <a:pt x="2804" y="6919"/>
                </a:lnTo>
                <a:cubicBezTo>
                  <a:pt x="3004" y="7121"/>
                  <a:pt x="3277" y="7234"/>
                  <a:pt x="3561" y="7234"/>
                </a:cubicBezTo>
                <a:cubicBezTo>
                  <a:pt x="3568" y="7234"/>
                  <a:pt x="3574" y="7234"/>
                  <a:pt x="3581" y="7233"/>
                </a:cubicBezTo>
                <a:cubicBezTo>
                  <a:pt x="3871" y="7227"/>
                  <a:pt x="4147" y="7104"/>
                  <a:pt x="4345" y="6891"/>
                </a:cubicBezTo>
                <a:lnTo>
                  <a:pt x="9081" y="1800"/>
                </a:lnTo>
                <a:cubicBezTo>
                  <a:pt x="9483" y="1367"/>
                  <a:pt x="9459" y="689"/>
                  <a:pt x="9026" y="287"/>
                </a:cubicBezTo>
                <a:cubicBezTo>
                  <a:pt x="8819" y="95"/>
                  <a:pt x="8558" y="0"/>
                  <a:pt x="829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6" name="Google Shape;2346;p38"/>
          <p:cNvGrpSpPr/>
          <p:nvPr/>
        </p:nvGrpSpPr>
        <p:grpSpPr>
          <a:xfrm>
            <a:off x="8016628" y="3873165"/>
            <a:ext cx="604645" cy="612072"/>
            <a:chOff x="8016628" y="3873165"/>
            <a:chExt cx="604645" cy="612072"/>
          </a:xfrm>
        </p:grpSpPr>
        <p:grpSp>
          <p:nvGrpSpPr>
            <p:cNvPr id="2347" name="Google Shape;2347;p38"/>
            <p:cNvGrpSpPr/>
            <p:nvPr/>
          </p:nvGrpSpPr>
          <p:grpSpPr>
            <a:xfrm>
              <a:off x="8016628" y="3873165"/>
              <a:ext cx="604645" cy="612072"/>
              <a:chOff x="803075" y="2184275"/>
              <a:chExt cx="975391" cy="987373"/>
            </a:xfrm>
          </p:grpSpPr>
          <p:sp>
            <p:nvSpPr>
              <p:cNvPr id="2348" name="Google Shape;2348;p38"/>
              <p:cNvSpPr/>
              <p:nvPr/>
            </p:nvSpPr>
            <p:spPr>
              <a:xfrm>
                <a:off x="820724" y="2251633"/>
                <a:ext cx="957742" cy="920015"/>
              </a:xfrm>
              <a:custGeom>
                <a:avLst/>
                <a:gdLst/>
                <a:ahLst/>
                <a:cxnLst/>
                <a:rect l="l" t="t" r="r" b="b"/>
                <a:pathLst>
                  <a:path w="5915" h="5682" extrusionOk="0">
                    <a:moveTo>
                      <a:pt x="2687" y="1"/>
                    </a:moveTo>
                    <a:cubicBezTo>
                      <a:pt x="1204" y="1"/>
                      <a:pt x="1" y="1204"/>
                      <a:pt x="1" y="2688"/>
                    </a:cubicBezTo>
                    <a:cubicBezTo>
                      <a:pt x="1" y="4172"/>
                      <a:pt x="1204" y="5374"/>
                      <a:pt x="2687" y="5374"/>
                    </a:cubicBezTo>
                    <a:cubicBezTo>
                      <a:pt x="3347" y="5374"/>
                      <a:pt x="3951" y="5137"/>
                      <a:pt x="4420" y="4741"/>
                    </a:cubicBezTo>
                    <a:lnTo>
                      <a:pt x="5264" y="5597"/>
                    </a:lnTo>
                    <a:cubicBezTo>
                      <a:pt x="5319" y="5654"/>
                      <a:pt x="5394" y="5682"/>
                      <a:pt x="5472" y="5682"/>
                    </a:cubicBezTo>
                    <a:cubicBezTo>
                      <a:pt x="5569" y="5682"/>
                      <a:pt x="5671" y="5640"/>
                      <a:pt x="5752" y="5559"/>
                    </a:cubicBezTo>
                    <a:cubicBezTo>
                      <a:pt x="5898" y="5411"/>
                      <a:pt x="5915" y="5190"/>
                      <a:pt x="5791" y="5063"/>
                    </a:cubicBezTo>
                    <a:lnTo>
                      <a:pt x="4919" y="4183"/>
                    </a:lnTo>
                    <a:cubicBezTo>
                      <a:pt x="5206" y="3756"/>
                      <a:pt x="5374" y="3241"/>
                      <a:pt x="5374" y="2688"/>
                    </a:cubicBezTo>
                    <a:cubicBezTo>
                      <a:pt x="5374" y="1203"/>
                      <a:pt x="4171" y="1"/>
                      <a:pt x="2687" y="1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38"/>
              <p:cNvSpPr/>
              <p:nvPr/>
            </p:nvSpPr>
            <p:spPr>
              <a:xfrm>
                <a:off x="1451067" y="2804256"/>
                <a:ext cx="309586" cy="300357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855" extrusionOk="0">
                    <a:moveTo>
                      <a:pt x="443" y="1"/>
                    </a:moveTo>
                    <a:cubicBezTo>
                      <a:pt x="346" y="1"/>
                      <a:pt x="244" y="43"/>
                      <a:pt x="164" y="124"/>
                    </a:cubicBezTo>
                    <a:cubicBezTo>
                      <a:pt x="17" y="271"/>
                      <a:pt x="1" y="492"/>
                      <a:pt x="125" y="619"/>
                    </a:cubicBezTo>
                    <a:lnTo>
                      <a:pt x="1260" y="1770"/>
                    </a:lnTo>
                    <a:cubicBezTo>
                      <a:pt x="1316" y="1827"/>
                      <a:pt x="1391" y="1854"/>
                      <a:pt x="1469" y="1854"/>
                    </a:cubicBezTo>
                    <a:cubicBezTo>
                      <a:pt x="1566" y="1854"/>
                      <a:pt x="1669" y="1812"/>
                      <a:pt x="1749" y="1731"/>
                    </a:cubicBezTo>
                    <a:cubicBezTo>
                      <a:pt x="1895" y="1584"/>
                      <a:pt x="1911" y="1362"/>
                      <a:pt x="1787" y="1236"/>
                    </a:cubicBezTo>
                    <a:lnTo>
                      <a:pt x="652" y="85"/>
                    </a:lnTo>
                    <a:cubicBezTo>
                      <a:pt x="596" y="28"/>
                      <a:pt x="521" y="1"/>
                      <a:pt x="443" y="1"/>
                    </a:cubicBez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38"/>
              <p:cNvSpPr/>
              <p:nvPr/>
            </p:nvSpPr>
            <p:spPr>
              <a:xfrm>
                <a:off x="1464830" y="2818343"/>
                <a:ext cx="137306" cy="179243"/>
              </a:xfrm>
              <a:custGeom>
                <a:avLst/>
                <a:gdLst/>
                <a:ahLst/>
                <a:cxnLst/>
                <a:rect l="l" t="t" r="r" b="b"/>
                <a:pathLst>
                  <a:path w="848" h="1107" extrusionOk="0">
                    <a:moveTo>
                      <a:pt x="439" y="0"/>
                    </a:moveTo>
                    <a:cubicBezTo>
                      <a:pt x="344" y="0"/>
                      <a:pt x="244" y="42"/>
                      <a:pt x="163" y="123"/>
                    </a:cubicBezTo>
                    <a:cubicBezTo>
                      <a:pt x="18" y="269"/>
                      <a:pt x="1" y="491"/>
                      <a:pt x="126" y="617"/>
                    </a:cubicBezTo>
                    <a:lnTo>
                      <a:pt x="608" y="1106"/>
                    </a:lnTo>
                    <a:cubicBezTo>
                      <a:pt x="848" y="672"/>
                      <a:pt x="834" y="269"/>
                      <a:pt x="834" y="269"/>
                    </a:cubicBezTo>
                    <a:lnTo>
                      <a:pt x="470" y="2"/>
                    </a:lnTo>
                    <a:cubicBezTo>
                      <a:pt x="460" y="1"/>
                      <a:pt x="449" y="0"/>
                      <a:pt x="439" y="0"/>
                    </a:cubicBezTo>
                    <a:close/>
                  </a:path>
                </a:pathLst>
              </a:custGeom>
              <a:solidFill>
                <a:srgbClr val="CC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38"/>
              <p:cNvSpPr/>
              <p:nvPr/>
            </p:nvSpPr>
            <p:spPr>
              <a:xfrm>
                <a:off x="803075" y="2184275"/>
                <a:ext cx="870307" cy="870468"/>
              </a:xfrm>
              <a:custGeom>
                <a:avLst/>
                <a:gdLst/>
                <a:ahLst/>
                <a:cxnLst/>
                <a:rect l="l" t="t" r="r" b="b"/>
                <a:pathLst>
                  <a:path w="5375" h="5376" extrusionOk="0">
                    <a:moveTo>
                      <a:pt x="2688" y="0"/>
                    </a:moveTo>
                    <a:cubicBezTo>
                      <a:pt x="1203" y="0"/>
                      <a:pt x="0" y="1203"/>
                      <a:pt x="0" y="2688"/>
                    </a:cubicBezTo>
                    <a:cubicBezTo>
                      <a:pt x="0" y="4172"/>
                      <a:pt x="1203" y="5375"/>
                      <a:pt x="2688" y="5375"/>
                    </a:cubicBezTo>
                    <a:cubicBezTo>
                      <a:pt x="4172" y="5375"/>
                      <a:pt x="5375" y="4172"/>
                      <a:pt x="5375" y="2688"/>
                    </a:cubicBezTo>
                    <a:cubicBezTo>
                      <a:pt x="5375" y="1203"/>
                      <a:pt x="4172" y="0"/>
                      <a:pt x="2688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38"/>
              <p:cNvSpPr/>
              <p:nvPr/>
            </p:nvSpPr>
            <p:spPr>
              <a:xfrm>
                <a:off x="856670" y="2237870"/>
                <a:ext cx="763117" cy="763117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713" extrusionOk="0">
                    <a:moveTo>
                      <a:pt x="2357" y="1"/>
                    </a:moveTo>
                    <a:cubicBezTo>
                      <a:pt x="1056" y="1"/>
                      <a:pt x="1" y="1056"/>
                      <a:pt x="1" y="2357"/>
                    </a:cubicBezTo>
                    <a:cubicBezTo>
                      <a:pt x="1" y="3658"/>
                      <a:pt x="1056" y="4713"/>
                      <a:pt x="2357" y="4713"/>
                    </a:cubicBezTo>
                    <a:cubicBezTo>
                      <a:pt x="3658" y="4713"/>
                      <a:pt x="4712" y="3658"/>
                      <a:pt x="4712" y="2357"/>
                    </a:cubicBezTo>
                    <a:cubicBezTo>
                      <a:pt x="4712" y="1056"/>
                      <a:pt x="3658" y="1"/>
                      <a:pt x="235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38"/>
              <p:cNvSpPr/>
              <p:nvPr/>
            </p:nvSpPr>
            <p:spPr>
              <a:xfrm>
                <a:off x="1003852" y="2302151"/>
                <a:ext cx="615934" cy="698836"/>
              </a:xfrm>
              <a:custGeom>
                <a:avLst/>
                <a:gdLst/>
                <a:ahLst/>
                <a:cxnLst/>
                <a:rect l="l" t="t" r="r" b="b"/>
                <a:pathLst>
                  <a:path w="3804" h="4316" extrusionOk="0">
                    <a:moveTo>
                      <a:pt x="2757" y="1"/>
                    </a:moveTo>
                    <a:cubicBezTo>
                      <a:pt x="3309" y="431"/>
                      <a:pt x="3664" y="1103"/>
                      <a:pt x="3664" y="1859"/>
                    </a:cubicBezTo>
                    <a:cubicBezTo>
                      <a:pt x="3664" y="3159"/>
                      <a:pt x="2609" y="4214"/>
                      <a:pt x="1308" y="4214"/>
                    </a:cubicBezTo>
                    <a:cubicBezTo>
                      <a:pt x="824" y="4214"/>
                      <a:pt x="374" y="4069"/>
                      <a:pt x="0" y="3818"/>
                    </a:cubicBezTo>
                    <a:lnTo>
                      <a:pt x="0" y="3818"/>
                    </a:lnTo>
                    <a:cubicBezTo>
                      <a:pt x="399" y="4130"/>
                      <a:pt x="902" y="4316"/>
                      <a:pt x="1448" y="4316"/>
                    </a:cubicBezTo>
                    <a:cubicBezTo>
                      <a:pt x="2749" y="4316"/>
                      <a:pt x="3803" y="3261"/>
                      <a:pt x="3803" y="1960"/>
                    </a:cubicBezTo>
                    <a:cubicBezTo>
                      <a:pt x="3803" y="1144"/>
                      <a:pt x="3388" y="423"/>
                      <a:pt x="27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38"/>
              <p:cNvSpPr/>
              <p:nvPr/>
            </p:nvSpPr>
            <p:spPr>
              <a:xfrm>
                <a:off x="856670" y="2238032"/>
                <a:ext cx="689445" cy="642974"/>
              </a:xfrm>
              <a:custGeom>
                <a:avLst/>
                <a:gdLst/>
                <a:ahLst/>
                <a:cxnLst/>
                <a:rect l="l" t="t" r="r" b="b"/>
                <a:pathLst>
                  <a:path w="4258" h="3971" extrusionOk="0">
                    <a:moveTo>
                      <a:pt x="2357" y="1"/>
                    </a:moveTo>
                    <a:cubicBezTo>
                      <a:pt x="1057" y="1"/>
                      <a:pt x="1" y="1057"/>
                      <a:pt x="1" y="2357"/>
                    </a:cubicBezTo>
                    <a:cubicBezTo>
                      <a:pt x="1" y="2981"/>
                      <a:pt x="244" y="3549"/>
                      <a:pt x="640" y="3971"/>
                    </a:cubicBezTo>
                    <a:cubicBezTo>
                      <a:pt x="354" y="3580"/>
                      <a:pt x="185" y="3098"/>
                      <a:pt x="185" y="2577"/>
                    </a:cubicBezTo>
                    <a:cubicBezTo>
                      <a:pt x="185" y="1277"/>
                      <a:pt x="1240" y="221"/>
                      <a:pt x="2541" y="221"/>
                    </a:cubicBezTo>
                    <a:cubicBezTo>
                      <a:pt x="3218" y="221"/>
                      <a:pt x="3827" y="506"/>
                      <a:pt x="4257" y="965"/>
                    </a:cubicBezTo>
                    <a:cubicBezTo>
                      <a:pt x="3829" y="379"/>
                      <a:pt x="3137" y="1"/>
                      <a:pt x="2357" y="1"/>
                    </a:cubicBezTo>
                    <a:close/>
                  </a:path>
                </a:pathLst>
              </a:custGeom>
              <a:solidFill>
                <a:srgbClr val="000000">
                  <a:alpha val="321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38"/>
              <p:cNvSpPr/>
              <p:nvPr/>
            </p:nvSpPr>
            <p:spPr>
              <a:xfrm>
                <a:off x="926294" y="2320771"/>
                <a:ext cx="301814" cy="266192"/>
              </a:xfrm>
              <a:custGeom>
                <a:avLst/>
                <a:gdLst/>
                <a:ahLst/>
                <a:cxnLst/>
                <a:rect l="l" t="t" r="r" b="b"/>
                <a:pathLst>
                  <a:path w="1864" h="1644" extrusionOk="0">
                    <a:moveTo>
                      <a:pt x="1516" y="1"/>
                    </a:moveTo>
                    <a:cubicBezTo>
                      <a:pt x="1315" y="1"/>
                      <a:pt x="1035" y="104"/>
                      <a:pt x="746" y="312"/>
                    </a:cubicBezTo>
                    <a:cubicBezTo>
                      <a:pt x="24" y="834"/>
                      <a:pt x="0" y="1643"/>
                      <a:pt x="300" y="1643"/>
                    </a:cubicBezTo>
                    <a:cubicBezTo>
                      <a:pt x="306" y="1643"/>
                      <a:pt x="312" y="1643"/>
                      <a:pt x="318" y="1643"/>
                    </a:cubicBezTo>
                    <a:cubicBezTo>
                      <a:pt x="652" y="1610"/>
                      <a:pt x="485" y="1062"/>
                      <a:pt x="1068" y="784"/>
                    </a:cubicBezTo>
                    <a:cubicBezTo>
                      <a:pt x="1650" y="507"/>
                      <a:pt x="1864" y="476"/>
                      <a:pt x="1805" y="190"/>
                    </a:cubicBezTo>
                    <a:cubicBezTo>
                      <a:pt x="1780" y="64"/>
                      <a:pt x="1672" y="1"/>
                      <a:pt x="1516" y="1"/>
                    </a:cubicBezTo>
                    <a:close/>
                  </a:path>
                </a:pathLst>
              </a:custGeom>
              <a:solidFill>
                <a:srgbClr val="F3F3F3">
                  <a:alpha val="25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56" name="Google Shape;2356;p38"/>
            <p:cNvSpPr/>
            <p:nvPr/>
          </p:nvSpPr>
          <p:spPr>
            <a:xfrm>
              <a:off x="8202153" y="4061738"/>
              <a:ext cx="188275" cy="183050"/>
            </a:xfrm>
            <a:custGeom>
              <a:avLst/>
              <a:gdLst/>
              <a:ahLst/>
              <a:cxnLst/>
              <a:rect l="l" t="t" r="r" b="b"/>
              <a:pathLst>
                <a:path w="7531" h="7322" extrusionOk="0">
                  <a:moveTo>
                    <a:pt x="1176" y="0"/>
                  </a:moveTo>
                  <a:cubicBezTo>
                    <a:pt x="902" y="0"/>
                    <a:pt x="627" y="105"/>
                    <a:pt x="418" y="314"/>
                  </a:cubicBezTo>
                  <a:cubicBezTo>
                    <a:pt x="0" y="732"/>
                    <a:pt x="0" y="1410"/>
                    <a:pt x="418" y="1828"/>
                  </a:cubicBezTo>
                  <a:lnTo>
                    <a:pt x="2252" y="3662"/>
                  </a:lnTo>
                  <a:lnTo>
                    <a:pt x="418" y="5494"/>
                  </a:lnTo>
                  <a:cubicBezTo>
                    <a:pt x="0" y="5913"/>
                    <a:pt x="0" y="6590"/>
                    <a:pt x="418" y="7008"/>
                  </a:cubicBezTo>
                  <a:cubicBezTo>
                    <a:pt x="628" y="7218"/>
                    <a:pt x="902" y="7322"/>
                    <a:pt x="1175" y="7322"/>
                  </a:cubicBezTo>
                  <a:cubicBezTo>
                    <a:pt x="1449" y="7322"/>
                    <a:pt x="1724" y="7218"/>
                    <a:pt x="1932" y="7008"/>
                  </a:cubicBezTo>
                  <a:lnTo>
                    <a:pt x="3766" y="5176"/>
                  </a:lnTo>
                  <a:lnTo>
                    <a:pt x="5599" y="7008"/>
                  </a:lnTo>
                  <a:cubicBezTo>
                    <a:pt x="5808" y="7218"/>
                    <a:pt x="6082" y="7322"/>
                    <a:pt x="6356" y="7322"/>
                  </a:cubicBezTo>
                  <a:cubicBezTo>
                    <a:pt x="6630" y="7322"/>
                    <a:pt x="6904" y="7218"/>
                    <a:pt x="7113" y="7008"/>
                  </a:cubicBezTo>
                  <a:cubicBezTo>
                    <a:pt x="7531" y="6590"/>
                    <a:pt x="7531" y="5913"/>
                    <a:pt x="7113" y="5494"/>
                  </a:cubicBezTo>
                  <a:lnTo>
                    <a:pt x="5280" y="3662"/>
                  </a:lnTo>
                  <a:lnTo>
                    <a:pt x="7113" y="1828"/>
                  </a:lnTo>
                  <a:cubicBezTo>
                    <a:pt x="7531" y="1410"/>
                    <a:pt x="7531" y="732"/>
                    <a:pt x="7113" y="314"/>
                  </a:cubicBezTo>
                  <a:cubicBezTo>
                    <a:pt x="6904" y="105"/>
                    <a:pt x="6630" y="0"/>
                    <a:pt x="6356" y="0"/>
                  </a:cubicBezTo>
                  <a:cubicBezTo>
                    <a:pt x="6082" y="0"/>
                    <a:pt x="5808" y="105"/>
                    <a:pt x="5599" y="314"/>
                  </a:cubicBezTo>
                  <a:lnTo>
                    <a:pt x="3766" y="2148"/>
                  </a:lnTo>
                  <a:lnTo>
                    <a:pt x="1932" y="314"/>
                  </a:lnTo>
                  <a:cubicBezTo>
                    <a:pt x="1724" y="105"/>
                    <a:pt x="1450" y="0"/>
                    <a:pt x="1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7" name="Google Shape;2357;p38"/>
          <p:cNvGrpSpPr/>
          <p:nvPr/>
        </p:nvGrpSpPr>
        <p:grpSpPr>
          <a:xfrm>
            <a:off x="8016628" y="2496740"/>
            <a:ext cx="604645" cy="612072"/>
            <a:chOff x="8016628" y="2496740"/>
            <a:chExt cx="604645" cy="612072"/>
          </a:xfrm>
        </p:grpSpPr>
        <p:grpSp>
          <p:nvGrpSpPr>
            <p:cNvPr id="2358" name="Google Shape;2358;p38"/>
            <p:cNvGrpSpPr/>
            <p:nvPr/>
          </p:nvGrpSpPr>
          <p:grpSpPr>
            <a:xfrm>
              <a:off x="8016628" y="2496740"/>
              <a:ext cx="604645" cy="612072"/>
              <a:chOff x="803075" y="2184275"/>
              <a:chExt cx="975391" cy="987373"/>
            </a:xfrm>
          </p:grpSpPr>
          <p:sp>
            <p:nvSpPr>
              <p:cNvPr id="2359" name="Google Shape;2359;p38"/>
              <p:cNvSpPr/>
              <p:nvPr/>
            </p:nvSpPr>
            <p:spPr>
              <a:xfrm>
                <a:off x="820724" y="2251633"/>
                <a:ext cx="957742" cy="920015"/>
              </a:xfrm>
              <a:custGeom>
                <a:avLst/>
                <a:gdLst/>
                <a:ahLst/>
                <a:cxnLst/>
                <a:rect l="l" t="t" r="r" b="b"/>
                <a:pathLst>
                  <a:path w="5915" h="5682" extrusionOk="0">
                    <a:moveTo>
                      <a:pt x="2687" y="1"/>
                    </a:moveTo>
                    <a:cubicBezTo>
                      <a:pt x="1204" y="1"/>
                      <a:pt x="1" y="1204"/>
                      <a:pt x="1" y="2688"/>
                    </a:cubicBezTo>
                    <a:cubicBezTo>
                      <a:pt x="1" y="4172"/>
                      <a:pt x="1204" y="5374"/>
                      <a:pt x="2687" y="5374"/>
                    </a:cubicBezTo>
                    <a:cubicBezTo>
                      <a:pt x="3347" y="5374"/>
                      <a:pt x="3951" y="5137"/>
                      <a:pt x="4420" y="4741"/>
                    </a:cubicBezTo>
                    <a:lnTo>
                      <a:pt x="5264" y="5597"/>
                    </a:lnTo>
                    <a:cubicBezTo>
                      <a:pt x="5319" y="5654"/>
                      <a:pt x="5394" y="5682"/>
                      <a:pt x="5472" y="5682"/>
                    </a:cubicBezTo>
                    <a:cubicBezTo>
                      <a:pt x="5569" y="5682"/>
                      <a:pt x="5671" y="5640"/>
                      <a:pt x="5752" y="5559"/>
                    </a:cubicBezTo>
                    <a:cubicBezTo>
                      <a:pt x="5898" y="5411"/>
                      <a:pt x="5915" y="5190"/>
                      <a:pt x="5791" y="5063"/>
                    </a:cubicBezTo>
                    <a:lnTo>
                      <a:pt x="4919" y="4183"/>
                    </a:lnTo>
                    <a:cubicBezTo>
                      <a:pt x="5206" y="3756"/>
                      <a:pt x="5374" y="3241"/>
                      <a:pt x="5374" y="2688"/>
                    </a:cubicBezTo>
                    <a:cubicBezTo>
                      <a:pt x="5374" y="1203"/>
                      <a:pt x="4171" y="1"/>
                      <a:pt x="2687" y="1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38"/>
              <p:cNvSpPr/>
              <p:nvPr/>
            </p:nvSpPr>
            <p:spPr>
              <a:xfrm>
                <a:off x="1451067" y="2804256"/>
                <a:ext cx="309586" cy="300357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855" extrusionOk="0">
                    <a:moveTo>
                      <a:pt x="443" y="1"/>
                    </a:moveTo>
                    <a:cubicBezTo>
                      <a:pt x="346" y="1"/>
                      <a:pt x="244" y="43"/>
                      <a:pt x="164" y="124"/>
                    </a:cubicBezTo>
                    <a:cubicBezTo>
                      <a:pt x="17" y="271"/>
                      <a:pt x="1" y="492"/>
                      <a:pt x="125" y="619"/>
                    </a:cubicBezTo>
                    <a:lnTo>
                      <a:pt x="1260" y="1770"/>
                    </a:lnTo>
                    <a:cubicBezTo>
                      <a:pt x="1316" y="1827"/>
                      <a:pt x="1391" y="1854"/>
                      <a:pt x="1469" y="1854"/>
                    </a:cubicBezTo>
                    <a:cubicBezTo>
                      <a:pt x="1566" y="1854"/>
                      <a:pt x="1669" y="1812"/>
                      <a:pt x="1749" y="1731"/>
                    </a:cubicBezTo>
                    <a:cubicBezTo>
                      <a:pt x="1895" y="1584"/>
                      <a:pt x="1911" y="1362"/>
                      <a:pt x="1787" y="1236"/>
                    </a:cubicBezTo>
                    <a:lnTo>
                      <a:pt x="652" y="85"/>
                    </a:lnTo>
                    <a:cubicBezTo>
                      <a:pt x="596" y="28"/>
                      <a:pt x="521" y="1"/>
                      <a:pt x="443" y="1"/>
                    </a:cubicBez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38"/>
              <p:cNvSpPr/>
              <p:nvPr/>
            </p:nvSpPr>
            <p:spPr>
              <a:xfrm>
                <a:off x="1464830" y="2818343"/>
                <a:ext cx="137306" cy="179243"/>
              </a:xfrm>
              <a:custGeom>
                <a:avLst/>
                <a:gdLst/>
                <a:ahLst/>
                <a:cxnLst/>
                <a:rect l="l" t="t" r="r" b="b"/>
                <a:pathLst>
                  <a:path w="848" h="1107" extrusionOk="0">
                    <a:moveTo>
                      <a:pt x="439" y="0"/>
                    </a:moveTo>
                    <a:cubicBezTo>
                      <a:pt x="344" y="0"/>
                      <a:pt x="244" y="42"/>
                      <a:pt x="163" y="123"/>
                    </a:cubicBezTo>
                    <a:cubicBezTo>
                      <a:pt x="18" y="269"/>
                      <a:pt x="1" y="491"/>
                      <a:pt x="126" y="617"/>
                    </a:cubicBezTo>
                    <a:lnTo>
                      <a:pt x="608" y="1106"/>
                    </a:lnTo>
                    <a:cubicBezTo>
                      <a:pt x="848" y="672"/>
                      <a:pt x="834" y="269"/>
                      <a:pt x="834" y="269"/>
                    </a:cubicBezTo>
                    <a:lnTo>
                      <a:pt x="470" y="2"/>
                    </a:lnTo>
                    <a:cubicBezTo>
                      <a:pt x="460" y="1"/>
                      <a:pt x="449" y="0"/>
                      <a:pt x="439" y="0"/>
                    </a:cubicBezTo>
                    <a:close/>
                  </a:path>
                </a:pathLst>
              </a:custGeom>
              <a:solidFill>
                <a:srgbClr val="CC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38"/>
              <p:cNvSpPr/>
              <p:nvPr/>
            </p:nvSpPr>
            <p:spPr>
              <a:xfrm>
                <a:off x="803075" y="2184275"/>
                <a:ext cx="870307" cy="870468"/>
              </a:xfrm>
              <a:custGeom>
                <a:avLst/>
                <a:gdLst/>
                <a:ahLst/>
                <a:cxnLst/>
                <a:rect l="l" t="t" r="r" b="b"/>
                <a:pathLst>
                  <a:path w="5375" h="5376" extrusionOk="0">
                    <a:moveTo>
                      <a:pt x="2688" y="0"/>
                    </a:moveTo>
                    <a:cubicBezTo>
                      <a:pt x="1203" y="0"/>
                      <a:pt x="0" y="1203"/>
                      <a:pt x="0" y="2688"/>
                    </a:cubicBezTo>
                    <a:cubicBezTo>
                      <a:pt x="0" y="4172"/>
                      <a:pt x="1203" y="5375"/>
                      <a:pt x="2688" y="5375"/>
                    </a:cubicBezTo>
                    <a:cubicBezTo>
                      <a:pt x="4172" y="5375"/>
                      <a:pt x="5375" y="4172"/>
                      <a:pt x="5375" y="2688"/>
                    </a:cubicBezTo>
                    <a:cubicBezTo>
                      <a:pt x="5375" y="1203"/>
                      <a:pt x="4172" y="0"/>
                      <a:pt x="2688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38"/>
              <p:cNvSpPr/>
              <p:nvPr/>
            </p:nvSpPr>
            <p:spPr>
              <a:xfrm>
                <a:off x="856670" y="2237870"/>
                <a:ext cx="763117" cy="763117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713" extrusionOk="0">
                    <a:moveTo>
                      <a:pt x="2357" y="1"/>
                    </a:moveTo>
                    <a:cubicBezTo>
                      <a:pt x="1056" y="1"/>
                      <a:pt x="1" y="1056"/>
                      <a:pt x="1" y="2357"/>
                    </a:cubicBezTo>
                    <a:cubicBezTo>
                      <a:pt x="1" y="3658"/>
                      <a:pt x="1056" y="4713"/>
                      <a:pt x="2357" y="4713"/>
                    </a:cubicBezTo>
                    <a:cubicBezTo>
                      <a:pt x="3658" y="4713"/>
                      <a:pt x="4712" y="3658"/>
                      <a:pt x="4712" y="2357"/>
                    </a:cubicBezTo>
                    <a:cubicBezTo>
                      <a:pt x="4712" y="1056"/>
                      <a:pt x="3658" y="1"/>
                      <a:pt x="23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38"/>
              <p:cNvSpPr/>
              <p:nvPr/>
            </p:nvSpPr>
            <p:spPr>
              <a:xfrm>
                <a:off x="1003852" y="2302151"/>
                <a:ext cx="615934" cy="698836"/>
              </a:xfrm>
              <a:custGeom>
                <a:avLst/>
                <a:gdLst/>
                <a:ahLst/>
                <a:cxnLst/>
                <a:rect l="l" t="t" r="r" b="b"/>
                <a:pathLst>
                  <a:path w="3804" h="4316" extrusionOk="0">
                    <a:moveTo>
                      <a:pt x="2757" y="1"/>
                    </a:moveTo>
                    <a:cubicBezTo>
                      <a:pt x="3309" y="431"/>
                      <a:pt x="3664" y="1103"/>
                      <a:pt x="3664" y="1859"/>
                    </a:cubicBezTo>
                    <a:cubicBezTo>
                      <a:pt x="3664" y="3159"/>
                      <a:pt x="2609" y="4214"/>
                      <a:pt x="1308" y="4214"/>
                    </a:cubicBezTo>
                    <a:cubicBezTo>
                      <a:pt x="824" y="4214"/>
                      <a:pt x="374" y="4069"/>
                      <a:pt x="0" y="3818"/>
                    </a:cubicBezTo>
                    <a:lnTo>
                      <a:pt x="0" y="3818"/>
                    </a:lnTo>
                    <a:cubicBezTo>
                      <a:pt x="399" y="4130"/>
                      <a:pt x="902" y="4316"/>
                      <a:pt x="1448" y="4316"/>
                    </a:cubicBezTo>
                    <a:cubicBezTo>
                      <a:pt x="2749" y="4316"/>
                      <a:pt x="3803" y="3261"/>
                      <a:pt x="3803" y="1960"/>
                    </a:cubicBezTo>
                    <a:cubicBezTo>
                      <a:pt x="3803" y="1144"/>
                      <a:pt x="3388" y="423"/>
                      <a:pt x="27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38"/>
              <p:cNvSpPr/>
              <p:nvPr/>
            </p:nvSpPr>
            <p:spPr>
              <a:xfrm>
                <a:off x="856670" y="2238032"/>
                <a:ext cx="689445" cy="642974"/>
              </a:xfrm>
              <a:custGeom>
                <a:avLst/>
                <a:gdLst/>
                <a:ahLst/>
                <a:cxnLst/>
                <a:rect l="l" t="t" r="r" b="b"/>
                <a:pathLst>
                  <a:path w="4258" h="3971" extrusionOk="0">
                    <a:moveTo>
                      <a:pt x="2357" y="1"/>
                    </a:moveTo>
                    <a:cubicBezTo>
                      <a:pt x="1057" y="1"/>
                      <a:pt x="1" y="1057"/>
                      <a:pt x="1" y="2357"/>
                    </a:cubicBezTo>
                    <a:cubicBezTo>
                      <a:pt x="1" y="2981"/>
                      <a:pt x="244" y="3549"/>
                      <a:pt x="640" y="3971"/>
                    </a:cubicBezTo>
                    <a:cubicBezTo>
                      <a:pt x="354" y="3580"/>
                      <a:pt x="185" y="3098"/>
                      <a:pt x="185" y="2577"/>
                    </a:cubicBezTo>
                    <a:cubicBezTo>
                      <a:pt x="185" y="1277"/>
                      <a:pt x="1240" y="221"/>
                      <a:pt x="2541" y="221"/>
                    </a:cubicBezTo>
                    <a:cubicBezTo>
                      <a:pt x="3218" y="221"/>
                      <a:pt x="3827" y="506"/>
                      <a:pt x="4257" y="965"/>
                    </a:cubicBezTo>
                    <a:cubicBezTo>
                      <a:pt x="3829" y="379"/>
                      <a:pt x="3137" y="1"/>
                      <a:pt x="2357" y="1"/>
                    </a:cubicBezTo>
                    <a:close/>
                  </a:path>
                </a:pathLst>
              </a:custGeom>
              <a:solidFill>
                <a:srgbClr val="000000">
                  <a:alpha val="321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38"/>
              <p:cNvSpPr/>
              <p:nvPr/>
            </p:nvSpPr>
            <p:spPr>
              <a:xfrm>
                <a:off x="926294" y="2320771"/>
                <a:ext cx="301814" cy="266192"/>
              </a:xfrm>
              <a:custGeom>
                <a:avLst/>
                <a:gdLst/>
                <a:ahLst/>
                <a:cxnLst/>
                <a:rect l="l" t="t" r="r" b="b"/>
                <a:pathLst>
                  <a:path w="1864" h="1644" extrusionOk="0">
                    <a:moveTo>
                      <a:pt x="1516" y="1"/>
                    </a:moveTo>
                    <a:cubicBezTo>
                      <a:pt x="1315" y="1"/>
                      <a:pt x="1035" y="104"/>
                      <a:pt x="746" y="312"/>
                    </a:cubicBezTo>
                    <a:cubicBezTo>
                      <a:pt x="24" y="834"/>
                      <a:pt x="0" y="1643"/>
                      <a:pt x="300" y="1643"/>
                    </a:cubicBezTo>
                    <a:cubicBezTo>
                      <a:pt x="306" y="1643"/>
                      <a:pt x="312" y="1643"/>
                      <a:pt x="318" y="1643"/>
                    </a:cubicBezTo>
                    <a:cubicBezTo>
                      <a:pt x="652" y="1610"/>
                      <a:pt x="485" y="1062"/>
                      <a:pt x="1068" y="784"/>
                    </a:cubicBezTo>
                    <a:cubicBezTo>
                      <a:pt x="1650" y="507"/>
                      <a:pt x="1864" y="476"/>
                      <a:pt x="1805" y="190"/>
                    </a:cubicBezTo>
                    <a:cubicBezTo>
                      <a:pt x="1780" y="64"/>
                      <a:pt x="1672" y="1"/>
                      <a:pt x="1516" y="1"/>
                    </a:cubicBezTo>
                    <a:close/>
                  </a:path>
                </a:pathLst>
              </a:custGeom>
              <a:solidFill>
                <a:srgbClr val="F3F3F3">
                  <a:alpha val="25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67" name="Google Shape;2367;p38"/>
            <p:cNvSpPr/>
            <p:nvPr/>
          </p:nvSpPr>
          <p:spPr>
            <a:xfrm>
              <a:off x="8202153" y="2691938"/>
              <a:ext cx="188275" cy="183050"/>
            </a:xfrm>
            <a:custGeom>
              <a:avLst/>
              <a:gdLst/>
              <a:ahLst/>
              <a:cxnLst/>
              <a:rect l="l" t="t" r="r" b="b"/>
              <a:pathLst>
                <a:path w="7531" h="7322" extrusionOk="0">
                  <a:moveTo>
                    <a:pt x="1176" y="0"/>
                  </a:moveTo>
                  <a:cubicBezTo>
                    <a:pt x="902" y="0"/>
                    <a:pt x="627" y="105"/>
                    <a:pt x="418" y="314"/>
                  </a:cubicBezTo>
                  <a:cubicBezTo>
                    <a:pt x="0" y="732"/>
                    <a:pt x="0" y="1410"/>
                    <a:pt x="418" y="1828"/>
                  </a:cubicBezTo>
                  <a:lnTo>
                    <a:pt x="2252" y="3662"/>
                  </a:lnTo>
                  <a:lnTo>
                    <a:pt x="418" y="5494"/>
                  </a:lnTo>
                  <a:cubicBezTo>
                    <a:pt x="0" y="5913"/>
                    <a:pt x="0" y="6590"/>
                    <a:pt x="418" y="7008"/>
                  </a:cubicBezTo>
                  <a:cubicBezTo>
                    <a:pt x="628" y="7218"/>
                    <a:pt x="902" y="7322"/>
                    <a:pt x="1175" y="7322"/>
                  </a:cubicBezTo>
                  <a:cubicBezTo>
                    <a:pt x="1449" y="7322"/>
                    <a:pt x="1724" y="7218"/>
                    <a:pt x="1932" y="7008"/>
                  </a:cubicBezTo>
                  <a:lnTo>
                    <a:pt x="3766" y="5176"/>
                  </a:lnTo>
                  <a:lnTo>
                    <a:pt x="5599" y="7008"/>
                  </a:lnTo>
                  <a:cubicBezTo>
                    <a:pt x="5808" y="7218"/>
                    <a:pt x="6082" y="7322"/>
                    <a:pt x="6356" y="7322"/>
                  </a:cubicBezTo>
                  <a:cubicBezTo>
                    <a:pt x="6630" y="7322"/>
                    <a:pt x="6904" y="7218"/>
                    <a:pt x="7113" y="7008"/>
                  </a:cubicBezTo>
                  <a:cubicBezTo>
                    <a:pt x="7531" y="6590"/>
                    <a:pt x="7531" y="5913"/>
                    <a:pt x="7113" y="5494"/>
                  </a:cubicBezTo>
                  <a:lnTo>
                    <a:pt x="5280" y="3662"/>
                  </a:lnTo>
                  <a:lnTo>
                    <a:pt x="7113" y="1828"/>
                  </a:lnTo>
                  <a:cubicBezTo>
                    <a:pt x="7531" y="1410"/>
                    <a:pt x="7531" y="732"/>
                    <a:pt x="7113" y="314"/>
                  </a:cubicBezTo>
                  <a:cubicBezTo>
                    <a:pt x="6904" y="105"/>
                    <a:pt x="6630" y="0"/>
                    <a:pt x="6356" y="0"/>
                  </a:cubicBezTo>
                  <a:cubicBezTo>
                    <a:pt x="6082" y="0"/>
                    <a:pt x="5808" y="105"/>
                    <a:pt x="5599" y="314"/>
                  </a:cubicBezTo>
                  <a:lnTo>
                    <a:pt x="3766" y="2148"/>
                  </a:lnTo>
                  <a:lnTo>
                    <a:pt x="1932" y="314"/>
                  </a:lnTo>
                  <a:cubicBezTo>
                    <a:pt x="1724" y="105"/>
                    <a:pt x="1450" y="0"/>
                    <a:pt x="1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8" name="Google Shape;2368;p38"/>
          <p:cNvGrpSpPr/>
          <p:nvPr/>
        </p:nvGrpSpPr>
        <p:grpSpPr>
          <a:xfrm>
            <a:off x="8016628" y="1176690"/>
            <a:ext cx="604645" cy="612072"/>
            <a:chOff x="8016628" y="1176690"/>
            <a:chExt cx="604645" cy="612072"/>
          </a:xfrm>
        </p:grpSpPr>
        <p:grpSp>
          <p:nvGrpSpPr>
            <p:cNvPr id="2369" name="Google Shape;2369;p38"/>
            <p:cNvGrpSpPr/>
            <p:nvPr/>
          </p:nvGrpSpPr>
          <p:grpSpPr>
            <a:xfrm>
              <a:off x="8016628" y="1176690"/>
              <a:ext cx="604645" cy="612072"/>
              <a:chOff x="803075" y="2184275"/>
              <a:chExt cx="975391" cy="987373"/>
            </a:xfrm>
          </p:grpSpPr>
          <p:sp>
            <p:nvSpPr>
              <p:cNvPr id="2370" name="Google Shape;2370;p38"/>
              <p:cNvSpPr/>
              <p:nvPr/>
            </p:nvSpPr>
            <p:spPr>
              <a:xfrm>
                <a:off x="820724" y="2251633"/>
                <a:ext cx="957742" cy="920015"/>
              </a:xfrm>
              <a:custGeom>
                <a:avLst/>
                <a:gdLst/>
                <a:ahLst/>
                <a:cxnLst/>
                <a:rect l="l" t="t" r="r" b="b"/>
                <a:pathLst>
                  <a:path w="5915" h="5682" extrusionOk="0">
                    <a:moveTo>
                      <a:pt x="2687" y="1"/>
                    </a:moveTo>
                    <a:cubicBezTo>
                      <a:pt x="1204" y="1"/>
                      <a:pt x="1" y="1204"/>
                      <a:pt x="1" y="2688"/>
                    </a:cubicBezTo>
                    <a:cubicBezTo>
                      <a:pt x="1" y="4172"/>
                      <a:pt x="1204" y="5374"/>
                      <a:pt x="2687" y="5374"/>
                    </a:cubicBezTo>
                    <a:cubicBezTo>
                      <a:pt x="3347" y="5374"/>
                      <a:pt x="3951" y="5137"/>
                      <a:pt x="4420" y="4741"/>
                    </a:cubicBezTo>
                    <a:lnTo>
                      <a:pt x="5264" y="5597"/>
                    </a:lnTo>
                    <a:cubicBezTo>
                      <a:pt x="5319" y="5654"/>
                      <a:pt x="5394" y="5682"/>
                      <a:pt x="5472" y="5682"/>
                    </a:cubicBezTo>
                    <a:cubicBezTo>
                      <a:pt x="5569" y="5682"/>
                      <a:pt x="5671" y="5640"/>
                      <a:pt x="5752" y="5559"/>
                    </a:cubicBezTo>
                    <a:cubicBezTo>
                      <a:pt x="5898" y="5411"/>
                      <a:pt x="5915" y="5190"/>
                      <a:pt x="5791" y="5063"/>
                    </a:cubicBezTo>
                    <a:lnTo>
                      <a:pt x="4919" y="4183"/>
                    </a:lnTo>
                    <a:cubicBezTo>
                      <a:pt x="5206" y="3756"/>
                      <a:pt x="5374" y="3241"/>
                      <a:pt x="5374" y="2688"/>
                    </a:cubicBezTo>
                    <a:cubicBezTo>
                      <a:pt x="5374" y="1203"/>
                      <a:pt x="4171" y="1"/>
                      <a:pt x="2687" y="1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38"/>
              <p:cNvSpPr/>
              <p:nvPr/>
            </p:nvSpPr>
            <p:spPr>
              <a:xfrm>
                <a:off x="1451067" y="2804256"/>
                <a:ext cx="309586" cy="300357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855" extrusionOk="0">
                    <a:moveTo>
                      <a:pt x="443" y="1"/>
                    </a:moveTo>
                    <a:cubicBezTo>
                      <a:pt x="346" y="1"/>
                      <a:pt x="244" y="43"/>
                      <a:pt x="164" y="124"/>
                    </a:cubicBezTo>
                    <a:cubicBezTo>
                      <a:pt x="17" y="271"/>
                      <a:pt x="1" y="492"/>
                      <a:pt x="125" y="619"/>
                    </a:cubicBezTo>
                    <a:lnTo>
                      <a:pt x="1260" y="1770"/>
                    </a:lnTo>
                    <a:cubicBezTo>
                      <a:pt x="1316" y="1827"/>
                      <a:pt x="1391" y="1854"/>
                      <a:pt x="1469" y="1854"/>
                    </a:cubicBezTo>
                    <a:cubicBezTo>
                      <a:pt x="1566" y="1854"/>
                      <a:pt x="1669" y="1812"/>
                      <a:pt x="1749" y="1731"/>
                    </a:cubicBezTo>
                    <a:cubicBezTo>
                      <a:pt x="1895" y="1584"/>
                      <a:pt x="1911" y="1362"/>
                      <a:pt x="1787" y="1236"/>
                    </a:cubicBezTo>
                    <a:lnTo>
                      <a:pt x="652" y="85"/>
                    </a:lnTo>
                    <a:cubicBezTo>
                      <a:pt x="596" y="28"/>
                      <a:pt x="521" y="1"/>
                      <a:pt x="443" y="1"/>
                    </a:cubicBez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38"/>
              <p:cNvSpPr/>
              <p:nvPr/>
            </p:nvSpPr>
            <p:spPr>
              <a:xfrm>
                <a:off x="1464830" y="2818343"/>
                <a:ext cx="137306" cy="179243"/>
              </a:xfrm>
              <a:custGeom>
                <a:avLst/>
                <a:gdLst/>
                <a:ahLst/>
                <a:cxnLst/>
                <a:rect l="l" t="t" r="r" b="b"/>
                <a:pathLst>
                  <a:path w="848" h="1107" extrusionOk="0">
                    <a:moveTo>
                      <a:pt x="439" y="0"/>
                    </a:moveTo>
                    <a:cubicBezTo>
                      <a:pt x="344" y="0"/>
                      <a:pt x="244" y="42"/>
                      <a:pt x="163" y="123"/>
                    </a:cubicBezTo>
                    <a:cubicBezTo>
                      <a:pt x="18" y="269"/>
                      <a:pt x="1" y="491"/>
                      <a:pt x="126" y="617"/>
                    </a:cubicBezTo>
                    <a:lnTo>
                      <a:pt x="608" y="1106"/>
                    </a:lnTo>
                    <a:cubicBezTo>
                      <a:pt x="848" y="672"/>
                      <a:pt x="834" y="269"/>
                      <a:pt x="834" y="269"/>
                    </a:cubicBezTo>
                    <a:lnTo>
                      <a:pt x="470" y="2"/>
                    </a:lnTo>
                    <a:cubicBezTo>
                      <a:pt x="460" y="1"/>
                      <a:pt x="449" y="0"/>
                      <a:pt x="439" y="0"/>
                    </a:cubicBezTo>
                    <a:close/>
                  </a:path>
                </a:pathLst>
              </a:custGeom>
              <a:solidFill>
                <a:srgbClr val="CC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38"/>
              <p:cNvSpPr/>
              <p:nvPr/>
            </p:nvSpPr>
            <p:spPr>
              <a:xfrm>
                <a:off x="803075" y="2184275"/>
                <a:ext cx="870307" cy="870468"/>
              </a:xfrm>
              <a:custGeom>
                <a:avLst/>
                <a:gdLst/>
                <a:ahLst/>
                <a:cxnLst/>
                <a:rect l="l" t="t" r="r" b="b"/>
                <a:pathLst>
                  <a:path w="5375" h="5376" extrusionOk="0">
                    <a:moveTo>
                      <a:pt x="2688" y="0"/>
                    </a:moveTo>
                    <a:cubicBezTo>
                      <a:pt x="1203" y="0"/>
                      <a:pt x="0" y="1203"/>
                      <a:pt x="0" y="2688"/>
                    </a:cubicBezTo>
                    <a:cubicBezTo>
                      <a:pt x="0" y="4172"/>
                      <a:pt x="1203" y="5375"/>
                      <a:pt x="2688" y="5375"/>
                    </a:cubicBezTo>
                    <a:cubicBezTo>
                      <a:pt x="4172" y="5375"/>
                      <a:pt x="5375" y="4172"/>
                      <a:pt x="5375" y="2688"/>
                    </a:cubicBezTo>
                    <a:cubicBezTo>
                      <a:pt x="5375" y="1203"/>
                      <a:pt x="4172" y="0"/>
                      <a:pt x="2688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38"/>
              <p:cNvSpPr/>
              <p:nvPr/>
            </p:nvSpPr>
            <p:spPr>
              <a:xfrm>
                <a:off x="856670" y="2237870"/>
                <a:ext cx="763117" cy="763117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713" extrusionOk="0">
                    <a:moveTo>
                      <a:pt x="2357" y="1"/>
                    </a:moveTo>
                    <a:cubicBezTo>
                      <a:pt x="1056" y="1"/>
                      <a:pt x="1" y="1056"/>
                      <a:pt x="1" y="2357"/>
                    </a:cubicBezTo>
                    <a:cubicBezTo>
                      <a:pt x="1" y="3658"/>
                      <a:pt x="1056" y="4713"/>
                      <a:pt x="2357" y="4713"/>
                    </a:cubicBezTo>
                    <a:cubicBezTo>
                      <a:pt x="3658" y="4713"/>
                      <a:pt x="4712" y="3658"/>
                      <a:pt x="4712" y="2357"/>
                    </a:cubicBezTo>
                    <a:cubicBezTo>
                      <a:pt x="4712" y="1056"/>
                      <a:pt x="3658" y="1"/>
                      <a:pt x="23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38"/>
              <p:cNvSpPr/>
              <p:nvPr/>
            </p:nvSpPr>
            <p:spPr>
              <a:xfrm>
                <a:off x="1003852" y="2302151"/>
                <a:ext cx="615934" cy="698836"/>
              </a:xfrm>
              <a:custGeom>
                <a:avLst/>
                <a:gdLst/>
                <a:ahLst/>
                <a:cxnLst/>
                <a:rect l="l" t="t" r="r" b="b"/>
                <a:pathLst>
                  <a:path w="3804" h="4316" extrusionOk="0">
                    <a:moveTo>
                      <a:pt x="2757" y="1"/>
                    </a:moveTo>
                    <a:cubicBezTo>
                      <a:pt x="3309" y="431"/>
                      <a:pt x="3664" y="1103"/>
                      <a:pt x="3664" y="1859"/>
                    </a:cubicBezTo>
                    <a:cubicBezTo>
                      <a:pt x="3664" y="3159"/>
                      <a:pt x="2609" y="4214"/>
                      <a:pt x="1308" y="4214"/>
                    </a:cubicBezTo>
                    <a:cubicBezTo>
                      <a:pt x="824" y="4214"/>
                      <a:pt x="374" y="4069"/>
                      <a:pt x="0" y="3818"/>
                    </a:cubicBezTo>
                    <a:lnTo>
                      <a:pt x="0" y="3818"/>
                    </a:lnTo>
                    <a:cubicBezTo>
                      <a:pt x="399" y="4130"/>
                      <a:pt x="902" y="4316"/>
                      <a:pt x="1448" y="4316"/>
                    </a:cubicBezTo>
                    <a:cubicBezTo>
                      <a:pt x="2749" y="4316"/>
                      <a:pt x="3803" y="3261"/>
                      <a:pt x="3803" y="1960"/>
                    </a:cubicBezTo>
                    <a:cubicBezTo>
                      <a:pt x="3803" y="1144"/>
                      <a:pt x="3388" y="423"/>
                      <a:pt x="27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38"/>
              <p:cNvSpPr/>
              <p:nvPr/>
            </p:nvSpPr>
            <p:spPr>
              <a:xfrm>
                <a:off x="856670" y="2238032"/>
                <a:ext cx="689445" cy="642974"/>
              </a:xfrm>
              <a:custGeom>
                <a:avLst/>
                <a:gdLst/>
                <a:ahLst/>
                <a:cxnLst/>
                <a:rect l="l" t="t" r="r" b="b"/>
                <a:pathLst>
                  <a:path w="4258" h="3971" extrusionOk="0">
                    <a:moveTo>
                      <a:pt x="2357" y="1"/>
                    </a:moveTo>
                    <a:cubicBezTo>
                      <a:pt x="1057" y="1"/>
                      <a:pt x="1" y="1057"/>
                      <a:pt x="1" y="2357"/>
                    </a:cubicBezTo>
                    <a:cubicBezTo>
                      <a:pt x="1" y="2981"/>
                      <a:pt x="244" y="3549"/>
                      <a:pt x="640" y="3971"/>
                    </a:cubicBezTo>
                    <a:cubicBezTo>
                      <a:pt x="354" y="3580"/>
                      <a:pt x="185" y="3098"/>
                      <a:pt x="185" y="2577"/>
                    </a:cubicBezTo>
                    <a:cubicBezTo>
                      <a:pt x="185" y="1277"/>
                      <a:pt x="1240" y="221"/>
                      <a:pt x="2541" y="221"/>
                    </a:cubicBezTo>
                    <a:cubicBezTo>
                      <a:pt x="3218" y="221"/>
                      <a:pt x="3827" y="506"/>
                      <a:pt x="4257" y="965"/>
                    </a:cubicBezTo>
                    <a:cubicBezTo>
                      <a:pt x="3829" y="379"/>
                      <a:pt x="3137" y="1"/>
                      <a:pt x="2357" y="1"/>
                    </a:cubicBezTo>
                    <a:close/>
                  </a:path>
                </a:pathLst>
              </a:custGeom>
              <a:solidFill>
                <a:srgbClr val="000000">
                  <a:alpha val="321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38"/>
              <p:cNvSpPr/>
              <p:nvPr/>
            </p:nvSpPr>
            <p:spPr>
              <a:xfrm>
                <a:off x="926294" y="2320771"/>
                <a:ext cx="301814" cy="266192"/>
              </a:xfrm>
              <a:custGeom>
                <a:avLst/>
                <a:gdLst/>
                <a:ahLst/>
                <a:cxnLst/>
                <a:rect l="l" t="t" r="r" b="b"/>
                <a:pathLst>
                  <a:path w="1864" h="1644" extrusionOk="0">
                    <a:moveTo>
                      <a:pt x="1516" y="1"/>
                    </a:moveTo>
                    <a:cubicBezTo>
                      <a:pt x="1315" y="1"/>
                      <a:pt x="1035" y="104"/>
                      <a:pt x="746" y="312"/>
                    </a:cubicBezTo>
                    <a:cubicBezTo>
                      <a:pt x="24" y="834"/>
                      <a:pt x="0" y="1643"/>
                      <a:pt x="300" y="1643"/>
                    </a:cubicBezTo>
                    <a:cubicBezTo>
                      <a:pt x="306" y="1643"/>
                      <a:pt x="312" y="1643"/>
                      <a:pt x="318" y="1643"/>
                    </a:cubicBezTo>
                    <a:cubicBezTo>
                      <a:pt x="652" y="1610"/>
                      <a:pt x="485" y="1062"/>
                      <a:pt x="1068" y="784"/>
                    </a:cubicBezTo>
                    <a:cubicBezTo>
                      <a:pt x="1650" y="507"/>
                      <a:pt x="1864" y="476"/>
                      <a:pt x="1805" y="190"/>
                    </a:cubicBezTo>
                    <a:cubicBezTo>
                      <a:pt x="1780" y="64"/>
                      <a:pt x="1672" y="1"/>
                      <a:pt x="1516" y="1"/>
                    </a:cubicBezTo>
                    <a:close/>
                  </a:path>
                </a:pathLst>
              </a:custGeom>
              <a:solidFill>
                <a:srgbClr val="F3F3F3">
                  <a:alpha val="25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78" name="Google Shape;2378;p38"/>
            <p:cNvSpPr/>
            <p:nvPr/>
          </p:nvSpPr>
          <p:spPr>
            <a:xfrm>
              <a:off x="8193303" y="1371888"/>
              <a:ext cx="188275" cy="183050"/>
            </a:xfrm>
            <a:custGeom>
              <a:avLst/>
              <a:gdLst/>
              <a:ahLst/>
              <a:cxnLst/>
              <a:rect l="l" t="t" r="r" b="b"/>
              <a:pathLst>
                <a:path w="7531" h="7322" extrusionOk="0">
                  <a:moveTo>
                    <a:pt x="1176" y="0"/>
                  </a:moveTo>
                  <a:cubicBezTo>
                    <a:pt x="902" y="0"/>
                    <a:pt x="627" y="105"/>
                    <a:pt x="418" y="314"/>
                  </a:cubicBezTo>
                  <a:cubicBezTo>
                    <a:pt x="0" y="732"/>
                    <a:pt x="0" y="1410"/>
                    <a:pt x="418" y="1828"/>
                  </a:cubicBezTo>
                  <a:lnTo>
                    <a:pt x="2252" y="3662"/>
                  </a:lnTo>
                  <a:lnTo>
                    <a:pt x="418" y="5494"/>
                  </a:lnTo>
                  <a:cubicBezTo>
                    <a:pt x="0" y="5913"/>
                    <a:pt x="0" y="6590"/>
                    <a:pt x="418" y="7008"/>
                  </a:cubicBezTo>
                  <a:cubicBezTo>
                    <a:pt x="628" y="7218"/>
                    <a:pt x="902" y="7322"/>
                    <a:pt x="1175" y="7322"/>
                  </a:cubicBezTo>
                  <a:cubicBezTo>
                    <a:pt x="1449" y="7322"/>
                    <a:pt x="1724" y="7218"/>
                    <a:pt x="1932" y="7008"/>
                  </a:cubicBezTo>
                  <a:lnTo>
                    <a:pt x="3766" y="5176"/>
                  </a:lnTo>
                  <a:lnTo>
                    <a:pt x="5599" y="7008"/>
                  </a:lnTo>
                  <a:cubicBezTo>
                    <a:pt x="5808" y="7218"/>
                    <a:pt x="6082" y="7322"/>
                    <a:pt x="6356" y="7322"/>
                  </a:cubicBezTo>
                  <a:cubicBezTo>
                    <a:pt x="6630" y="7322"/>
                    <a:pt x="6904" y="7218"/>
                    <a:pt x="7113" y="7008"/>
                  </a:cubicBezTo>
                  <a:cubicBezTo>
                    <a:pt x="7531" y="6590"/>
                    <a:pt x="7531" y="5913"/>
                    <a:pt x="7113" y="5494"/>
                  </a:cubicBezTo>
                  <a:lnTo>
                    <a:pt x="5280" y="3662"/>
                  </a:lnTo>
                  <a:lnTo>
                    <a:pt x="7113" y="1828"/>
                  </a:lnTo>
                  <a:cubicBezTo>
                    <a:pt x="7531" y="1410"/>
                    <a:pt x="7531" y="732"/>
                    <a:pt x="7113" y="314"/>
                  </a:cubicBezTo>
                  <a:cubicBezTo>
                    <a:pt x="6904" y="105"/>
                    <a:pt x="6630" y="0"/>
                    <a:pt x="6356" y="0"/>
                  </a:cubicBezTo>
                  <a:cubicBezTo>
                    <a:pt x="6082" y="0"/>
                    <a:pt x="5808" y="105"/>
                    <a:pt x="5599" y="314"/>
                  </a:cubicBezTo>
                  <a:lnTo>
                    <a:pt x="3766" y="2148"/>
                  </a:lnTo>
                  <a:lnTo>
                    <a:pt x="1932" y="314"/>
                  </a:lnTo>
                  <a:cubicBezTo>
                    <a:pt x="1724" y="105"/>
                    <a:pt x="1450" y="0"/>
                    <a:pt x="11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292881B2-7F53-5921-136C-93B26DC0A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>
            <a:extLst>
              <a:ext uri="{FF2B5EF4-FFF2-40B4-BE49-F238E27FC236}">
                <a16:creationId xmlns:a16="http://schemas.microsoft.com/office/drawing/2014/main" id="{55FCA603-4B67-87D4-BAD4-8E6D32295DF8}"/>
              </a:ext>
            </a:extLst>
          </p:cNvPr>
          <p:cNvSpPr txBox="1"/>
          <p:nvPr/>
        </p:nvSpPr>
        <p:spPr>
          <a:xfrm>
            <a:off x="-476604" y="1327503"/>
            <a:ext cx="3690843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hu-HU" sz="36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Köszönöm a figyelmet!</a:t>
            </a:r>
            <a:endParaRPr sz="36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5" name="Google Shape;105;p27">
            <a:extLst>
              <a:ext uri="{FF2B5EF4-FFF2-40B4-BE49-F238E27FC236}">
                <a16:creationId xmlns:a16="http://schemas.microsoft.com/office/drawing/2014/main" id="{78F4FAF6-A0FD-4E24-4A0D-7229231E9ACA}"/>
              </a:ext>
            </a:extLst>
          </p:cNvPr>
          <p:cNvSpPr/>
          <p:nvPr/>
        </p:nvSpPr>
        <p:spPr>
          <a:xfrm>
            <a:off x="4656873" y="864248"/>
            <a:ext cx="3967516" cy="3811216"/>
          </a:xfrm>
          <a:custGeom>
            <a:avLst/>
            <a:gdLst/>
            <a:ahLst/>
            <a:cxnLst/>
            <a:rect l="l" t="t" r="r" b="b"/>
            <a:pathLst>
              <a:path w="5915" h="5682" extrusionOk="0">
                <a:moveTo>
                  <a:pt x="2687" y="0"/>
                </a:moveTo>
                <a:cubicBezTo>
                  <a:pt x="1204" y="0"/>
                  <a:pt x="1" y="1204"/>
                  <a:pt x="1" y="2687"/>
                </a:cubicBezTo>
                <a:cubicBezTo>
                  <a:pt x="1" y="4173"/>
                  <a:pt x="1204" y="5375"/>
                  <a:pt x="2687" y="5375"/>
                </a:cubicBezTo>
                <a:cubicBezTo>
                  <a:pt x="3347" y="5375"/>
                  <a:pt x="3951" y="5137"/>
                  <a:pt x="4420" y="4742"/>
                </a:cubicBezTo>
                <a:lnTo>
                  <a:pt x="5264" y="5597"/>
                </a:lnTo>
                <a:cubicBezTo>
                  <a:pt x="5319" y="5654"/>
                  <a:pt x="5394" y="5682"/>
                  <a:pt x="5472" y="5682"/>
                </a:cubicBezTo>
                <a:cubicBezTo>
                  <a:pt x="5569" y="5682"/>
                  <a:pt x="5671" y="5640"/>
                  <a:pt x="5752" y="5559"/>
                </a:cubicBezTo>
                <a:cubicBezTo>
                  <a:pt x="5898" y="5412"/>
                  <a:pt x="5915" y="5191"/>
                  <a:pt x="5791" y="5064"/>
                </a:cubicBezTo>
                <a:lnTo>
                  <a:pt x="4919" y="4184"/>
                </a:lnTo>
                <a:cubicBezTo>
                  <a:pt x="5206" y="3756"/>
                  <a:pt x="5374" y="3242"/>
                  <a:pt x="5374" y="2687"/>
                </a:cubicBezTo>
                <a:cubicBezTo>
                  <a:pt x="5374" y="1203"/>
                  <a:pt x="4171" y="0"/>
                  <a:pt x="2687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7">
            <a:extLst>
              <a:ext uri="{FF2B5EF4-FFF2-40B4-BE49-F238E27FC236}">
                <a16:creationId xmlns:a16="http://schemas.microsoft.com/office/drawing/2014/main" id="{C00A725C-721C-5F1C-B9B5-DAFD78DA52D4}"/>
              </a:ext>
            </a:extLst>
          </p:cNvPr>
          <p:cNvSpPr/>
          <p:nvPr/>
        </p:nvSpPr>
        <p:spPr>
          <a:xfrm>
            <a:off x="7268114" y="3152852"/>
            <a:ext cx="1282484" cy="1244246"/>
          </a:xfrm>
          <a:custGeom>
            <a:avLst/>
            <a:gdLst/>
            <a:ahLst/>
            <a:cxnLst/>
            <a:rect l="l" t="t" r="r" b="b"/>
            <a:pathLst>
              <a:path w="1912" h="1855" extrusionOk="0">
                <a:moveTo>
                  <a:pt x="442" y="1"/>
                </a:moveTo>
                <a:cubicBezTo>
                  <a:pt x="346" y="1"/>
                  <a:pt x="243" y="42"/>
                  <a:pt x="164" y="123"/>
                </a:cubicBezTo>
                <a:cubicBezTo>
                  <a:pt x="17" y="271"/>
                  <a:pt x="1" y="492"/>
                  <a:pt x="125" y="619"/>
                </a:cubicBezTo>
                <a:lnTo>
                  <a:pt x="1260" y="1770"/>
                </a:lnTo>
                <a:cubicBezTo>
                  <a:pt x="1316" y="1827"/>
                  <a:pt x="1390" y="1854"/>
                  <a:pt x="1469" y="1854"/>
                </a:cubicBezTo>
                <a:cubicBezTo>
                  <a:pt x="1566" y="1854"/>
                  <a:pt x="1669" y="1812"/>
                  <a:pt x="1749" y="1731"/>
                </a:cubicBezTo>
                <a:cubicBezTo>
                  <a:pt x="1895" y="1585"/>
                  <a:pt x="1911" y="1363"/>
                  <a:pt x="1787" y="1237"/>
                </a:cubicBezTo>
                <a:lnTo>
                  <a:pt x="652" y="86"/>
                </a:lnTo>
                <a:cubicBezTo>
                  <a:pt x="596" y="29"/>
                  <a:pt x="521" y="1"/>
                  <a:pt x="442" y="1"/>
                </a:cubicBezTo>
                <a:close/>
              </a:path>
            </a:pathLst>
          </a:custGeom>
          <a:solidFill>
            <a:srgbClr val="F9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7">
            <a:extLst>
              <a:ext uri="{FF2B5EF4-FFF2-40B4-BE49-F238E27FC236}">
                <a16:creationId xmlns:a16="http://schemas.microsoft.com/office/drawing/2014/main" id="{46FD08A3-17D7-4EDD-E147-71ABF21EF194}"/>
              </a:ext>
            </a:extLst>
          </p:cNvPr>
          <p:cNvSpPr/>
          <p:nvPr/>
        </p:nvSpPr>
        <p:spPr>
          <a:xfrm>
            <a:off x="7325128" y="3211208"/>
            <a:ext cx="568800" cy="741852"/>
          </a:xfrm>
          <a:custGeom>
            <a:avLst/>
            <a:gdLst/>
            <a:ahLst/>
            <a:cxnLst/>
            <a:rect l="l" t="t" r="r" b="b"/>
            <a:pathLst>
              <a:path w="848" h="1106" extrusionOk="0">
                <a:moveTo>
                  <a:pt x="444" y="1"/>
                </a:moveTo>
                <a:cubicBezTo>
                  <a:pt x="347" y="1"/>
                  <a:pt x="245" y="42"/>
                  <a:pt x="163" y="122"/>
                </a:cubicBezTo>
                <a:cubicBezTo>
                  <a:pt x="18" y="270"/>
                  <a:pt x="1" y="491"/>
                  <a:pt x="126" y="618"/>
                </a:cubicBezTo>
                <a:lnTo>
                  <a:pt x="608" y="1106"/>
                </a:lnTo>
                <a:cubicBezTo>
                  <a:pt x="848" y="672"/>
                  <a:pt x="834" y="269"/>
                  <a:pt x="834" y="269"/>
                </a:cubicBezTo>
                <a:lnTo>
                  <a:pt x="470" y="2"/>
                </a:lnTo>
                <a:cubicBezTo>
                  <a:pt x="462" y="1"/>
                  <a:pt x="453" y="1"/>
                  <a:pt x="444" y="1"/>
                </a:cubicBezTo>
                <a:close/>
              </a:path>
            </a:pathLst>
          </a:custGeom>
          <a:solidFill>
            <a:srgbClr val="CCD9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7">
            <a:extLst>
              <a:ext uri="{FF2B5EF4-FFF2-40B4-BE49-F238E27FC236}">
                <a16:creationId xmlns:a16="http://schemas.microsoft.com/office/drawing/2014/main" id="{7B7D49E1-FE60-C2A0-459B-BC08202F2E63}"/>
              </a:ext>
            </a:extLst>
          </p:cNvPr>
          <p:cNvSpPr/>
          <p:nvPr/>
        </p:nvSpPr>
        <p:spPr>
          <a:xfrm>
            <a:off x="4583761" y="585216"/>
            <a:ext cx="3605308" cy="3605295"/>
          </a:xfrm>
          <a:custGeom>
            <a:avLst/>
            <a:gdLst/>
            <a:ahLst/>
            <a:cxnLst/>
            <a:rect l="l" t="t" r="r" b="b"/>
            <a:pathLst>
              <a:path w="5375" h="5375" extrusionOk="0">
                <a:moveTo>
                  <a:pt x="2688" y="1"/>
                </a:moveTo>
                <a:cubicBezTo>
                  <a:pt x="1203" y="1"/>
                  <a:pt x="0" y="1204"/>
                  <a:pt x="0" y="2688"/>
                </a:cubicBezTo>
                <a:cubicBezTo>
                  <a:pt x="0" y="4171"/>
                  <a:pt x="1203" y="5375"/>
                  <a:pt x="2688" y="5375"/>
                </a:cubicBezTo>
                <a:cubicBezTo>
                  <a:pt x="4172" y="5375"/>
                  <a:pt x="5375" y="4171"/>
                  <a:pt x="5375" y="2688"/>
                </a:cubicBezTo>
                <a:cubicBezTo>
                  <a:pt x="5375" y="1204"/>
                  <a:pt x="4172" y="1"/>
                  <a:pt x="2688" y="1"/>
                </a:cubicBezTo>
                <a:close/>
              </a:path>
            </a:pathLst>
          </a:custGeom>
          <a:solidFill>
            <a:srgbClr val="F9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7">
            <a:extLst>
              <a:ext uri="{FF2B5EF4-FFF2-40B4-BE49-F238E27FC236}">
                <a16:creationId xmlns:a16="http://schemas.microsoft.com/office/drawing/2014/main" id="{35845DA6-1961-4229-CA28-B993E1409E17}"/>
              </a:ext>
            </a:extLst>
          </p:cNvPr>
          <p:cNvSpPr/>
          <p:nvPr/>
        </p:nvSpPr>
        <p:spPr>
          <a:xfrm>
            <a:off x="4805780" y="807235"/>
            <a:ext cx="3161268" cy="3161257"/>
          </a:xfrm>
          <a:custGeom>
            <a:avLst/>
            <a:gdLst/>
            <a:ahLst/>
            <a:cxnLst/>
            <a:rect l="l" t="t" r="r" b="b"/>
            <a:pathLst>
              <a:path w="4713" h="4713" extrusionOk="0">
                <a:moveTo>
                  <a:pt x="2357" y="0"/>
                </a:moveTo>
                <a:cubicBezTo>
                  <a:pt x="1056" y="0"/>
                  <a:pt x="1" y="1055"/>
                  <a:pt x="1" y="2357"/>
                </a:cubicBezTo>
                <a:cubicBezTo>
                  <a:pt x="1" y="3658"/>
                  <a:pt x="1056" y="4712"/>
                  <a:pt x="2357" y="4712"/>
                </a:cubicBezTo>
                <a:cubicBezTo>
                  <a:pt x="3658" y="4712"/>
                  <a:pt x="4712" y="3658"/>
                  <a:pt x="4712" y="2357"/>
                </a:cubicBezTo>
                <a:cubicBezTo>
                  <a:pt x="4712" y="1055"/>
                  <a:pt x="3658" y="0"/>
                  <a:pt x="23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7">
            <a:extLst>
              <a:ext uri="{FF2B5EF4-FFF2-40B4-BE49-F238E27FC236}">
                <a16:creationId xmlns:a16="http://schemas.microsoft.com/office/drawing/2014/main" id="{5867B009-B905-1DAD-85C2-F049F81A8241}"/>
              </a:ext>
            </a:extLst>
          </p:cNvPr>
          <p:cNvSpPr/>
          <p:nvPr/>
        </p:nvSpPr>
        <p:spPr>
          <a:xfrm>
            <a:off x="5415494" y="1073523"/>
            <a:ext cx="2551552" cy="2895639"/>
          </a:xfrm>
          <a:custGeom>
            <a:avLst/>
            <a:gdLst/>
            <a:ahLst/>
            <a:cxnLst/>
            <a:rect l="l" t="t" r="r" b="b"/>
            <a:pathLst>
              <a:path w="3804" h="4317" extrusionOk="0">
                <a:moveTo>
                  <a:pt x="2757" y="0"/>
                </a:moveTo>
                <a:lnTo>
                  <a:pt x="2757" y="0"/>
                </a:lnTo>
                <a:cubicBezTo>
                  <a:pt x="3309" y="431"/>
                  <a:pt x="3664" y="1102"/>
                  <a:pt x="3664" y="1859"/>
                </a:cubicBezTo>
                <a:cubicBezTo>
                  <a:pt x="3664" y="3160"/>
                  <a:pt x="2609" y="4215"/>
                  <a:pt x="1308" y="4215"/>
                </a:cubicBezTo>
                <a:cubicBezTo>
                  <a:pt x="824" y="4215"/>
                  <a:pt x="374" y="4069"/>
                  <a:pt x="0" y="3818"/>
                </a:cubicBezTo>
                <a:lnTo>
                  <a:pt x="0" y="3818"/>
                </a:lnTo>
                <a:cubicBezTo>
                  <a:pt x="399" y="4130"/>
                  <a:pt x="902" y="4316"/>
                  <a:pt x="1448" y="4316"/>
                </a:cubicBezTo>
                <a:cubicBezTo>
                  <a:pt x="2749" y="4316"/>
                  <a:pt x="3803" y="3260"/>
                  <a:pt x="3803" y="1960"/>
                </a:cubicBezTo>
                <a:cubicBezTo>
                  <a:pt x="3803" y="1142"/>
                  <a:pt x="3388" y="424"/>
                  <a:pt x="2757" y="0"/>
                </a:cubicBezTo>
                <a:close/>
              </a:path>
            </a:pathLst>
          </a:custGeom>
          <a:solidFill>
            <a:srgbClr val="8F54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7">
            <a:extLst>
              <a:ext uri="{FF2B5EF4-FFF2-40B4-BE49-F238E27FC236}">
                <a16:creationId xmlns:a16="http://schemas.microsoft.com/office/drawing/2014/main" id="{1B63A62D-C652-5C26-3E90-3A7E86225893}"/>
              </a:ext>
            </a:extLst>
          </p:cNvPr>
          <p:cNvSpPr/>
          <p:nvPr/>
        </p:nvSpPr>
        <p:spPr>
          <a:xfrm>
            <a:off x="4805780" y="808576"/>
            <a:ext cx="2856075" cy="2663558"/>
          </a:xfrm>
          <a:custGeom>
            <a:avLst/>
            <a:gdLst/>
            <a:ahLst/>
            <a:cxnLst/>
            <a:rect l="l" t="t" r="r" b="b"/>
            <a:pathLst>
              <a:path w="4258" h="3971" extrusionOk="0">
                <a:moveTo>
                  <a:pt x="2357" y="0"/>
                </a:moveTo>
                <a:cubicBezTo>
                  <a:pt x="1057" y="0"/>
                  <a:pt x="1" y="1055"/>
                  <a:pt x="1" y="2356"/>
                </a:cubicBezTo>
                <a:cubicBezTo>
                  <a:pt x="1" y="2980"/>
                  <a:pt x="244" y="3548"/>
                  <a:pt x="640" y="3970"/>
                </a:cubicBezTo>
                <a:cubicBezTo>
                  <a:pt x="354" y="3579"/>
                  <a:pt x="185" y="3097"/>
                  <a:pt x="185" y="2576"/>
                </a:cubicBezTo>
                <a:cubicBezTo>
                  <a:pt x="185" y="1275"/>
                  <a:pt x="1240" y="220"/>
                  <a:pt x="2541" y="220"/>
                </a:cubicBezTo>
                <a:cubicBezTo>
                  <a:pt x="3218" y="220"/>
                  <a:pt x="3827" y="506"/>
                  <a:pt x="4257" y="963"/>
                </a:cubicBezTo>
                <a:cubicBezTo>
                  <a:pt x="3829" y="379"/>
                  <a:pt x="3137" y="0"/>
                  <a:pt x="23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7">
            <a:extLst>
              <a:ext uri="{FF2B5EF4-FFF2-40B4-BE49-F238E27FC236}">
                <a16:creationId xmlns:a16="http://schemas.microsoft.com/office/drawing/2014/main" id="{826AA5B8-200D-A0CD-A0A4-C6213DA50E9F}"/>
              </a:ext>
            </a:extLst>
          </p:cNvPr>
          <p:cNvSpPr/>
          <p:nvPr/>
        </p:nvSpPr>
        <p:spPr>
          <a:xfrm>
            <a:off x="5094204" y="1151330"/>
            <a:ext cx="1250287" cy="1102717"/>
          </a:xfrm>
          <a:custGeom>
            <a:avLst/>
            <a:gdLst/>
            <a:ahLst/>
            <a:cxnLst/>
            <a:rect l="l" t="t" r="r" b="b"/>
            <a:pathLst>
              <a:path w="1864" h="1644" extrusionOk="0">
                <a:moveTo>
                  <a:pt x="1515" y="0"/>
                </a:moveTo>
                <a:cubicBezTo>
                  <a:pt x="1315" y="0"/>
                  <a:pt x="1035" y="104"/>
                  <a:pt x="746" y="312"/>
                </a:cubicBezTo>
                <a:cubicBezTo>
                  <a:pt x="24" y="832"/>
                  <a:pt x="0" y="1643"/>
                  <a:pt x="300" y="1643"/>
                </a:cubicBezTo>
                <a:cubicBezTo>
                  <a:pt x="306" y="1643"/>
                  <a:pt x="312" y="1643"/>
                  <a:pt x="318" y="1642"/>
                </a:cubicBezTo>
                <a:cubicBezTo>
                  <a:pt x="652" y="1609"/>
                  <a:pt x="485" y="1061"/>
                  <a:pt x="1068" y="784"/>
                </a:cubicBezTo>
                <a:cubicBezTo>
                  <a:pt x="1650" y="507"/>
                  <a:pt x="1864" y="476"/>
                  <a:pt x="1805" y="189"/>
                </a:cubicBezTo>
                <a:cubicBezTo>
                  <a:pt x="1780" y="64"/>
                  <a:pt x="1672" y="0"/>
                  <a:pt x="15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7">
            <a:extLst>
              <a:ext uri="{FF2B5EF4-FFF2-40B4-BE49-F238E27FC236}">
                <a16:creationId xmlns:a16="http://schemas.microsoft.com/office/drawing/2014/main" id="{FF497DF9-9FAA-9602-3A04-6AFE0D36C3E1}"/>
              </a:ext>
            </a:extLst>
          </p:cNvPr>
          <p:cNvSpPr/>
          <p:nvPr/>
        </p:nvSpPr>
        <p:spPr>
          <a:xfrm>
            <a:off x="6369305" y="1251272"/>
            <a:ext cx="81161" cy="81161"/>
          </a:xfrm>
          <a:custGeom>
            <a:avLst/>
            <a:gdLst/>
            <a:ahLst/>
            <a:cxnLst/>
            <a:rect l="l" t="t" r="r" b="b"/>
            <a:pathLst>
              <a:path w="121" h="121" extrusionOk="0">
                <a:moveTo>
                  <a:pt x="60" y="0"/>
                </a:moveTo>
                <a:cubicBezTo>
                  <a:pt x="27" y="0"/>
                  <a:pt x="0" y="27"/>
                  <a:pt x="0" y="61"/>
                </a:cubicBezTo>
                <a:cubicBezTo>
                  <a:pt x="0" y="94"/>
                  <a:pt x="27" y="120"/>
                  <a:pt x="60" y="120"/>
                </a:cubicBezTo>
                <a:cubicBezTo>
                  <a:pt x="94" y="120"/>
                  <a:pt x="120" y="94"/>
                  <a:pt x="120" y="61"/>
                </a:cubicBezTo>
                <a:cubicBezTo>
                  <a:pt x="120" y="27"/>
                  <a:pt x="94" y="0"/>
                  <a:pt x="60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7">
            <a:extLst>
              <a:ext uri="{FF2B5EF4-FFF2-40B4-BE49-F238E27FC236}">
                <a16:creationId xmlns:a16="http://schemas.microsoft.com/office/drawing/2014/main" id="{6FBD9C1D-540B-5999-CADB-C8E3FB66EFFC}"/>
              </a:ext>
            </a:extLst>
          </p:cNvPr>
          <p:cNvSpPr/>
          <p:nvPr/>
        </p:nvSpPr>
        <p:spPr>
          <a:xfrm>
            <a:off x="5025116" y="2150079"/>
            <a:ext cx="93235" cy="93235"/>
          </a:xfrm>
          <a:custGeom>
            <a:avLst/>
            <a:gdLst/>
            <a:ahLst/>
            <a:cxnLst/>
            <a:rect l="l" t="t" r="r" b="b"/>
            <a:pathLst>
              <a:path w="139" h="139" extrusionOk="0">
                <a:moveTo>
                  <a:pt x="69" y="1"/>
                </a:moveTo>
                <a:cubicBezTo>
                  <a:pt x="31" y="1"/>
                  <a:pt x="0" y="32"/>
                  <a:pt x="0" y="69"/>
                </a:cubicBezTo>
                <a:cubicBezTo>
                  <a:pt x="0" y="108"/>
                  <a:pt x="31" y="139"/>
                  <a:pt x="69" y="139"/>
                </a:cubicBezTo>
                <a:cubicBezTo>
                  <a:pt x="107" y="139"/>
                  <a:pt x="138" y="108"/>
                  <a:pt x="138" y="69"/>
                </a:cubicBezTo>
                <a:cubicBezTo>
                  <a:pt x="138" y="32"/>
                  <a:pt x="107" y="1"/>
                  <a:pt x="69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7">
            <a:extLst>
              <a:ext uri="{FF2B5EF4-FFF2-40B4-BE49-F238E27FC236}">
                <a16:creationId xmlns:a16="http://schemas.microsoft.com/office/drawing/2014/main" id="{D4AE60F2-76A1-9CC7-71FB-EA9DBE1482E4}"/>
              </a:ext>
            </a:extLst>
          </p:cNvPr>
          <p:cNvSpPr/>
          <p:nvPr/>
        </p:nvSpPr>
        <p:spPr>
          <a:xfrm>
            <a:off x="5024446" y="2374781"/>
            <a:ext cx="70429" cy="71100"/>
          </a:xfrm>
          <a:custGeom>
            <a:avLst/>
            <a:gdLst/>
            <a:ahLst/>
            <a:cxnLst/>
            <a:rect l="l" t="t" r="r" b="b"/>
            <a:pathLst>
              <a:path w="105" h="106" extrusionOk="0">
                <a:moveTo>
                  <a:pt x="52" y="0"/>
                </a:moveTo>
                <a:cubicBezTo>
                  <a:pt x="24" y="0"/>
                  <a:pt x="0" y="24"/>
                  <a:pt x="0" y="54"/>
                </a:cubicBezTo>
                <a:cubicBezTo>
                  <a:pt x="0" y="82"/>
                  <a:pt x="24" y="106"/>
                  <a:pt x="52" y="106"/>
                </a:cubicBezTo>
                <a:cubicBezTo>
                  <a:pt x="81" y="106"/>
                  <a:pt x="104" y="82"/>
                  <a:pt x="104" y="54"/>
                </a:cubicBezTo>
                <a:cubicBezTo>
                  <a:pt x="104" y="24"/>
                  <a:pt x="81" y="0"/>
                  <a:pt x="52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7">
            <a:extLst>
              <a:ext uri="{FF2B5EF4-FFF2-40B4-BE49-F238E27FC236}">
                <a16:creationId xmlns:a16="http://schemas.microsoft.com/office/drawing/2014/main" id="{2F81083F-8827-E553-82C9-8469A51DB331}"/>
              </a:ext>
            </a:extLst>
          </p:cNvPr>
          <p:cNvSpPr/>
          <p:nvPr/>
        </p:nvSpPr>
        <p:spPr>
          <a:xfrm>
            <a:off x="5148535" y="2300998"/>
            <a:ext cx="107992" cy="108662"/>
          </a:xfrm>
          <a:custGeom>
            <a:avLst/>
            <a:gdLst/>
            <a:ahLst/>
            <a:cxnLst/>
            <a:rect l="l" t="t" r="r" b="b"/>
            <a:pathLst>
              <a:path w="161" h="162" extrusionOk="0">
                <a:moveTo>
                  <a:pt x="81" y="1"/>
                </a:moveTo>
                <a:cubicBezTo>
                  <a:pt x="36" y="1"/>
                  <a:pt x="0" y="37"/>
                  <a:pt x="0" y="82"/>
                </a:cubicBezTo>
                <a:cubicBezTo>
                  <a:pt x="0" y="126"/>
                  <a:pt x="36" y="162"/>
                  <a:pt x="81" y="162"/>
                </a:cubicBezTo>
                <a:cubicBezTo>
                  <a:pt x="125" y="162"/>
                  <a:pt x="161" y="126"/>
                  <a:pt x="161" y="82"/>
                </a:cubicBezTo>
                <a:cubicBezTo>
                  <a:pt x="161" y="37"/>
                  <a:pt x="125" y="1"/>
                  <a:pt x="81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7">
            <a:extLst>
              <a:ext uri="{FF2B5EF4-FFF2-40B4-BE49-F238E27FC236}">
                <a16:creationId xmlns:a16="http://schemas.microsoft.com/office/drawing/2014/main" id="{0B67F063-15FD-B5E8-7DB6-8C225AD724C1}"/>
              </a:ext>
            </a:extLst>
          </p:cNvPr>
          <p:cNvSpPr/>
          <p:nvPr/>
        </p:nvSpPr>
        <p:spPr>
          <a:xfrm>
            <a:off x="5070728" y="2518322"/>
            <a:ext cx="78478" cy="77807"/>
          </a:xfrm>
          <a:custGeom>
            <a:avLst/>
            <a:gdLst/>
            <a:ahLst/>
            <a:cxnLst/>
            <a:rect l="l" t="t" r="r" b="b"/>
            <a:pathLst>
              <a:path w="117" h="116" extrusionOk="0">
                <a:moveTo>
                  <a:pt x="59" y="0"/>
                </a:moveTo>
                <a:cubicBezTo>
                  <a:pt x="27" y="0"/>
                  <a:pt x="1" y="26"/>
                  <a:pt x="1" y="58"/>
                </a:cubicBezTo>
                <a:cubicBezTo>
                  <a:pt x="1" y="89"/>
                  <a:pt x="27" y="116"/>
                  <a:pt x="59" y="116"/>
                </a:cubicBezTo>
                <a:cubicBezTo>
                  <a:pt x="91" y="116"/>
                  <a:pt x="116" y="89"/>
                  <a:pt x="116" y="58"/>
                </a:cubicBezTo>
                <a:cubicBezTo>
                  <a:pt x="116" y="26"/>
                  <a:pt x="91" y="0"/>
                  <a:pt x="59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7">
            <a:extLst>
              <a:ext uri="{FF2B5EF4-FFF2-40B4-BE49-F238E27FC236}">
                <a16:creationId xmlns:a16="http://schemas.microsoft.com/office/drawing/2014/main" id="{B5843F15-92D7-24AB-6FAE-38541270BDB1}"/>
              </a:ext>
            </a:extLst>
          </p:cNvPr>
          <p:cNvSpPr/>
          <p:nvPr/>
        </p:nvSpPr>
        <p:spPr>
          <a:xfrm>
            <a:off x="5968195" y="1244565"/>
            <a:ext cx="71100" cy="70429"/>
          </a:xfrm>
          <a:custGeom>
            <a:avLst/>
            <a:gdLst/>
            <a:ahLst/>
            <a:cxnLst/>
            <a:rect l="l" t="t" r="r" b="b"/>
            <a:pathLst>
              <a:path w="106" h="105" extrusionOk="0">
                <a:moveTo>
                  <a:pt x="53" y="0"/>
                </a:moveTo>
                <a:cubicBezTo>
                  <a:pt x="24" y="0"/>
                  <a:pt x="1" y="24"/>
                  <a:pt x="1" y="52"/>
                </a:cubicBezTo>
                <a:cubicBezTo>
                  <a:pt x="1" y="81"/>
                  <a:pt x="24" y="105"/>
                  <a:pt x="53" y="105"/>
                </a:cubicBezTo>
                <a:cubicBezTo>
                  <a:pt x="83" y="105"/>
                  <a:pt x="105" y="81"/>
                  <a:pt x="105" y="52"/>
                </a:cubicBezTo>
                <a:cubicBezTo>
                  <a:pt x="105" y="24"/>
                  <a:pt x="83" y="0"/>
                  <a:pt x="53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7">
            <a:extLst>
              <a:ext uri="{FF2B5EF4-FFF2-40B4-BE49-F238E27FC236}">
                <a16:creationId xmlns:a16="http://schemas.microsoft.com/office/drawing/2014/main" id="{40565B89-2966-4B41-A0D9-99A7F3059E54}"/>
              </a:ext>
            </a:extLst>
          </p:cNvPr>
          <p:cNvSpPr/>
          <p:nvPr/>
        </p:nvSpPr>
        <p:spPr>
          <a:xfrm>
            <a:off x="5237074" y="2060869"/>
            <a:ext cx="70429" cy="71100"/>
          </a:xfrm>
          <a:custGeom>
            <a:avLst/>
            <a:gdLst/>
            <a:ahLst/>
            <a:cxnLst/>
            <a:rect l="l" t="t" r="r" b="b"/>
            <a:pathLst>
              <a:path w="105" h="106" extrusionOk="0">
                <a:moveTo>
                  <a:pt x="52" y="1"/>
                </a:moveTo>
                <a:cubicBezTo>
                  <a:pt x="24" y="1"/>
                  <a:pt x="0" y="24"/>
                  <a:pt x="0" y="53"/>
                </a:cubicBezTo>
                <a:cubicBezTo>
                  <a:pt x="0" y="82"/>
                  <a:pt x="24" y="105"/>
                  <a:pt x="52" y="105"/>
                </a:cubicBezTo>
                <a:cubicBezTo>
                  <a:pt x="81" y="105"/>
                  <a:pt x="105" y="82"/>
                  <a:pt x="105" y="53"/>
                </a:cubicBezTo>
                <a:cubicBezTo>
                  <a:pt x="105" y="24"/>
                  <a:pt x="81" y="1"/>
                  <a:pt x="52" y="1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7">
            <a:extLst>
              <a:ext uri="{FF2B5EF4-FFF2-40B4-BE49-F238E27FC236}">
                <a16:creationId xmlns:a16="http://schemas.microsoft.com/office/drawing/2014/main" id="{983475CC-BCE4-DB64-A391-84A9F5D590EA}"/>
              </a:ext>
            </a:extLst>
          </p:cNvPr>
          <p:cNvSpPr/>
          <p:nvPr/>
        </p:nvSpPr>
        <p:spPr>
          <a:xfrm>
            <a:off x="5342382" y="2014587"/>
            <a:ext cx="31525" cy="31525"/>
          </a:xfrm>
          <a:custGeom>
            <a:avLst/>
            <a:gdLst/>
            <a:ahLst/>
            <a:cxnLst/>
            <a:rect l="l" t="t" r="r" b="b"/>
            <a:pathLst>
              <a:path w="47" h="47" extrusionOk="0">
                <a:moveTo>
                  <a:pt x="23" y="0"/>
                </a:moveTo>
                <a:cubicBezTo>
                  <a:pt x="11" y="0"/>
                  <a:pt x="1" y="10"/>
                  <a:pt x="1" y="24"/>
                </a:cubicBezTo>
                <a:cubicBezTo>
                  <a:pt x="1" y="36"/>
                  <a:pt x="11" y="46"/>
                  <a:pt x="23" y="46"/>
                </a:cubicBezTo>
                <a:cubicBezTo>
                  <a:pt x="36" y="46"/>
                  <a:pt x="47" y="36"/>
                  <a:pt x="47" y="24"/>
                </a:cubicBezTo>
                <a:cubicBezTo>
                  <a:pt x="47" y="10"/>
                  <a:pt x="36" y="0"/>
                  <a:pt x="23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7">
            <a:extLst>
              <a:ext uri="{FF2B5EF4-FFF2-40B4-BE49-F238E27FC236}">
                <a16:creationId xmlns:a16="http://schemas.microsoft.com/office/drawing/2014/main" id="{A1AF4C68-3189-1237-48B5-9F47A856D3A2}"/>
              </a:ext>
            </a:extLst>
          </p:cNvPr>
          <p:cNvSpPr/>
          <p:nvPr/>
        </p:nvSpPr>
        <p:spPr>
          <a:xfrm>
            <a:off x="5275978" y="1860314"/>
            <a:ext cx="62380" cy="62380"/>
          </a:xfrm>
          <a:custGeom>
            <a:avLst/>
            <a:gdLst/>
            <a:ahLst/>
            <a:cxnLst/>
            <a:rect l="l" t="t" r="r" b="b"/>
            <a:pathLst>
              <a:path w="93" h="93" extrusionOk="0">
                <a:moveTo>
                  <a:pt x="47" y="0"/>
                </a:moveTo>
                <a:cubicBezTo>
                  <a:pt x="21" y="0"/>
                  <a:pt x="1" y="20"/>
                  <a:pt x="1" y="46"/>
                </a:cubicBezTo>
                <a:cubicBezTo>
                  <a:pt x="1" y="72"/>
                  <a:pt x="21" y="92"/>
                  <a:pt x="47" y="92"/>
                </a:cubicBezTo>
                <a:cubicBezTo>
                  <a:pt x="72" y="92"/>
                  <a:pt x="93" y="72"/>
                  <a:pt x="93" y="46"/>
                </a:cubicBezTo>
                <a:cubicBezTo>
                  <a:pt x="93" y="20"/>
                  <a:pt x="72" y="0"/>
                  <a:pt x="47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7">
            <a:extLst>
              <a:ext uri="{FF2B5EF4-FFF2-40B4-BE49-F238E27FC236}">
                <a16:creationId xmlns:a16="http://schemas.microsoft.com/office/drawing/2014/main" id="{C4F67C55-C64C-9181-95BB-3703803620F6}"/>
              </a:ext>
            </a:extLst>
          </p:cNvPr>
          <p:cNvSpPr/>
          <p:nvPr/>
        </p:nvSpPr>
        <p:spPr>
          <a:xfrm>
            <a:off x="5426227" y="1577257"/>
            <a:ext cx="117382" cy="117382"/>
          </a:xfrm>
          <a:custGeom>
            <a:avLst/>
            <a:gdLst/>
            <a:ahLst/>
            <a:cxnLst/>
            <a:rect l="l" t="t" r="r" b="b"/>
            <a:pathLst>
              <a:path w="175" h="175" extrusionOk="0">
                <a:moveTo>
                  <a:pt x="88" y="0"/>
                </a:moveTo>
                <a:cubicBezTo>
                  <a:pt x="39" y="0"/>
                  <a:pt x="1" y="39"/>
                  <a:pt x="1" y="87"/>
                </a:cubicBezTo>
                <a:cubicBezTo>
                  <a:pt x="1" y="136"/>
                  <a:pt x="39" y="174"/>
                  <a:pt x="88" y="174"/>
                </a:cubicBezTo>
                <a:cubicBezTo>
                  <a:pt x="136" y="174"/>
                  <a:pt x="175" y="136"/>
                  <a:pt x="175" y="87"/>
                </a:cubicBezTo>
                <a:cubicBezTo>
                  <a:pt x="175" y="39"/>
                  <a:pt x="136" y="0"/>
                  <a:pt x="88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7">
            <a:extLst>
              <a:ext uri="{FF2B5EF4-FFF2-40B4-BE49-F238E27FC236}">
                <a16:creationId xmlns:a16="http://schemas.microsoft.com/office/drawing/2014/main" id="{D5723957-B7CA-BD03-6853-F93DE8B292F8}"/>
              </a:ext>
            </a:extLst>
          </p:cNvPr>
          <p:cNvSpPr/>
          <p:nvPr/>
        </p:nvSpPr>
        <p:spPr>
          <a:xfrm>
            <a:off x="6107041" y="1302920"/>
            <a:ext cx="86527" cy="86527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5" y="0"/>
                </a:moveTo>
                <a:cubicBezTo>
                  <a:pt x="29" y="0"/>
                  <a:pt x="1" y="29"/>
                  <a:pt x="1" y="64"/>
                </a:cubicBezTo>
                <a:cubicBezTo>
                  <a:pt x="1" y="99"/>
                  <a:pt x="29" y="128"/>
                  <a:pt x="65" y="128"/>
                </a:cubicBezTo>
                <a:cubicBezTo>
                  <a:pt x="101" y="128"/>
                  <a:pt x="128" y="99"/>
                  <a:pt x="128" y="64"/>
                </a:cubicBezTo>
                <a:cubicBezTo>
                  <a:pt x="128" y="29"/>
                  <a:pt x="101" y="0"/>
                  <a:pt x="65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7">
            <a:extLst>
              <a:ext uri="{FF2B5EF4-FFF2-40B4-BE49-F238E27FC236}">
                <a16:creationId xmlns:a16="http://schemas.microsoft.com/office/drawing/2014/main" id="{8C14B6B8-E5D2-B2B6-C368-30FDAF5A89E8}"/>
              </a:ext>
            </a:extLst>
          </p:cNvPr>
          <p:cNvSpPr/>
          <p:nvPr/>
        </p:nvSpPr>
        <p:spPr>
          <a:xfrm>
            <a:off x="5620074" y="1635613"/>
            <a:ext cx="40245" cy="39574"/>
          </a:xfrm>
          <a:custGeom>
            <a:avLst/>
            <a:gdLst/>
            <a:ahLst/>
            <a:cxnLst/>
            <a:rect l="l" t="t" r="r" b="b"/>
            <a:pathLst>
              <a:path w="60" h="59" extrusionOk="0">
                <a:moveTo>
                  <a:pt x="30" y="0"/>
                </a:moveTo>
                <a:cubicBezTo>
                  <a:pt x="13" y="0"/>
                  <a:pt x="0" y="14"/>
                  <a:pt x="0" y="30"/>
                </a:cubicBezTo>
                <a:cubicBezTo>
                  <a:pt x="0" y="45"/>
                  <a:pt x="13" y="59"/>
                  <a:pt x="30" y="59"/>
                </a:cubicBezTo>
                <a:cubicBezTo>
                  <a:pt x="46" y="59"/>
                  <a:pt x="59" y="45"/>
                  <a:pt x="59" y="30"/>
                </a:cubicBezTo>
                <a:cubicBezTo>
                  <a:pt x="59" y="14"/>
                  <a:pt x="46" y="0"/>
                  <a:pt x="30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7">
            <a:extLst>
              <a:ext uri="{FF2B5EF4-FFF2-40B4-BE49-F238E27FC236}">
                <a16:creationId xmlns:a16="http://schemas.microsoft.com/office/drawing/2014/main" id="{E0D50EE7-6EA0-4B59-3E66-0B90EDAEE7C1}"/>
              </a:ext>
            </a:extLst>
          </p:cNvPr>
          <p:cNvSpPr/>
          <p:nvPr/>
        </p:nvSpPr>
        <p:spPr>
          <a:xfrm>
            <a:off x="5600622" y="1484694"/>
            <a:ext cx="86527" cy="86527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100"/>
                  <a:pt x="29" y="128"/>
                  <a:pt x="64" y="128"/>
                </a:cubicBezTo>
                <a:cubicBezTo>
                  <a:pt x="100" y="128"/>
                  <a:pt x="128" y="100"/>
                  <a:pt x="128" y="64"/>
                </a:cubicBezTo>
                <a:cubicBezTo>
                  <a:pt x="128" y="29"/>
                  <a:pt x="100" y="0"/>
                  <a:pt x="64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7">
            <a:extLst>
              <a:ext uri="{FF2B5EF4-FFF2-40B4-BE49-F238E27FC236}">
                <a16:creationId xmlns:a16="http://schemas.microsoft.com/office/drawing/2014/main" id="{A511FBF9-A1E4-3D00-77F9-CD57EF2EBFD3}"/>
              </a:ext>
            </a:extLst>
          </p:cNvPr>
          <p:cNvSpPr/>
          <p:nvPr/>
        </p:nvSpPr>
        <p:spPr>
          <a:xfrm>
            <a:off x="5736114" y="1553781"/>
            <a:ext cx="55002" cy="55672"/>
          </a:xfrm>
          <a:custGeom>
            <a:avLst/>
            <a:gdLst/>
            <a:ahLst/>
            <a:cxnLst/>
            <a:rect l="l" t="t" r="r" b="b"/>
            <a:pathLst>
              <a:path w="82" h="83" extrusionOk="0">
                <a:moveTo>
                  <a:pt x="41" y="1"/>
                </a:moveTo>
                <a:cubicBezTo>
                  <a:pt x="18" y="1"/>
                  <a:pt x="0" y="19"/>
                  <a:pt x="0" y="42"/>
                </a:cubicBezTo>
                <a:cubicBezTo>
                  <a:pt x="0" y="64"/>
                  <a:pt x="18" y="83"/>
                  <a:pt x="41" y="83"/>
                </a:cubicBezTo>
                <a:cubicBezTo>
                  <a:pt x="63" y="83"/>
                  <a:pt x="82" y="64"/>
                  <a:pt x="82" y="42"/>
                </a:cubicBezTo>
                <a:cubicBezTo>
                  <a:pt x="82" y="19"/>
                  <a:pt x="63" y="1"/>
                  <a:pt x="41" y="1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7">
            <a:extLst>
              <a:ext uri="{FF2B5EF4-FFF2-40B4-BE49-F238E27FC236}">
                <a16:creationId xmlns:a16="http://schemas.microsoft.com/office/drawing/2014/main" id="{9B616488-5D99-DCB1-781E-53C486EAD235}"/>
              </a:ext>
            </a:extLst>
          </p:cNvPr>
          <p:cNvSpPr/>
          <p:nvPr/>
        </p:nvSpPr>
        <p:spPr>
          <a:xfrm>
            <a:off x="5740139" y="1433716"/>
            <a:ext cx="40245" cy="39574"/>
          </a:xfrm>
          <a:custGeom>
            <a:avLst/>
            <a:gdLst/>
            <a:ahLst/>
            <a:cxnLst/>
            <a:rect l="l" t="t" r="r" b="b"/>
            <a:pathLst>
              <a:path w="60" h="59" extrusionOk="0">
                <a:moveTo>
                  <a:pt x="30" y="1"/>
                </a:moveTo>
                <a:cubicBezTo>
                  <a:pt x="13" y="1"/>
                  <a:pt x="0" y="14"/>
                  <a:pt x="0" y="30"/>
                </a:cubicBezTo>
                <a:cubicBezTo>
                  <a:pt x="0" y="47"/>
                  <a:pt x="13" y="59"/>
                  <a:pt x="30" y="59"/>
                </a:cubicBezTo>
                <a:cubicBezTo>
                  <a:pt x="46" y="59"/>
                  <a:pt x="60" y="47"/>
                  <a:pt x="60" y="30"/>
                </a:cubicBezTo>
                <a:cubicBezTo>
                  <a:pt x="60" y="14"/>
                  <a:pt x="46" y="1"/>
                  <a:pt x="30" y="1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7">
            <a:extLst>
              <a:ext uri="{FF2B5EF4-FFF2-40B4-BE49-F238E27FC236}">
                <a16:creationId xmlns:a16="http://schemas.microsoft.com/office/drawing/2014/main" id="{C03DD661-31DF-6426-8A12-E4D31D155A92}"/>
              </a:ext>
            </a:extLst>
          </p:cNvPr>
          <p:cNvSpPr/>
          <p:nvPr/>
        </p:nvSpPr>
        <p:spPr>
          <a:xfrm>
            <a:off x="6842186" y="3654575"/>
            <a:ext cx="72442" cy="73112"/>
          </a:xfrm>
          <a:custGeom>
            <a:avLst/>
            <a:gdLst/>
            <a:ahLst/>
            <a:cxnLst/>
            <a:rect l="l" t="t" r="r" b="b"/>
            <a:pathLst>
              <a:path w="108" h="109" extrusionOk="0">
                <a:moveTo>
                  <a:pt x="54" y="1"/>
                </a:moveTo>
                <a:cubicBezTo>
                  <a:pt x="24" y="1"/>
                  <a:pt x="0" y="25"/>
                  <a:pt x="0" y="55"/>
                </a:cubicBezTo>
                <a:cubicBezTo>
                  <a:pt x="0" y="85"/>
                  <a:pt x="24" y="108"/>
                  <a:pt x="54" y="108"/>
                </a:cubicBezTo>
                <a:cubicBezTo>
                  <a:pt x="83" y="108"/>
                  <a:pt x="108" y="85"/>
                  <a:pt x="108" y="55"/>
                </a:cubicBezTo>
                <a:cubicBezTo>
                  <a:pt x="108" y="25"/>
                  <a:pt x="83" y="1"/>
                  <a:pt x="54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7">
            <a:extLst>
              <a:ext uri="{FF2B5EF4-FFF2-40B4-BE49-F238E27FC236}">
                <a16:creationId xmlns:a16="http://schemas.microsoft.com/office/drawing/2014/main" id="{0580A173-6C5A-196A-1D4C-4B3D03165FAC}"/>
              </a:ext>
            </a:extLst>
          </p:cNvPr>
          <p:cNvSpPr/>
          <p:nvPr/>
        </p:nvSpPr>
        <p:spPr>
          <a:xfrm>
            <a:off x="6914627" y="3494265"/>
            <a:ext cx="155615" cy="154944"/>
          </a:xfrm>
          <a:custGeom>
            <a:avLst/>
            <a:gdLst/>
            <a:ahLst/>
            <a:cxnLst/>
            <a:rect l="l" t="t" r="r" b="b"/>
            <a:pathLst>
              <a:path w="232" h="231" extrusionOk="0">
                <a:moveTo>
                  <a:pt x="115" y="0"/>
                </a:moveTo>
                <a:cubicBezTo>
                  <a:pt x="52" y="0"/>
                  <a:pt x="1" y="52"/>
                  <a:pt x="1" y="116"/>
                </a:cubicBezTo>
                <a:cubicBezTo>
                  <a:pt x="1" y="179"/>
                  <a:pt x="52" y="230"/>
                  <a:pt x="115" y="230"/>
                </a:cubicBezTo>
                <a:cubicBezTo>
                  <a:pt x="179" y="230"/>
                  <a:pt x="231" y="179"/>
                  <a:pt x="231" y="116"/>
                </a:cubicBezTo>
                <a:cubicBezTo>
                  <a:pt x="231" y="52"/>
                  <a:pt x="179" y="0"/>
                  <a:pt x="115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7">
            <a:extLst>
              <a:ext uri="{FF2B5EF4-FFF2-40B4-BE49-F238E27FC236}">
                <a16:creationId xmlns:a16="http://schemas.microsoft.com/office/drawing/2014/main" id="{89346CA9-07F4-A6B8-F0D6-787F420466FE}"/>
              </a:ext>
            </a:extLst>
          </p:cNvPr>
          <p:cNvSpPr/>
          <p:nvPr/>
        </p:nvSpPr>
        <p:spPr>
          <a:xfrm>
            <a:off x="7115182" y="3478838"/>
            <a:ext cx="93235" cy="93235"/>
          </a:xfrm>
          <a:custGeom>
            <a:avLst/>
            <a:gdLst/>
            <a:ahLst/>
            <a:cxnLst/>
            <a:rect l="l" t="t" r="r" b="b"/>
            <a:pathLst>
              <a:path w="139" h="139" extrusionOk="0">
                <a:moveTo>
                  <a:pt x="70" y="1"/>
                </a:moveTo>
                <a:cubicBezTo>
                  <a:pt x="31" y="1"/>
                  <a:pt x="1" y="31"/>
                  <a:pt x="1" y="70"/>
                </a:cubicBezTo>
                <a:cubicBezTo>
                  <a:pt x="1" y="108"/>
                  <a:pt x="31" y="139"/>
                  <a:pt x="70" y="139"/>
                </a:cubicBezTo>
                <a:cubicBezTo>
                  <a:pt x="108" y="139"/>
                  <a:pt x="139" y="108"/>
                  <a:pt x="139" y="70"/>
                </a:cubicBezTo>
                <a:cubicBezTo>
                  <a:pt x="139" y="31"/>
                  <a:pt x="108" y="1"/>
                  <a:pt x="70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7">
            <a:extLst>
              <a:ext uri="{FF2B5EF4-FFF2-40B4-BE49-F238E27FC236}">
                <a16:creationId xmlns:a16="http://schemas.microsoft.com/office/drawing/2014/main" id="{EE2510FF-13DA-6E3E-DED4-24E0FC86A836}"/>
              </a:ext>
            </a:extLst>
          </p:cNvPr>
          <p:cNvSpPr/>
          <p:nvPr/>
        </p:nvSpPr>
        <p:spPr>
          <a:xfrm>
            <a:off x="7265431" y="3242062"/>
            <a:ext cx="175738" cy="175737"/>
          </a:xfrm>
          <a:custGeom>
            <a:avLst/>
            <a:gdLst/>
            <a:ahLst/>
            <a:cxnLst/>
            <a:rect l="l" t="t" r="r" b="b"/>
            <a:pathLst>
              <a:path w="262" h="262" extrusionOk="0">
                <a:moveTo>
                  <a:pt x="131" y="1"/>
                </a:moveTo>
                <a:cubicBezTo>
                  <a:pt x="59" y="1"/>
                  <a:pt x="1" y="60"/>
                  <a:pt x="1" y="132"/>
                </a:cubicBezTo>
                <a:cubicBezTo>
                  <a:pt x="1" y="203"/>
                  <a:pt x="59" y="262"/>
                  <a:pt x="131" y="262"/>
                </a:cubicBezTo>
                <a:cubicBezTo>
                  <a:pt x="203" y="262"/>
                  <a:pt x="262" y="203"/>
                  <a:pt x="262" y="132"/>
                </a:cubicBezTo>
                <a:cubicBezTo>
                  <a:pt x="262" y="58"/>
                  <a:pt x="203" y="1"/>
                  <a:pt x="131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7">
            <a:extLst>
              <a:ext uri="{FF2B5EF4-FFF2-40B4-BE49-F238E27FC236}">
                <a16:creationId xmlns:a16="http://schemas.microsoft.com/office/drawing/2014/main" id="{DF9255AC-1345-1A1D-6B88-B82D06C048B3}"/>
              </a:ext>
            </a:extLst>
          </p:cNvPr>
          <p:cNvSpPr/>
          <p:nvPr/>
        </p:nvSpPr>
        <p:spPr>
          <a:xfrm>
            <a:off x="7502207" y="3158889"/>
            <a:ext cx="52319" cy="52319"/>
          </a:xfrm>
          <a:custGeom>
            <a:avLst/>
            <a:gdLst/>
            <a:ahLst/>
            <a:cxnLst/>
            <a:rect l="l" t="t" r="r" b="b"/>
            <a:pathLst>
              <a:path w="78" h="78" extrusionOk="0">
                <a:moveTo>
                  <a:pt x="40" y="1"/>
                </a:moveTo>
                <a:cubicBezTo>
                  <a:pt x="17" y="1"/>
                  <a:pt x="1" y="17"/>
                  <a:pt x="1" y="39"/>
                </a:cubicBezTo>
                <a:cubicBezTo>
                  <a:pt x="1" y="61"/>
                  <a:pt x="17" y="78"/>
                  <a:pt x="40" y="78"/>
                </a:cubicBezTo>
                <a:cubicBezTo>
                  <a:pt x="61" y="78"/>
                  <a:pt x="77" y="61"/>
                  <a:pt x="77" y="39"/>
                </a:cubicBezTo>
                <a:cubicBezTo>
                  <a:pt x="77" y="18"/>
                  <a:pt x="61" y="1"/>
                  <a:pt x="40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7">
            <a:extLst>
              <a:ext uri="{FF2B5EF4-FFF2-40B4-BE49-F238E27FC236}">
                <a16:creationId xmlns:a16="http://schemas.microsoft.com/office/drawing/2014/main" id="{2BC75FB8-915E-D756-EAF8-57B63510D098}"/>
              </a:ext>
            </a:extLst>
          </p:cNvPr>
          <p:cNvSpPr/>
          <p:nvPr/>
        </p:nvSpPr>
        <p:spPr>
          <a:xfrm>
            <a:off x="7652455" y="2792659"/>
            <a:ext cx="73112" cy="72441"/>
          </a:xfrm>
          <a:custGeom>
            <a:avLst/>
            <a:gdLst/>
            <a:ahLst/>
            <a:cxnLst/>
            <a:rect l="l" t="t" r="r" b="b"/>
            <a:pathLst>
              <a:path w="109" h="108" extrusionOk="0">
                <a:moveTo>
                  <a:pt x="54" y="1"/>
                </a:moveTo>
                <a:cubicBezTo>
                  <a:pt x="24" y="1"/>
                  <a:pt x="1" y="25"/>
                  <a:pt x="1" y="55"/>
                </a:cubicBezTo>
                <a:cubicBezTo>
                  <a:pt x="1" y="83"/>
                  <a:pt x="24" y="108"/>
                  <a:pt x="54" y="108"/>
                </a:cubicBezTo>
                <a:cubicBezTo>
                  <a:pt x="84" y="108"/>
                  <a:pt x="108" y="83"/>
                  <a:pt x="108" y="55"/>
                </a:cubicBezTo>
                <a:cubicBezTo>
                  <a:pt x="108" y="25"/>
                  <a:pt x="84" y="1"/>
                  <a:pt x="54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7">
            <a:extLst>
              <a:ext uri="{FF2B5EF4-FFF2-40B4-BE49-F238E27FC236}">
                <a16:creationId xmlns:a16="http://schemas.microsoft.com/office/drawing/2014/main" id="{E565EC58-B819-1860-CCD8-C214A9195FED}"/>
              </a:ext>
            </a:extLst>
          </p:cNvPr>
          <p:cNvSpPr/>
          <p:nvPr/>
        </p:nvSpPr>
        <p:spPr>
          <a:xfrm>
            <a:off x="7677944" y="2535090"/>
            <a:ext cx="103967" cy="103967"/>
          </a:xfrm>
          <a:custGeom>
            <a:avLst/>
            <a:gdLst/>
            <a:ahLst/>
            <a:cxnLst/>
            <a:rect l="l" t="t" r="r" b="b"/>
            <a:pathLst>
              <a:path w="155" h="155" extrusionOk="0">
                <a:moveTo>
                  <a:pt x="79" y="1"/>
                </a:moveTo>
                <a:cubicBezTo>
                  <a:pt x="79" y="1"/>
                  <a:pt x="78" y="1"/>
                  <a:pt x="77" y="1"/>
                </a:cubicBezTo>
                <a:cubicBezTo>
                  <a:pt x="35" y="1"/>
                  <a:pt x="1" y="36"/>
                  <a:pt x="1" y="78"/>
                </a:cubicBezTo>
                <a:cubicBezTo>
                  <a:pt x="1" y="120"/>
                  <a:pt x="35" y="154"/>
                  <a:pt x="77" y="154"/>
                </a:cubicBezTo>
                <a:cubicBezTo>
                  <a:pt x="120" y="154"/>
                  <a:pt x="154" y="120"/>
                  <a:pt x="154" y="78"/>
                </a:cubicBezTo>
                <a:cubicBezTo>
                  <a:pt x="154" y="35"/>
                  <a:pt x="121" y="1"/>
                  <a:pt x="79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7">
            <a:extLst>
              <a:ext uri="{FF2B5EF4-FFF2-40B4-BE49-F238E27FC236}">
                <a16:creationId xmlns:a16="http://schemas.microsoft.com/office/drawing/2014/main" id="{348F66CC-363C-0833-72D4-E3879CEB7597}"/>
              </a:ext>
            </a:extLst>
          </p:cNvPr>
          <p:cNvSpPr/>
          <p:nvPr/>
        </p:nvSpPr>
        <p:spPr>
          <a:xfrm>
            <a:off x="7688676" y="2251362"/>
            <a:ext cx="154944" cy="154944"/>
          </a:xfrm>
          <a:custGeom>
            <a:avLst/>
            <a:gdLst/>
            <a:ahLst/>
            <a:cxnLst/>
            <a:rect l="l" t="t" r="r" b="b"/>
            <a:pathLst>
              <a:path w="231" h="231" extrusionOk="0">
                <a:moveTo>
                  <a:pt x="116" y="0"/>
                </a:moveTo>
                <a:cubicBezTo>
                  <a:pt x="52" y="0"/>
                  <a:pt x="0" y="52"/>
                  <a:pt x="0" y="116"/>
                </a:cubicBezTo>
                <a:cubicBezTo>
                  <a:pt x="0" y="179"/>
                  <a:pt x="52" y="230"/>
                  <a:pt x="116" y="230"/>
                </a:cubicBezTo>
                <a:cubicBezTo>
                  <a:pt x="179" y="230"/>
                  <a:pt x="230" y="179"/>
                  <a:pt x="230" y="116"/>
                </a:cubicBezTo>
                <a:cubicBezTo>
                  <a:pt x="230" y="52"/>
                  <a:pt x="179" y="0"/>
                  <a:pt x="116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7">
            <a:extLst>
              <a:ext uri="{FF2B5EF4-FFF2-40B4-BE49-F238E27FC236}">
                <a16:creationId xmlns:a16="http://schemas.microsoft.com/office/drawing/2014/main" id="{D2817545-7987-8BEA-894B-E67825407BCE}"/>
              </a:ext>
            </a:extLst>
          </p:cNvPr>
          <p:cNvSpPr/>
          <p:nvPr/>
        </p:nvSpPr>
        <p:spPr>
          <a:xfrm>
            <a:off x="7745019" y="2075626"/>
            <a:ext cx="42258" cy="41587"/>
          </a:xfrm>
          <a:custGeom>
            <a:avLst/>
            <a:gdLst/>
            <a:ahLst/>
            <a:cxnLst/>
            <a:rect l="l" t="t" r="r" b="b"/>
            <a:pathLst>
              <a:path w="63" h="62" extrusionOk="0">
                <a:moveTo>
                  <a:pt x="32" y="0"/>
                </a:moveTo>
                <a:cubicBezTo>
                  <a:pt x="15" y="0"/>
                  <a:pt x="1" y="15"/>
                  <a:pt x="1" y="31"/>
                </a:cubicBezTo>
                <a:cubicBezTo>
                  <a:pt x="1" y="47"/>
                  <a:pt x="15" y="62"/>
                  <a:pt x="32" y="62"/>
                </a:cubicBezTo>
                <a:cubicBezTo>
                  <a:pt x="48" y="62"/>
                  <a:pt x="62" y="47"/>
                  <a:pt x="62" y="31"/>
                </a:cubicBezTo>
                <a:cubicBezTo>
                  <a:pt x="62" y="15"/>
                  <a:pt x="48" y="0"/>
                  <a:pt x="32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7">
            <a:extLst>
              <a:ext uri="{FF2B5EF4-FFF2-40B4-BE49-F238E27FC236}">
                <a16:creationId xmlns:a16="http://schemas.microsoft.com/office/drawing/2014/main" id="{452FC055-FF03-ABC7-DB17-52A23471EB1E}"/>
              </a:ext>
            </a:extLst>
          </p:cNvPr>
          <p:cNvSpPr/>
          <p:nvPr/>
        </p:nvSpPr>
        <p:spPr>
          <a:xfrm>
            <a:off x="7610869" y="1729518"/>
            <a:ext cx="123419" cy="124089"/>
          </a:xfrm>
          <a:custGeom>
            <a:avLst/>
            <a:gdLst/>
            <a:ahLst/>
            <a:cxnLst/>
            <a:rect l="l" t="t" r="r" b="b"/>
            <a:pathLst>
              <a:path w="184" h="185" extrusionOk="0">
                <a:moveTo>
                  <a:pt x="92" y="1"/>
                </a:moveTo>
                <a:cubicBezTo>
                  <a:pt x="41" y="1"/>
                  <a:pt x="0" y="43"/>
                  <a:pt x="0" y="93"/>
                </a:cubicBezTo>
                <a:cubicBezTo>
                  <a:pt x="0" y="144"/>
                  <a:pt x="41" y="185"/>
                  <a:pt x="92" y="185"/>
                </a:cubicBezTo>
                <a:cubicBezTo>
                  <a:pt x="143" y="185"/>
                  <a:pt x="184" y="144"/>
                  <a:pt x="184" y="93"/>
                </a:cubicBezTo>
                <a:cubicBezTo>
                  <a:pt x="184" y="43"/>
                  <a:pt x="143" y="1"/>
                  <a:pt x="92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56985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4C221B"/>
      </a:dk2>
      <a:lt2>
        <a:srgbClr val="76441C"/>
      </a:lt2>
      <a:accent1>
        <a:srgbClr val="9D5C2D"/>
      </a:accent1>
      <a:accent2>
        <a:srgbClr val="C08A4C"/>
      </a:accent2>
      <a:accent3>
        <a:srgbClr val="D9A866"/>
      </a:accent3>
      <a:accent4>
        <a:srgbClr val="DD955F"/>
      </a:accent4>
      <a:accent5>
        <a:srgbClr val="FACA93"/>
      </a:accent5>
      <a:accent6>
        <a:srgbClr val="FFE5AF"/>
      </a:accent6>
      <a:hlink>
        <a:srgbClr val="D6591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313</Words>
  <Application>Microsoft Office PowerPoint</Application>
  <PresentationFormat>Diavetítés a képernyőre (16:9 oldalarány)</PresentationFormat>
  <Paragraphs>80</Paragraphs>
  <Slides>9</Slides>
  <Notes>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2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Roboto</vt:lpstr>
      <vt:lpstr>Fira Sans Extra Condensed</vt:lpstr>
      <vt:lpstr>Arial</vt:lpstr>
      <vt:lpstr>Simple Light</vt:lpstr>
      <vt:lpstr>Simple Light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Andrea</dc:creator>
  <cp:lastModifiedBy>hsjskdl hsjks</cp:lastModifiedBy>
  <cp:revision>30</cp:revision>
  <dcterms:modified xsi:type="dcterms:W3CDTF">2025-10-27T21:17:51Z</dcterms:modified>
</cp:coreProperties>
</file>